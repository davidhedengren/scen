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1" r:id="rId1"/>
  </p:sldMasterIdLst>
  <p:notesMasterIdLst>
    <p:notesMasterId r:id="rId23"/>
  </p:notesMasterIdLst>
  <p:sldIdLst>
    <p:sldId id="257" r:id="rId2"/>
    <p:sldId id="276" r:id="rId3"/>
    <p:sldId id="256" r:id="rId4"/>
    <p:sldId id="277" r:id="rId5"/>
    <p:sldId id="278" r:id="rId6"/>
    <p:sldId id="261" r:id="rId7"/>
    <p:sldId id="262" r:id="rId8"/>
    <p:sldId id="263" r:id="rId9"/>
    <p:sldId id="265" r:id="rId10"/>
    <p:sldId id="275" r:id="rId11"/>
    <p:sldId id="264" r:id="rId12"/>
    <p:sldId id="270" r:id="rId13"/>
    <p:sldId id="267" r:id="rId14"/>
    <p:sldId id="272" r:id="rId15"/>
    <p:sldId id="271" r:id="rId16"/>
    <p:sldId id="281" r:id="rId17"/>
    <p:sldId id="266" r:id="rId18"/>
    <p:sldId id="283" r:id="rId19"/>
    <p:sldId id="282" r:id="rId20"/>
    <p:sldId id="280" r:id="rId21"/>
    <p:sldId id="273" r:id="rId2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1FFE9"/>
    <a:srgbClr val="099592"/>
    <a:srgbClr val="00FFCC"/>
    <a:srgbClr val="BAFEE9"/>
    <a:srgbClr val="D9F8FF"/>
    <a:srgbClr val="CC99FF"/>
    <a:srgbClr val="4DFC2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6B30661-8F29-4766-8FE7-8C942EC36A97}" v="24" dt="2025-01-07T11:56:01.26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754" autoAdjust="0"/>
    <p:restoredTop sz="92713" autoAdjust="0"/>
  </p:normalViewPr>
  <p:slideViewPr>
    <p:cSldViewPr snapToGrid="0">
      <p:cViewPr varScale="1">
        <p:scale>
          <a:sx n="101" d="100"/>
          <a:sy n="101" d="100"/>
        </p:scale>
        <p:origin x="1062" y="144"/>
      </p:cViewPr>
      <p:guideLst/>
    </p:cSldViewPr>
  </p:slideViewPr>
  <p:notesTextViewPr>
    <p:cViewPr>
      <p:scale>
        <a:sx n="150" d="100"/>
        <a:sy n="150" d="100"/>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avid Hedengren" userId="658bef35-c023-4c34-ad89-ec78a9d95ca6" providerId="ADAL" clId="{76B30661-8F29-4766-8FE7-8C942EC36A97}"/>
    <pc:docChg chg="undo custSel modSld">
      <pc:chgData name="David Hedengren" userId="658bef35-c023-4c34-ad89-ec78a9d95ca6" providerId="ADAL" clId="{76B30661-8F29-4766-8FE7-8C942EC36A97}" dt="2025-01-07T11:56:06.490" v="33" actId="478"/>
      <pc:docMkLst>
        <pc:docMk/>
      </pc:docMkLst>
      <pc:sldChg chg="addSp modSp">
        <pc:chgData name="David Hedengren" userId="658bef35-c023-4c34-ad89-ec78a9d95ca6" providerId="ADAL" clId="{76B30661-8F29-4766-8FE7-8C942EC36A97}" dt="2025-01-07T11:22:33.017" v="5"/>
        <pc:sldMkLst>
          <pc:docMk/>
          <pc:sldMk cId="129988341" sldId="256"/>
        </pc:sldMkLst>
        <pc:spChg chg="add mod">
          <ac:chgData name="David Hedengren" userId="658bef35-c023-4c34-ad89-ec78a9d95ca6" providerId="ADAL" clId="{76B30661-8F29-4766-8FE7-8C942EC36A97}" dt="2025-01-07T11:22:33.017" v="5"/>
          <ac:spMkLst>
            <pc:docMk/>
            <pc:sldMk cId="129988341" sldId="256"/>
            <ac:spMk id="3" creationId="{39B16125-146F-004D-CCAB-23BDAF04535C}"/>
          </ac:spMkLst>
        </pc:spChg>
      </pc:sldChg>
      <pc:sldChg chg="addSp delSp modSp mod">
        <pc:chgData name="David Hedengren" userId="658bef35-c023-4c34-ad89-ec78a9d95ca6" providerId="ADAL" clId="{76B30661-8F29-4766-8FE7-8C942EC36A97}" dt="2025-01-07T11:56:06.490" v="33" actId="478"/>
        <pc:sldMkLst>
          <pc:docMk/>
          <pc:sldMk cId="0" sldId="257"/>
        </pc:sldMkLst>
        <pc:spChg chg="add del mod">
          <ac:chgData name="David Hedengren" userId="658bef35-c023-4c34-ad89-ec78a9d95ca6" providerId="ADAL" clId="{76B30661-8F29-4766-8FE7-8C942EC36A97}" dt="2025-01-07T11:56:06.490" v="33" actId="478"/>
          <ac:spMkLst>
            <pc:docMk/>
            <pc:sldMk cId="0" sldId="257"/>
            <ac:spMk id="2" creationId="{2F9567B0-78DE-0A9C-FA29-9896904899EA}"/>
          </ac:spMkLst>
        </pc:spChg>
        <pc:spChg chg="add mod">
          <ac:chgData name="David Hedengren" userId="658bef35-c023-4c34-ad89-ec78a9d95ca6" providerId="ADAL" clId="{76B30661-8F29-4766-8FE7-8C942EC36A97}" dt="2025-01-07T11:56:04.705" v="32" actId="1076"/>
          <ac:spMkLst>
            <pc:docMk/>
            <pc:sldMk cId="0" sldId="257"/>
            <ac:spMk id="4" creationId="{D0B6FBDC-59E0-3AB5-2EE2-62A398395999}"/>
          </ac:spMkLst>
        </pc:spChg>
        <pc:picChg chg="mod">
          <ac:chgData name="David Hedengren" userId="658bef35-c023-4c34-ad89-ec78a9d95ca6" providerId="ADAL" clId="{76B30661-8F29-4766-8FE7-8C942EC36A97}" dt="2025-01-07T11:22:23.611" v="2" actId="1076"/>
          <ac:picMkLst>
            <pc:docMk/>
            <pc:sldMk cId="0" sldId="257"/>
            <ac:picMk id="3" creationId="{B158E17A-35DF-FF02-3F62-98C3D0D4BD22}"/>
          </ac:picMkLst>
        </pc:picChg>
      </pc:sldChg>
      <pc:sldChg chg="addSp modSp mod">
        <pc:chgData name="David Hedengren" userId="658bef35-c023-4c34-ad89-ec78a9d95ca6" providerId="ADAL" clId="{76B30661-8F29-4766-8FE7-8C942EC36A97}" dt="2025-01-07T11:22:44.675" v="9" actId="1076"/>
        <pc:sldMkLst>
          <pc:docMk/>
          <pc:sldMk cId="781354172" sldId="261"/>
        </pc:sldMkLst>
        <pc:spChg chg="add mod">
          <ac:chgData name="David Hedengren" userId="658bef35-c023-4c34-ad89-ec78a9d95ca6" providerId="ADAL" clId="{76B30661-8F29-4766-8FE7-8C942EC36A97}" dt="2025-01-07T11:22:44.675" v="9" actId="1076"/>
          <ac:spMkLst>
            <pc:docMk/>
            <pc:sldMk cId="781354172" sldId="261"/>
            <ac:spMk id="2" creationId="{5CC394A7-45AB-6DCA-4294-6CF10D25145E}"/>
          </ac:spMkLst>
        </pc:spChg>
      </pc:sldChg>
      <pc:sldChg chg="addSp delSp modSp mod modNotesTx">
        <pc:chgData name="David Hedengren" userId="658bef35-c023-4c34-ad89-ec78a9d95ca6" providerId="ADAL" clId="{76B30661-8F29-4766-8FE7-8C942EC36A97}" dt="2025-01-07T11:23:11.474" v="16" actId="1076"/>
        <pc:sldMkLst>
          <pc:docMk/>
          <pc:sldMk cId="1802556675" sldId="262"/>
        </pc:sldMkLst>
        <pc:spChg chg="mod">
          <ac:chgData name="David Hedengren" userId="658bef35-c023-4c34-ad89-ec78a9d95ca6" providerId="ADAL" clId="{76B30661-8F29-4766-8FE7-8C942EC36A97}" dt="2025-01-07T11:23:11.474" v="16" actId="1076"/>
          <ac:spMkLst>
            <pc:docMk/>
            <pc:sldMk cId="1802556675" sldId="262"/>
            <ac:spMk id="2" creationId="{7C60E436-7CE0-6CEE-5E41-EF3881EACDBE}"/>
          </ac:spMkLst>
        </pc:spChg>
        <pc:spChg chg="add del mod">
          <ac:chgData name="David Hedengren" userId="658bef35-c023-4c34-ad89-ec78a9d95ca6" providerId="ADAL" clId="{76B30661-8F29-4766-8FE7-8C942EC36A97}" dt="2025-01-07T11:22:50.764" v="11"/>
          <ac:spMkLst>
            <pc:docMk/>
            <pc:sldMk cId="1802556675" sldId="262"/>
            <ac:spMk id="27" creationId="{306898E8-251A-FAFA-936A-CF78DD2CC09F}"/>
          </ac:spMkLst>
        </pc:spChg>
        <pc:spChg chg="add mod">
          <ac:chgData name="David Hedengren" userId="658bef35-c023-4c34-ad89-ec78a9d95ca6" providerId="ADAL" clId="{76B30661-8F29-4766-8FE7-8C942EC36A97}" dt="2025-01-07T11:22:57.350" v="13"/>
          <ac:spMkLst>
            <pc:docMk/>
            <pc:sldMk cId="1802556675" sldId="262"/>
            <ac:spMk id="71" creationId="{F3927D2F-005E-E72D-1965-5A1933D56BEC}"/>
          </ac:spMkLst>
        </pc:spChg>
        <pc:spChg chg="mod">
          <ac:chgData name="David Hedengren" userId="658bef35-c023-4c34-ad89-ec78a9d95ca6" providerId="ADAL" clId="{76B30661-8F29-4766-8FE7-8C942EC36A97}" dt="2025-01-07T11:23:11.474" v="16" actId="1076"/>
          <ac:spMkLst>
            <pc:docMk/>
            <pc:sldMk cId="1802556675" sldId="262"/>
            <ac:spMk id="134" creationId="{AD483C53-D09A-A30B-28E5-BCD2D7960D96}"/>
          </ac:spMkLst>
        </pc:spChg>
        <pc:picChg chg="mod">
          <ac:chgData name="David Hedengren" userId="658bef35-c023-4c34-ad89-ec78a9d95ca6" providerId="ADAL" clId="{76B30661-8F29-4766-8FE7-8C942EC36A97}" dt="2025-01-07T11:23:05.242" v="15" actId="14100"/>
          <ac:picMkLst>
            <pc:docMk/>
            <pc:sldMk cId="1802556675" sldId="262"/>
            <ac:picMk id="139" creationId="{5E9A82F7-2BE8-BC54-96DE-3A20F5BB1186}"/>
          </ac:picMkLst>
        </pc:picChg>
      </pc:sldChg>
      <pc:sldChg chg="addSp modSp">
        <pc:chgData name="David Hedengren" userId="658bef35-c023-4c34-ad89-ec78a9d95ca6" providerId="ADAL" clId="{76B30661-8F29-4766-8FE7-8C942EC36A97}" dt="2025-01-07T11:23:12.631" v="17"/>
        <pc:sldMkLst>
          <pc:docMk/>
          <pc:sldMk cId="3348563735" sldId="263"/>
        </pc:sldMkLst>
        <pc:spChg chg="add mod">
          <ac:chgData name="David Hedengren" userId="658bef35-c023-4c34-ad89-ec78a9d95ca6" providerId="ADAL" clId="{76B30661-8F29-4766-8FE7-8C942EC36A97}" dt="2025-01-07T11:23:12.631" v="17"/>
          <ac:spMkLst>
            <pc:docMk/>
            <pc:sldMk cId="3348563735" sldId="263"/>
            <ac:spMk id="27" creationId="{AB1C25F3-4FFE-E565-F2FB-08FBAEEB1DB1}"/>
          </ac:spMkLst>
        </pc:spChg>
      </pc:sldChg>
      <pc:sldChg chg="addSp modSp">
        <pc:chgData name="David Hedengren" userId="658bef35-c023-4c34-ad89-ec78a9d95ca6" providerId="ADAL" clId="{76B30661-8F29-4766-8FE7-8C942EC36A97}" dt="2025-01-07T11:23:17.340" v="20"/>
        <pc:sldMkLst>
          <pc:docMk/>
          <pc:sldMk cId="2073526260" sldId="264"/>
        </pc:sldMkLst>
        <pc:spChg chg="add mod">
          <ac:chgData name="David Hedengren" userId="658bef35-c023-4c34-ad89-ec78a9d95ca6" providerId="ADAL" clId="{76B30661-8F29-4766-8FE7-8C942EC36A97}" dt="2025-01-07T11:23:17.340" v="20"/>
          <ac:spMkLst>
            <pc:docMk/>
            <pc:sldMk cId="2073526260" sldId="264"/>
            <ac:spMk id="5" creationId="{3CD153CE-4ADF-0653-B5F4-99EBDA797FDF}"/>
          </ac:spMkLst>
        </pc:spChg>
      </pc:sldChg>
      <pc:sldChg chg="addSp modSp">
        <pc:chgData name="David Hedengren" userId="658bef35-c023-4c34-ad89-ec78a9d95ca6" providerId="ADAL" clId="{76B30661-8F29-4766-8FE7-8C942EC36A97}" dt="2025-01-07T11:23:14.517" v="18"/>
        <pc:sldMkLst>
          <pc:docMk/>
          <pc:sldMk cId="2979811177" sldId="265"/>
        </pc:sldMkLst>
        <pc:spChg chg="add mod">
          <ac:chgData name="David Hedengren" userId="658bef35-c023-4c34-ad89-ec78a9d95ca6" providerId="ADAL" clId="{76B30661-8F29-4766-8FE7-8C942EC36A97}" dt="2025-01-07T11:23:14.517" v="18"/>
          <ac:spMkLst>
            <pc:docMk/>
            <pc:sldMk cId="2979811177" sldId="265"/>
            <ac:spMk id="5" creationId="{DDC5543F-0947-5A69-F43A-992E6FA8A03A}"/>
          </ac:spMkLst>
        </pc:spChg>
      </pc:sldChg>
      <pc:sldChg chg="addSp modSp">
        <pc:chgData name="David Hedengren" userId="658bef35-c023-4c34-ad89-ec78a9d95ca6" providerId="ADAL" clId="{76B30661-8F29-4766-8FE7-8C942EC36A97}" dt="2025-01-07T11:23:25.570" v="26"/>
        <pc:sldMkLst>
          <pc:docMk/>
          <pc:sldMk cId="2588217800" sldId="266"/>
        </pc:sldMkLst>
        <pc:spChg chg="add mod">
          <ac:chgData name="David Hedengren" userId="658bef35-c023-4c34-ad89-ec78a9d95ca6" providerId="ADAL" clId="{76B30661-8F29-4766-8FE7-8C942EC36A97}" dt="2025-01-07T11:23:25.570" v="26"/>
          <ac:spMkLst>
            <pc:docMk/>
            <pc:sldMk cId="2588217800" sldId="266"/>
            <ac:spMk id="116" creationId="{4AFABC27-3C75-2CBA-C9B8-1B6417BF8CC5}"/>
          </ac:spMkLst>
        </pc:spChg>
      </pc:sldChg>
      <pc:sldChg chg="addSp modSp">
        <pc:chgData name="David Hedengren" userId="658bef35-c023-4c34-ad89-ec78a9d95ca6" providerId="ADAL" clId="{76B30661-8F29-4766-8FE7-8C942EC36A97}" dt="2025-01-07T11:23:20.760" v="22"/>
        <pc:sldMkLst>
          <pc:docMk/>
          <pc:sldMk cId="3805588057" sldId="267"/>
        </pc:sldMkLst>
        <pc:spChg chg="add mod">
          <ac:chgData name="David Hedengren" userId="658bef35-c023-4c34-ad89-ec78a9d95ca6" providerId="ADAL" clId="{76B30661-8F29-4766-8FE7-8C942EC36A97}" dt="2025-01-07T11:23:20.760" v="22"/>
          <ac:spMkLst>
            <pc:docMk/>
            <pc:sldMk cId="3805588057" sldId="267"/>
            <ac:spMk id="9" creationId="{2453B94D-4742-54CA-9D21-8C71DCED946C}"/>
          </ac:spMkLst>
        </pc:spChg>
      </pc:sldChg>
      <pc:sldChg chg="addSp modSp">
        <pc:chgData name="David Hedengren" userId="658bef35-c023-4c34-ad89-ec78a9d95ca6" providerId="ADAL" clId="{76B30661-8F29-4766-8FE7-8C942EC36A97}" dt="2025-01-07T11:23:19.673" v="21"/>
        <pc:sldMkLst>
          <pc:docMk/>
          <pc:sldMk cId="1876682219" sldId="270"/>
        </pc:sldMkLst>
        <pc:spChg chg="add mod">
          <ac:chgData name="David Hedengren" userId="658bef35-c023-4c34-ad89-ec78a9d95ca6" providerId="ADAL" clId="{76B30661-8F29-4766-8FE7-8C942EC36A97}" dt="2025-01-07T11:23:19.673" v="21"/>
          <ac:spMkLst>
            <pc:docMk/>
            <pc:sldMk cId="1876682219" sldId="270"/>
            <ac:spMk id="3" creationId="{B69F6786-C3EC-A83D-F89F-99EAB530B9C8}"/>
          </ac:spMkLst>
        </pc:spChg>
      </pc:sldChg>
      <pc:sldChg chg="addSp modSp">
        <pc:chgData name="David Hedengren" userId="658bef35-c023-4c34-ad89-ec78a9d95ca6" providerId="ADAL" clId="{76B30661-8F29-4766-8FE7-8C942EC36A97}" dt="2025-01-07T11:23:23.368" v="24"/>
        <pc:sldMkLst>
          <pc:docMk/>
          <pc:sldMk cId="490731367" sldId="271"/>
        </pc:sldMkLst>
        <pc:spChg chg="add mod">
          <ac:chgData name="David Hedengren" userId="658bef35-c023-4c34-ad89-ec78a9d95ca6" providerId="ADAL" clId="{76B30661-8F29-4766-8FE7-8C942EC36A97}" dt="2025-01-07T11:23:23.368" v="24"/>
          <ac:spMkLst>
            <pc:docMk/>
            <pc:sldMk cId="490731367" sldId="271"/>
            <ac:spMk id="3" creationId="{6E38450F-550C-DA71-055E-597DAF96C4FE}"/>
          </ac:spMkLst>
        </pc:spChg>
      </pc:sldChg>
      <pc:sldChg chg="addSp modSp">
        <pc:chgData name="David Hedengren" userId="658bef35-c023-4c34-ad89-ec78a9d95ca6" providerId="ADAL" clId="{76B30661-8F29-4766-8FE7-8C942EC36A97}" dt="2025-01-07T11:23:22.065" v="23"/>
        <pc:sldMkLst>
          <pc:docMk/>
          <pc:sldMk cId="1299977420" sldId="272"/>
        </pc:sldMkLst>
        <pc:spChg chg="add mod">
          <ac:chgData name="David Hedengren" userId="658bef35-c023-4c34-ad89-ec78a9d95ca6" providerId="ADAL" clId="{76B30661-8F29-4766-8FE7-8C942EC36A97}" dt="2025-01-07T11:23:22.065" v="23"/>
          <ac:spMkLst>
            <pc:docMk/>
            <pc:sldMk cId="1299977420" sldId="272"/>
            <ac:spMk id="6" creationId="{930B59B9-ADF9-60FC-27F7-DBCFC47DF97B}"/>
          </ac:spMkLst>
        </pc:spChg>
      </pc:sldChg>
      <pc:sldChg chg="addSp modSp">
        <pc:chgData name="David Hedengren" userId="658bef35-c023-4c34-ad89-ec78a9d95ca6" providerId="ADAL" clId="{76B30661-8F29-4766-8FE7-8C942EC36A97}" dt="2025-01-07T11:23:34.870" v="30"/>
        <pc:sldMkLst>
          <pc:docMk/>
          <pc:sldMk cId="343047426" sldId="273"/>
        </pc:sldMkLst>
        <pc:spChg chg="add mod">
          <ac:chgData name="David Hedengren" userId="658bef35-c023-4c34-ad89-ec78a9d95ca6" providerId="ADAL" clId="{76B30661-8F29-4766-8FE7-8C942EC36A97}" dt="2025-01-07T11:23:34.870" v="30"/>
          <ac:spMkLst>
            <pc:docMk/>
            <pc:sldMk cId="343047426" sldId="273"/>
            <ac:spMk id="4" creationId="{CEC74555-9948-4397-5BE3-5B882507D6D0}"/>
          </ac:spMkLst>
        </pc:spChg>
      </pc:sldChg>
      <pc:sldChg chg="addSp modSp">
        <pc:chgData name="David Hedengren" userId="658bef35-c023-4c34-ad89-ec78a9d95ca6" providerId="ADAL" clId="{76B30661-8F29-4766-8FE7-8C942EC36A97}" dt="2025-01-07T11:23:15.804" v="19"/>
        <pc:sldMkLst>
          <pc:docMk/>
          <pc:sldMk cId="3620691155" sldId="275"/>
        </pc:sldMkLst>
        <pc:spChg chg="add mod">
          <ac:chgData name="David Hedengren" userId="658bef35-c023-4c34-ad89-ec78a9d95ca6" providerId="ADAL" clId="{76B30661-8F29-4766-8FE7-8C942EC36A97}" dt="2025-01-07T11:23:15.804" v="19"/>
          <ac:spMkLst>
            <pc:docMk/>
            <pc:sldMk cId="3620691155" sldId="275"/>
            <ac:spMk id="115" creationId="{5AD1DBA2-9119-4A5A-6F69-8525D401BC10}"/>
          </ac:spMkLst>
        </pc:spChg>
      </pc:sldChg>
      <pc:sldChg chg="addSp modSp">
        <pc:chgData name="David Hedengren" userId="658bef35-c023-4c34-ad89-ec78a9d95ca6" providerId="ADAL" clId="{76B30661-8F29-4766-8FE7-8C942EC36A97}" dt="2025-01-07T11:22:31.786" v="4"/>
        <pc:sldMkLst>
          <pc:docMk/>
          <pc:sldMk cId="785987517" sldId="276"/>
        </pc:sldMkLst>
        <pc:spChg chg="add mod">
          <ac:chgData name="David Hedengren" userId="658bef35-c023-4c34-ad89-ec78a9d95ca6" providerId="ADAL" clId="{76B30661-8F29-4766-8FE7-8C942EC36A97}" dt="2025-01-07T11:22:31.786" v="4"/>
          <ac:spMkLst>
            <pc:docMk/>
            <pc:sldMk cId="785987517" sldId="276"/>
            <ac:spMk id="3" creationId="{CF283C29-8A15-D980-F22E-817511C1F3CC}"/>
          </ac:spMkLst>
        </pc:spChg>
      </pc:sldChg>
      <pc:sldChg chg="addSp modSp">
        <pc:chgData name="David Hedengren" userId="658bef35-c023-4c34-ad89-ec78a9d95ca6" providerId="ADAL" clId="{76B30661-8F29-4766-8FE7-8C942EC36A97}" dt="2025-01-07T11:22:34.070" v="6"/>
        <pc:sldMkLst>
          <pc:docMk/>
          <pc:sldMk cId="1668156926" sldId="277"/>
        </pc:sldMkLst>
        <pc:spChg chg="add mod">
          <ac:chgData name="David Hedengren" userId="658bef35-c023-4c34-ad89-ec78a9d95ca6" providerId="ADAL" clId="{76B30661-8F29-4766-8FE7-8C942EC36A97}" dt="2025-01-07T11:22:34.070" v="6"/>
          <ac:spMkLst>
            <pc:docMk/>
            <pc:sldMk cId="1668156926" sldId="277"/>
            <ac:spMk id="7" creationId="{DCE64BB4-F498-9134-CAE3-C5084CCA6F6B}"/>
          </ac:spMkLst>
        </pc:spChg>
      </pc:sldChg>
      <pc:sldChg chg="addSp modSp">
        <pc:chgData name="David Hedengren" userId="658bef35-c023-4c34-ad89-ec78a9d95ca6" providerId="ADAL" clId="{76B30661-8F29-4766-8FE7-8C942EC36A97}" dt="2025-01-07T11:22:38.799" v="7"/>
        <pc:sldMkLst>
          <pc:docMk/>
          <pc:sldMk cId="1696894385" sldId="278"/>
        </pc:sldMkLst>
        <pc:spChg chg="add mod">
          <ac:chgData name="David Hedengren" userId="658bef35-c023-4c34-ad89-ec78a9d95ca6" providerId="ADAL" clId="{76B30661-8F29-4766-8FE7-8C942EC36A97}" dt="2025-01-07T11:22:38.799" v="7"/>
          <ac:spMkLst>
            <pc:docMk/>
            <pc:sldMk cId="1696894385" sldId="278"/>
            <ac:spMk id="2" creationId="{A59E4408-9726-E3CC-6ED4-32D35A73FC6C}"/>
          </ac:spMkLst>
        </pc:spChg>
      </pc:sldChg>
      <pc:sldChg chg="addSp modSp">
        <pc:chgData name="David Hedengren" userId="658bef35-c023-4c34-ad89-ec78a9d95ca6" providerId="ADAL" clId="{76B30661-8F29-4766-8FE7-8C942EC36A97}" dt="2025-01-07T11:23:31.751" v="29"/>
        <pc:sldMkLst>
          <pc:docMk/>
          <pc:sldMk cId="1056074600" sldId="280"/>
        </pc:sldMkLst>
        <pc:spChg chg="add mod">
          <ac:chgData name="David Hedengren" userId="658bef35-c023-4c34-ad89-ec78a9d95ca6" providerId="ADAL" clId="{76B30661-8F29-4766-8FE7-8C942EC36A97}" dt="2025-01-07T11:23:31.751" v="29"/>
          <ac:spMkLst>
            <pc:docMk/>
            <pc:sldMk cId="1056074600" sldId="280"/>
            <ac:spMk id="3" creationId="{AFF2071F-E3B4-C9F5-0DB2-AA9591047F43}"/>
          </ac:spMkLst>
        </pc:spChg>
      </pc:sldChg>
      <pc:sldChg chg="addSp modSp">
        <pc:chgData name="David Hedengren" userId="658bef35-c023-4c34-ad89-ec78a9d95ca6" providerId="ADAL" clId="{76B30661-8F29-4766-8FE7-8C942EC36A97}" dt="2025-01-07T11:23:24.485" v="25"/>
        <pc:sldMkLst>
          <pc:docMk/>
          <pc:sldMk cId="3880573560" sldId="281"/>
        </pc:sldMkLst>
        <pc:spChg chg="add mod">
          <ac:chgData name="David Hedengren" userId="658bef35-c023-4c34-ad89-ec78a9d95ca6" providerId="ADAL" clId="{76B30661-8F29-4766-8FE7-8C942EC36A97}" dt="2025-01-07T11:23:24.485" v="25"/>
          <ac:spMkLst>
            <pc:docMk/>
            <pc:sldMk cId="3880573560" sldId="281"/>
            <ac:spMk id="16" creationId="{33F8387E-C116-FCDD-A4BD-5DF7D1827D7F}"/>
          </ac:spMkLst>
        </pc:spChg>
      </pc:sldChg>
      <pc:sldChg chg="addSp modSp">
        <pc:chgData name="David Hedengren" userId="658bef35-c023-4c34-ad89-ec78a9d95ca6" providerId="ADAL" clId="{76B30661-8F29-4766-8FE7-8C942EC36A97}" dt="2025-01-07T11:23:30.717" v="28"/>
        <pc:sldMkLst>
          <pc:docMk/>
          <pc:sldMk cId="541563152" sldId="282"/>
        </pc:sldMkLst>
        <pc:spChg chg="add mod">
          <ac:chgData name="David Hedengren" userId="658bef35-c023-4c34-ad89-ec78a9d95ca6" providerId="ADAL" clId="{76B30661-8F29-4766-8FE7-8C942EC36A97}" dt="2025-01-07T11:23:30.717" v="28"/>
          <ac:spMkLst>
            <pc:docMk/>
            <pc:sldMk cId="541563152" sldId="282"/>
            <ac:spMk id="2" creationId="{DF199E0D-1618-EAB5-9020-6B2BDCF077C6}"/>
          </ac:spMkLst>
        </pc:spChg>
      </pc:sldChg>
      <pc:sldChg chg="addSp modSp">
        <pc:chgData name="David Hedengren" userId="658bef35-c023-4c34-ad89-ec78a9d95ca6" providerId="ADAL" clId="{76B30661-8F29-4766-8FE7-8C942EC36A97}" dt="2025-01-07T11:23:26.875" v="27"/>
        <pc:sldMkLst>
          <pc:docMk/>
          <pc:sldMk cId="567126150" sldId="283"/>
        </pc:sldMkLst>
        <pc:spChg chg="add mod">
          <ac:chgData name="David Hedengren" userId="658bef35-c023-4c34-ad89-ec78a9d95ca6" providerId="ADAL" clId="{76B30661-8F29-4766-8FE7-8C942EC36A97}" dt="2025-01-07T11:23:26.875" v="27"/>
          <ac:spMkLst>
            <pc:docMk/>
            <pc:sldMk cId="567126150" sldId="283"/>
            <ac:spMk id="2" creationId="{B19C4072-3766-563B-21BE-00AD5F725B75}"/>
          </ac:spMkLst>
        </pc:spChg>
      </pc:sldChg>
    </pc:docChg>
  </pc:docChgLst>
  <pc:docChgLst>
    <pc:chgData name="David Hedengren" userId="658bef35-c023-4c34-ad89-ec78a9d95ca6" providerId="ADAL" clId="{8317C74B-24CA-4633-BE11-49587EB7BA64}"/>
    <pc:docChg chg="undo redo custSel addSld delSld modSld sldOrd">
      <pc:chgData name="David Hedengren" userId="658bef35-c023-4c34-ad89-ec78a9d95ca6" providerId="ADAL" clId="{8317C74B-24CA-4633-BE11-49587EB7BA64}" dt="2024-12-10T14:36:08.556" v="2706" actId="20577"/>
      <pc:docMkLst>
        <pc:docMk/>
      </pc:docMkLst>
      <pc:sldChg chg="addSp delSp modSp add mod setBg delAnim modAnim">
        <pc:chgData name="David Hedengren" userId="658bef35-c023-4c34-ad89-ec78a9d95ca6" providerId="ADAL" clId="{8317C74B-24CA-4633-BE11-49587EB7BA64}" dt="2024-12-08T19:21:23.237" v="898" actId="20577"/>
        <pc:sldMkLst>
          <pc:docMk/>
          <pc:sldMk cId="129988341" sldId="256"/>
        </pc:sldMkLst>
        <pc:spChg chg="mod">
          <ac:chgData name="David Hedengren" userId="658bef35-c023-4c34-ad89-ec78a9d95ca6" providerId="ADAL" clId="{8317C74B-24CA-4633-BE11-49587EB7BA64}" dt="2024-12-06T09:46:57.822" v="613" actId="1076"/>
          <ac:spMkLst>
            <pc:docMk/>
            <pc:sldMk cId="129988341" sldId="256"/>
            <ac:spMk id="2" creationId="{3A9A97EA-8FE7-9B7F-6939-EAD4E2B00AEF}"/>
          </ac:spMkLst>
        </pc:spChg>
        <pc:spChg chg="del mod">
          <ac:chgData name="David Hedengren" userId="658bef35-c023-4c34-ad89-ec78a9d95ca6" providerId="ADAL" clId="{8317C74B-24CA-4633-BE11-49587EB7BA64}" dt="2024-12-06T09:23:49.523" v="226" actId="478"/>
          <ac:spMkLst>
            <pc:docMk/>
            <pc:sldMk cId="129988341" sldId="256"/>
            <ac:spMk id="3" creationId="{F1AFB33B-686D-DBBF-AD09-A9A40F47EAE2}"/>
          </ac:spMkLst>
        </pc:spChg>
        <pc:spChg chg="add del mod">
          <ac:chgData name="David Hedengren" userId="658bef35-c023-4c34-ad89-ec78a9d95ca6" providerId="ADAL" clId="{8317C74B-24CA-4633-BE11-49587EB7BA64}" dt="2024-12-06T09:23:37.154" v="202"/>
          <ac:spMkLst>
            <pc:docMk/>
            <pc:sldMk cId="129988341" sldId="256"/>
            <ac:spMk id="7" creationId="{EC96C1C8-BA9D-3520-1F19-7D45324E6BA4}"/>
          </ac:spMkLst>
        </pc:spChg>
        <pc:spChg chg="add del mod">
          <ac:chgData name="David Hedengren" userId="658bef35-c023-4c34-ad89-ec78a9d95ca6" providerId="ADAL" clId="{8317C74B-24CA-4633-BE11-49587EB7BA64}" dt="2024-12-06T09:44:51.447" v="537" actId="478"/>
          <ac:spMkLst>
            <pc:docMk/>
            <pc:sldMk cId="129988341" sldId="256"/>
            <ac:spMk id="8" creationId="{A863A537-D100-BAA9-9912-63E6CF91BCFD}"/>
          </ac:spMkLst>
        </pc:spChg>
        <pc:spChg chg="add mod">
          <ac:chgData name="David Hedengren" userId="658bef35-c023-4c34-ad89-ec78a9d95ca6" providerId="ADAL" clId="{8317C74B-24CA-4633-BE11-49587EB7BA64}" dt="2024-12-06T09:47:05.359" v="614" actId="1076"/>
          <ac:spMkLst>
            <pc:docMk/>
            <pc:sldMk cId="129988341" sldId="256"/>
            <ac:spMk id="9" creationId="{A4805946-44FD-2A0D-6AE1-867D7FD3E4BA}"/>
          </ac:spMkLst>
        </pc:spChg>
        <pc:spChg chg="add mod">
          <ac:chgData name="David Hedengren" userId="658bef35-c023-4c34-ad89-ec78a9d95ca6" providerId="ADAL" clId="{8317C74B-24CA-4633-BE11-49587EB7BA64}" dt="2024-12-06T09:47:05.359" v="614" actId="1076"/>
          <ac:spMkLst>
            <pc:docMk/>
            <pc:sldMk cId="129988341" sldId="256"/>
            <ac:spMk id="10" creationId="{E72380F0-3EB6-7EED-81B1-BDE1C8FB02C0}"/>
          </ac:spMkLst>
        </pc:spChg>
        <pc:spChg chg="add del">
          <ac:chgData name="David Hedengren" userId="658bef35-c023-4c34-ad89-ec78a9d95ca6" providerId="ADAL" clId="{8317C74B-24CA-4633-BE11-49587EB7BA64}" dt="2024-12-06T09:22:52.046" v="175" actId="26606"/>
          <ac:spMkLst>
            <pc:docMk/>
            <pc:sldMk cId="129988341" sldId="256"/>
            <ac:spMk id="11" creationId="{F8446B12-7391-4711-8B31-112A0B896C76}"/>
          </ac:spMkLst>
        </pc:spChg>
        <pc:spChg chg="add del mod">
          <ac:chgData name="David Hedengren" userId="658bef35-c023-4c34-ad89-ec78a9d95ca6" providerId="ADAL" clId="{8317C74B-24CA-4633-BE11-49587EB7BA64}" dt="2024-12-06T09:44:52.944" v="538" actId="478"/>
          <ac:spMkLst>
            <pc:docMk/>
            <pc:sldMk cId="129988341" sldId="256"/>
            <ac:spMk id="12" creationId="{DCD9D69F-E20C-CEC5-7218-C4B8C11982C1}"/>
          </ac:spMkLst>
        </pc:spChg>
        <pc:spChg chg="add mod">
          <ac:chgData name="David Hedengren" userId="658bef35-c023-4c34-ad89-ec78a9d95ca6" providerId="ADAL" clId="{8317C74B-24CA-4633-BE11-49587EB7BA64}" dt="2024-12-06T09:47:18.687" v="617" actId="1076"/>
          <ac:spMkLst>
            <pc:docMk/>
            <pc:sldMk cId="129988341" sldId="256"/>
            <ac:spMk id="16" creationId="{552AC051-5F8A-329E-96D0-15688D9CA4F4}"/>
          </ac:spMkLst>
        </pc:spChg>
        <pc:spChg chg="add mod">
          <ac:chgData name="David Hedengren" userId="658bef35-c023-4c34-ad89-ec78a9d95ca6" providerId="ADAL" clId="{8317C74B-24CA-4633-BE11-49587EB7BA64}" dt="2024-12-06T09:47:18.687" v="617" actId="1076"/>
          <ac:spMkLst>
            <pc:docMk/>
            <pc:sldMk cId="129988341" sldId="256"/>
            <ac:spMk id="17" creationId="{33F12B28-B9FF-E405-5535-3EAC597066F9}"/>
          </ac:spMkLst>
        </pc:spChg>
        <pc:spChg chg="add del mod">
          <ac:chgData name="David Hedengren" userId="658bef35-c023-4c34-ad89-ec78a9d95ca6" providerId="ADAL" clId="{8317C74B-24CA-4633-BE11-49587EB7BA64}" dt="2024-12-06T09:45:01.300" v="542" actId="478"/>
          <ac:spMkLst>
            <pc:docMk/>
            <pc:sldMk cId="129988341" sldId="256"/>
            <ac:spMk id="18" creationId="{6FDF2ADA-7EFC-7B69-600C-94F701F71514}"/>
          </ac:spMkLst>
        </pc:spChg>
        <pc:spChg chg="add mod">
          <ac:chgData name="David Hedengren" userId="658bef35-c023-4c34-ad89-ec78a9d95ca6" providerId="ADAL" clId="{8317C74B-24CA-4633-BE11-49587EB7BA64}" dt="2024-12-06T09:47:33.375" v="622" actId="1076"/>
          <ac:spMkLst>
            <pc:docMk/>
            <pc:sldMk cId="129988341" sldId="256"/>
            <ac:spMk id="19" creationId="{2B0010E3-9649-A38C-4A85-E196CA0CA7FF}"/>
          </ac:spMkLst>
        </pc:spChg>
        <pc:spChg chg="add mod">
          <ac:chgData name="David Hedengren" userId="658bef35-c023-4c34-ad89-ec78a9d95ca6" providerId="ADAL" clId="{8317C74B-24CA-4633-BE11-49587EB7BA64}" dt="2024-12-08T19:21:23.237" v="898" actId="20577"/>
          <ac:spMkLst>
            <pc:docMk/>
            <pc:sldMk cId="129988341" sldId="256"/>
            <ac:spMk id="20" creationId="{B8650A8B-42AC-EE34-1DCF-5BFDF1C25D3B}"/>
          </ac:spMkLst>
        </pc:spChg>
        <pc:spChg chg="add mod ord">
          <ac:chgData name="David Hedengren" userId="658bef35-c023-4c34-ad89-ec78a9d95ca6" providerId="ADAL" clId="{8317C74B-24CA-4633-BE11-49587EB7BA64}" dt="2024-12-06T09:47:05.359" v="614" actId="1076"/>
          <ac:spMkLst>
            <pc:docMk/>
            <pc:sldMk cId="129988341" sldId="256"/>
            <ac:spMk id="21" creationId="{5CB8C6DF-6FD9-6F51-36DD-15B47A9DB9EA}"/>
          </ac:spMkLst>
        </pc:spChg>
        <pc:spChg chg="add mod">
          <ac:chgData name="David Hedengren" userId="658bef35-c023-4c34-ad89-ec78a9d95ca6" providerId="ADAL" clId="{8317C74B-24CA-4633-BE11-49587EB7BA64}" dt="2024-12-06T09:47:18.687" v="617" actId="1076"/>
          <ac:spMkLst>
            <pc:docMk/>
            <pc:sldMk cId="129988341" sldId="256"/>
            <ac:spMk id="22" creationId="{934BA897-7CE9-6CF6-E8B4-67470F6EDA02}"/>
          </ac:spMkLst>
        </pc:spChg>
        <pc:spChg chg="add mod">
          <ac:chgData name="David Hedengren" userId="658bef35-c023-4c34-ad89-ec78a9d95ca6" providerId="ADAL" clId="{8317C74B-24CA-4633-BE11-49587EB7BA64}" dt="2024-12-06T09:47:33.375" v="622" actId="1076"/>
          <ac:spMkLst>
            <pc:docMk/>
            <pc:sldMk cId="129988341" sldId="256"/>
            <ac:spMk id="23" creationId="{A2BA043D-2AA4-5E3A-2B00-AE91E137D310}"/>
          </ac:spMkLst>
        </pc:spChg>
        <pc:grpChg chg="add del">
          <ac:chgData name="David Hedengren" userId="658bef35-c023-4c34-ad89-ec78a9d95ca6" providerId="ADAL" clId="{8317C74B-24CA-4633-BE11-49587EB7BA64}" dt="2024-12-06T09:22:52.046" v="175" actId="26606"/>
          <ac:grpSpMkLst>
            <pc:docMk/>
            <pc:sldMk cId="129988341" sldId="256"/>
            <ac:grpSpMk id="13" creationId="{4252769E-B9F0-4068-A645-5BBEF16E9C28}"/>
          </ac:grpSpMkLst>
        </pc:grpChg>
        <pc:picChg chg="add del mod">
          <ac:chgData name="David Hedengren" userId="658bef35-c023-4c34-ad89-ec78a9d95ca6" providerId="ADAL" clId="{8317C74B-24CA-4633-BE11-49587EB7BA64}" dt="2024-12-06T09:21:04.456" v="172"/>
          <ac:picMkLst>
            <pc:docMk/>
            <pc:sldMk cId="129988341" sldId="256"/>
            <ac:picMk id="4" creationId="{65428DD8-FAA0-5F05-6A4A-7A5D80D9156D}"/>
          </ac:picMkLst>
        </pc:picChg>
        <pc:picChg chg="add mod">
          <ac:chgData name="David Hedengren" userId="658bef35-c023-4c34-ad89-ec78a9d95ca6" providerId="ADAL" clId="{8317C74B-24CA-4633-BE11-49587EB7BA64}" dt="2024-12-06T09:24:58.275" v="257" actId="1038"/>
          <ac:picMkLst>
            <pc:docMk/>
            <pc:sldMk cId="129988341" sldId="256"/>
            <ac:picMk id="6" creationId="{8B64C0C7-F972-2C7E-E48C-4CCAEF70AE09}"/>
          </ac:picMkLst>
        </pc:picChg>
      </pc:sldChg>
      <pc:sldChg chg="addSp delSp modSp del mod">
        <pc:chgData name="David Hedengren" userId="658bef35-c023-4c34-ad89-ec78a9d95ca6" providerId="ADAL" clId="{8317C74B-24CA-4633-BE11-49587EB7BA64}" dt="2024-12-06T09:16:51.010" v="157" actId="47"/>
        <pc:sldMkLst>
          <pc:docMk/>
          <pc:sldMk cId="3841091875" sldId="256"/>
        </pc:sldMkLst>
        <pc:picChg chg="add mod">
          <ac:chgData name="David Hedengren" userId="658bef35-c023-4c34-ad89-ec78a9d95ca6" providerId="ADAL" clId="{8317C74B-24CA-4633-BE11-49587EB7BA64}" dt="2024-12-06T09:13:06.708" v="93" actId="1076"/>
          <ac:picMkLst>
            <pc:docMk/>
            <pc:sldMk cId="3841091875" sldId="256"/>
            <ac:picMk id="3" creationId="{EC2AFFE0-E52C-3E68-1E80-82B576C6A098}"/>
          </ac:picMkLst>
        </pc:picChg>
        <pc:picChg chg="del">
          <ac:chgData name="David Hedengren" userId="658bef35-c023-4c34-ad89-ec78a9d95ca6" providerId="ADAL" clId="{8317C74B-24CA-4633-BE11-49587EB7BA64}" dt="2024-12-06T09:12:56.318" v="90" actId="478"/>
          <ac:picMkLst>
            <pc:docMk/>
            <pc:sldMk cId="3841091875" sldId="256"/>
            <ac:picMk id="5" creationId="{DA3C44F3-CB28-2CED-F441-8CDD59794917}"/>
          </ac:picMkLst>
        </pc:picChg>
      </pc:sldChg>
      <pc:sldChg chg="addSp delSp modSp mod setBg delDesignElem">
        <pc:chgData name="David Hedengren" userId="658bef35-c023-4c34-ad89-ec78a9d95ca6" providerId="ADAL" clId="{8317C74B-24CA-4633-BE11-49587EB7BA64}" dt="2024-12-06T11:14:21.203" v="768" actId="113"/>
        <pc:sldMkLst>
          <pc:docMk/>
          <pc:sldMk cId="0" sldId="257"/>
        </pc:sldMkLst>
        <pc:spChg chg="mod ord">
          <ac:chgData name="David Hedengren" userId="658bef35-c023-4c34-ad89-ec78a9d95ca6" providerId="ADAL" clId="{8317C74B-24CA-4633-BE11-49587EB7BA64}" dt="2024-12-06T11:14:21.203" v="768" actId="113"/>
          <ac:spMkLst>
            <pc:docMk/>
            <pc:sldMk cId="0" sldId="257"/>
            <ac:spMk id="5" creationId="{00000000-0000-0000-0000-000000000000}"/>
          </ac:spMkLst>
        </pc:spChg>
        <pc:spChg chg="del ord">
          <ac:chgData name="David Hedengren" userId="658bef35-c023-4c34-ad89-ec78a9d95ca6" providerId="ADAL" clId="{8317C74B-24CA-4633-BE11-49587EB7BA64}" dt="2024-12-06T09:06:56.511" v="81" actId="478"/>
          <ac:spMkLst>
            <pc:docMk/>
            <pc:sldMk cId="0" sldId="257"/>
            <ac:spMk id="6" creationId="{00000000-0000-0000-0000-000000000000}"/>
          </ac:spMkLst>
        </pc:spChg>
        <pc:spChg chg="add del">
          <ac:chgData name="David Hedengren" userId="658bef35-c023-4c34-ad89-ec78a9d95ca6" providerId="ADAL" clId="{8317C74B-24CA-4633-BE11-49587EB7BA64}" dt="2024-12-06T09:06:01.394" v="53" actId="26606"/>
          <ac:spMkLst>
            <pc:docMk/>
            <pc:sldMk cId="0" sldId="257"/>
            <ac:spMk id="8" creationId="{AB58EF07-17C2-48CF-ABB0-EEF1F17CB8F0}"/>
          </ac:spMkLst>
        </pc:spChg>
        <pc:spChg chg="add">
          <ac:chgData name="David Hedengren" userId="658bef35-c023-4c34-ad89-ec78a9d95ca6" providerId="ADAL" clId="{8317C74B-24CA-4633-BE11-49587EB7BA64}" dt="2024-12-06T09:32:50.968" v="382" actId="26606"/>
          <ac:spMkLst>
            <pc:docMk/>
            <pc:sldMk cId="0" sldId="257"/>
            <ac:spMk id="9" creationId="{178FB36B-5BFE-42CA-BC60-1115E0D95EEC}"/>
          </ac:spMkLst>
        </pc:spChg>
        <pc:spChg chg="add">
          <ac:chgData name="David Hedengren" userId="658bef35-c023-4c34-ad89-ec78a9d95ca6" providerId="ADAL" clId="{8317C74B-24CA-4633-BE11-49587EB7BA64}" dt="2024-12-06T09:32:50.968" v="382" actId="26606"/>
          <ac:spMkLst>
            <pc:docMk/>
            <pc:sldMk cId="0" sldId="257"/>
            <ac:spMk id="10" creationId="{ECC07320-C2CA-4E29-8481-9D9E143C7788}"/>
          </ac:spMkLst>
        </pc:spChg>
        <pc:spChg chg="add del">
          <ac:chgData name="David Hedengren" userId="658bef35-c023-4c34-ad89-ec78a9d95ca6" providerId="ADAL" clId="{8317C74B-24CA-4633-BE11-49587EB7BA64}" dt="2024-12-06T09:06:01.394" v="53" actId="26606"/>
          <ac:spMkLst>
            <pc:docMk/>
            <pc:sldMk cId="0" sldId="257"/>
            <ac:spMk id="11" creationId="{0671A8AE-40A1-4631-A6B8-581AFF065482}"/>
          </ac:spMkLst>
        </pc:spChg>
        <pc:spChg chg="add del">
          <ac:chgData name="David Hedengren" userId="658bef35-c023-4c34-ad89-ec78a9d95ca6" providerId="ADAL" clId="{8317C74B-24CA-4633-BE11-49587EB7BA64}" dt="2024-12-06T09:06:01.394" v="53" actId="26606"/>
          <ac:spMkLst>
            <pc:docMk/>
            <pc:sldMk cId="0" sldId="257"/>
            <ac:spMk id="15" creationId="{AF2F604E-43BE-4DC3-B983-E071523364F8}"/>
          </ac:spMkLst>
        </pc:spChg>
        <pc:spChg chg="add del">
          <ac:chgData name="David Hedengren" userId="658bef35-c023-4c34-ad89-ec78a9d95ca6" providerId="ADAL" clId="{8317C74B-24CA-4633-BE11-49587EB7BA64}" dt="2024-12-06T09:06:01.394" v="53" actId="26606"/>
          <ac:spMkLst>
            <pc:docMk/>
            <pc:sldMk cId="0" sldId="257"/>
            <ac:spMk id="17" creationId="{08C9B587-E65E-4B52-B37C-ABEBB6E87928}"/>
          </ac:spMkLst>
        </pc:spChg>
        <pc:spChg chg="add del">
          <ac:chgData name="David Hedengren" userId="658bef35-c023-4c34-ad89-ec78a9d95ca6" providerId="ADAL" clId="{8317C74B-24CA-4633-BE11-49587EB7BA64}" dt="2024-12-06T09:06:03.111" v="55" actId="26606"/>
          <ac:spMkLst>
            <pc:docMk/>
            <pc:sldMk cId="0" sldId="257"/>
            <ac:spMk id="19" creationId="{06DA9DF9-31F7-4056-B42E-878CC92417B8}"/>
          </ac:spMkLst>
        </pc:spChg>
        <pc:spChg chg="add del">
          <ac:chgData name="David Hedengren" userId="658bef35-c023-4c34-ad89-ec78a9d95ca6" providerId="ADAL" clId="{8317C74B-24CA-4633-BE11-49587EB7BA64}" dt="2024-12-06T09:06:09.845" v="57" actId="26606"/>
          <ac:spMkLst>
            <pc:docMk/>
            <pc:sldMk cId="0" sldId="257"/>
            <ac:spMk id="21" creationId="{E91DC736-0EF8-4F87-9146-EBF1D2EE4D3D}"/>
          </ac:spMkLst>
        </pc:spChg>
        <pc:spChg chg="add del">
          <ac:chgData name="David Hedengren" userId="658bef35-c023-4c34-ad89-ec78a9d95ca6" providerId="ADAL" clId="{8317C74B-24CA-4633-BE11-49587EB7BA64}" dt="2024-12-06T09:06:09.845" v="57" actId="26606"/>
          <ac:spMkLst>
            <pc:docMk/>
            <pc:sldMk cId="0" sldId="257"/>
            <ac:spMk id="22" creationId="{097CD68E-23E3-4007-8847-CD0944C4F7BE}"/>
          </ac:spMkLst>
        </pc:spChg>
        <pc:spChg chg="add del">
          <ac:chgData name="David Hedengren" userId="658bef35-c023-4c34-ad89-ec78a9d95ca6" providerId="ADAL" clId="{8317C74B-24CA-4633-BE11-49587EB7BA64}" dt="2024-12-06T09:06:09.845" v="57" actId="26606"/>
          <ac:spMkLst>
            <pc:docMk/>
            <pc:sldMk cId="0" sldId="257"/>
            <ac:spMk id="23" creationId="{AF2F604E-43BE-4DC3-B983-E071523364F8}"/>
          </ac:spMkLst>
        </pc:spChg>
        <pc:spChg chg="add del">
          <ac:chgData name="David Hedengren" userId="658bef35-c023-4c34-ad89-ec78a9d95ca6" providerId="ADAL" clId="{8317C74B-24CA-4633-BE11-49587EB7BA64}" dt="2024-12-06T09:06:09.845" v="57" actId="26606"/>
          <ac:spMkLst>
            <pc:docMk/>
            <pc:sldMk cId="0" sldId="257"/>
            <ac:spMk id="24" creationId="{08C9B587-E65E-4B52-B37C-ABEBB6E87928}"/>
          </ac:spMkLst>
        </pc:spChg>
        <pc:spChg chg="add del">
          <ac:chgData name="David Hedengren" userId="658bef35-c023-4c34-ad89-ec78a9d95ca6" providerId="ADAL" clId="{8317C74B-24CA-4633-BE11-49587EB7BA64}" dt="2024-12-06T09:06:11.373" v="59" actId="26606"/>
          <ac:spMkLst>
            <pc:docMk/>
            <pc:sldMk cId="0" sldId="257"/>
            <ac:spMk id="26" creationId="{37C89E4B-3C9F-44B9-8B86-D9E3D112D8EC}"/>
          </ac:spMkLst>
        </pc:spChg>
        <pc:spChg chg="add del">
          <ac:chgData name="David Hedengren" userId="658bef35-c023-4c34-ad89-ec78a9d95ca6" providerId="ADAL" clId="{8317C74B-24CA-4633-BE11-49587EB7BA64}" dt="2024-12-06T09:06:32.665" v="69" actId="26606"/>
          <ac:spMkLst>
            <pc:docMk/>
            <pc:sldMk cId="0" sldId="257"/>
            <ac:spMk id="30" creationId="{32E62931-8EB4-42BB-BAAB-D8757BE66D8E}"/>
          </ac:spMkLst>
        </pc:spChg>
        <pc:spChg chg="add del">
          <ac:chgData name="David Hedengren" userId="658bef35-c023-4c34-ad89-ec78a9d95ca6" providerId="ADAL" clId="{8317C74B-24CA-4633-BE11-49587EB7BA64}" dt="2024-12-06T09:06:29.279" v="64" actId="26606"/>
          <ac:spMkLst>
            <pc:docMk/>
            <pc:sldMk cId="0" sldId="257"/>
            <ac:spMk id="35" creationId="{ECC07320-C2CA-4E29-8481-9D9E143C7788}"/>
          </ac:spMkLst>
        </pc:spChg>
        <pc:spChg chg="add del">
          <ac:chgData name="David Hedengren" userId="658bef35-c023-4c34-ad89-ec78a9d95ca6" providerId="ADAL" clId="{8317C74B-24CA-4633-BE11-49587EB7BA64}" dt="2024-12-06T09:06:32.286" v="66" actId="26606"/>
          <ac:spMkLst>
            <pc:docMk/>
            <pc:sldMk cId="0" sldId="257"/>
            <ac:spMk id="37" creationId="{007891EC-4501-44ED-A8C8-B11B6DB767AB}"/>
          </ac:spMkLst>
        </pc:spChg>
        <pc:spChg chg="add del">
          <ac:chgData name="David Hedengren" userId="658bef35-c023-4c34-ad89-ec78a9d95ca6" providerId="ADAL" clId="{8317C74B-24CA-4633-BE11-49587EB7BA64}" dt="2024-12-06T09:06:32.286" v="66" actId="26606"/>
          <ac:spMkLst>
            <pc:docMk/>
            <pc:sldMk cId="0" sldId="257"/>
            <ac:spMk id="38" creationId="{C1DD1A8A-57D5-4A81-AD04-532B043C5611}"/>
          </ac:spMkLst>
        </pc:spChg>
        <pc:spChg chg="add del">
          <ac:chgData name="David Hedengren" userId="658bef35-c023-4c34-ad89-ec78a9d95ca6" providerId="ADAL" clId="{8317C74B-24CA-4633-BE11-49587EB7BA64}" dt="2024-12-06T09:06:32.661" v="68" actId="26606"/>
          <ac:spMkLst>
            <pc:docMk/>
            <pc:sldMk cId="0" sldId="257"/>
            <ac:spMk id="40" creationId="{06DA9DF9-31F7-4056-B42E-878CC92417B8}"/>
          </ac:spMkLst>
        </pc:spChg>
        <pc:spChg chg="add del">
          <ac:chgData name="David Hedengren" userId="658bef35-c023-4c34-ad89-ec78a9d95ca6" providerId="ADAL" clId="{8317C74B-24CA-4633-BE11-49587EB7BA64}" dt="2024-12-06T09:06:43.138" v="76" actId="26606"/>
          <ac:spMkLst>
            <pc:docMk/>
            <pc:sldMk cId="0" sldId="257"/>
            <ac:spMk id="42" creationId="{C1DD1A8A-57D5-4A81-AD04-532B043C5611}"/>
          </ac:spMkLst>
        </pc:spChg>
        <pc:spChg chg="add del">
          <ac:chgData name="David Hedengren" userId="658bef35-c023-4c34-ad89-ec78a9d95ca6" providerId="ADAL" clId="{8317C74B-24CA-4633-BE11-49587EB7BA64}" dt="2024-12-06T09:06:43.138" v="76" actId="26606"/>
          <ac:spMkLst>
            <pc:docMk/>
            <pc:sldMk cId="0" sldId="257"/>
            <ac:spMk id="43" creationId="{007891EC-4501-44ED-A8C8-B11B6DB767AB}"/>
          </ac:spMkLst>
        </pc:spChg>
        <pc:spChg chg="add del">
          <ac:chgData name="David Hedengren" userId="658bef35-c023-4c34-ad89-ec78a9d95ca6" providerId="ADAL" clId="{8317C74B-24CA-4633-BE11-49587EB7BA64}" dt="2024-12-06T09:06:40.872" v="73" actId="26606"/>
          <ac:spMkLst>
            <pc:docMk/>
            <pc:sldMk cId="0" sldId="257"/>
            <ac:spMk id="48" creationId="{32E62931-8EB4-42BB-BAAB-D8757BE66D8E}"/>
          </ac:spMkLst>
        </pc:spChg>
        <pc:spChg chg="add del">
          <ac:chgData name="David Hedengren" userId="658bef35-c023-4c34-ad89-ec78a9d95ca6" providerId="ADAL" clId="{8317C74B-24CA-4633-BE11-49587EB7BA64}" dt="2024-12-06T09:06:43.134" v="75" actId="26606"/>
          <ac:spMkLst>
            <pc:docMk/>
            <pc:sldMk cId="0" sldId="257"/>
            <ac:spMk id="50" creationId="{06DA9DF9-31F7-4056-B42E-878CC92417B8}"/>
          </ac:spMkLst>
        </pc:spChg>
        <pc:spChg chg="add del">
          <ac:chgData name="David Hedengren" userId="658bef35-c023-4c34-ad89-ec78a9d95ca6" providerId="ADAL" clId="{8317C74B-24CA-4633-BE11-49587EB7BA64}" dt="2024-12-06T09:24:37.552" v="239"/>
          <ac:spMkLst>
            <pc:docMk/>
            <pc:sldMk cId="0" sldId="257"/>
            <ac:spMk id="52" creationId="{ECC07320-C2CA-4E29-8481-9D9E143C7788}"/>
          </ac:spMkLst>
        </pc:spChg>
        <pc:spChg chg="add del">
          <ac:chgData name="David Hedengren" userId="658bef35-c023-4c34-ad89-ec78a9d95ca6" providerId="ADAL" clId="{8317C74B-24CA-4633-BE11-49587EB7BA64}" dt="2024-12-06T09:24:37.552" v="239"/>
          <ac:spMkLst>
            <pc:docMk/>
            <pc:sldMk cId="0" sldId="257"/>
            <ac:spMk id="53" creationId="{178FB36B-5BFE-42CA-BC60-1115E0D95EEC}"/>
          </ac:spMkLst>
        </pc:spChg>
        <pc:picChg chg="add mod ord">
          <ac:chgData name="David Hedengren" userId="658bef35-c023-4c34-ad89-ec78a9d95ca6" providerId="ADAL" clId="{8317C74B-24CA-4633-BE11-49587EB7BA64}" dt="2024-12-06T09:32:50.968" v="382" actId="26606"/>
          <ac:picMkLst>
            <pc:docMk/>
            <pc:sldMk cId="0" sldId="257"/>
            <ac:picMk id="3" creationId="{B158E17A-35DF-FF02-3F62-98C3D0D4BD22}"/>
          </ac:picMkLst>
        </pc:picChg>
        <pc:picChg chg="del">
          <ac:chgData name="David Hedengren" userId="658bef35-c023-4c34-ad89-ec78a9d95ca6" providerId="ADAL" clId="{8317C74B-24CA-4633-BE11-49587EB7BA64}" dt="2024-12-06T09:05:54.267" v="49" actId="478"/>
          <ac:picMkLst>
            <pc:docMk/>
            <pc:sldMk cId="0" sldId="257"/>
            <ac:picMk id="7" creationId="{B08806BA-A50C-2EC1-803B-111CED54FD72}"/>
          </ac:picMkLst>
        </pc:picChg>
        <pc:cxnChg chg="add del">
          <ac:chgData name="David Hedengren" userId="658bef35-c023-4c34-ad89-ec78a9d95ca6" providerId="ADAL" clId="{8317C74B-24CA-4633-BE11-49587EB7BA64}" dt="2024-12-06T09:06:11.373" v="59" actId="26606"/>
          <ac:cxnSpMkLst>
            <pc:docMk/>
            <pc:sldMk cId="0" sldId="257"/>
            <ac:cxnSpMk id="27" creationId="{AA2EAA10-076F-46BD-8F0F-B9A2FB77A85C}"/>
          </ac:cxnSpMkLst>
        </pc:cxnChg>
        <pc:cxnChg chg="add del">
          <ac:chgData name="David Hedengren" userId="658bef35-c023-4c34-ad89-ec78a9d95ca6" providerId="ADAL" clId="{8317C74B-24CA-4633-BE11-49587EB7BA64}" dt="2024-12-06T09:06:11.373" v="59" actId="26606"/>
          <ac:cxnSpMkLst>
            <pc:docMk/>
            <pc:sldMk cId="0" sldId="257"/>
            <ac:cxnSpMk id="28" creationId="{D891E407-403B-4764-86C9-33A56D3BCAA3}"/>
          </ac:cxnSpMkLst>
        </pc:cxnChg>
      </pc:sldChg>
      <pc:sldChg chg="modSp del mod">
        <pc:chgData name="David Hedengren" userId="658bef35-c023-4c34-ad89-ec78a9d95ca6" providerId="ADAL" clId="{8317C74B-24CA-4633-BE11-49587EB7BA64}" dt="2024-12-06T09:25:03.574" v="258" actId="47"/>
        <pc:sldMkLst>
          <pc:docMk/>
          <pc:sldMk cId="0" sldId="258"/>
        </pc:sldMkLst>
        <pc:spChg chg="mod">
          <ac:chgData name="David Hedengren" userId="658bef35-c023-4c34-ad89-ec78a9d95ca6" providerId="ADAL" clId="{8317C74B-24CA-4633-BE11-49587EB7BA64}" dt="2024-12-06T09:17:18.047" v="166" actId="14100"/>
          <ac:spMkLst>
            <pc:docMk/>
            <pc:sldMk cId="0" sldId="258"/>
            <ac:spMk id="8" creationId="{FADFE567-9EEE-E633-D9DE-93EAA8369499}"/>
          </ac:spMkLst>
        </pc:spChg>
        <pc:spChg chg="mod">
          <ac:chgData name="David Hedengren" userId="658bef35-c023-4c34-ad89-ec78a9d95ca6" providerId="ADAL" clId="{8317C74B-24CA-4633-BE11-49587EB7BA64}" dt="2024-12-06T09:18:44.934" v="167" actId="404"/>
          <ac:spMkLst>
            <pc:docMk/>
            <pc:sldMk cId="0" sldId="258"/>
            <ac:spMk id="20" creationId="{6F53EC57-A078-E236-D769-0FF73C8EDD9B}"/>
          </ac:spMkLst>
        </pc:spChg>
        <pc:spChg chg="mod">
          <ac:chgData name="David Hedengren" userId="658bef35-c023-4c34-ad89-ec78a9d95ca6" providerId="ADAL" clId="{8317C74B-24CA-4633-BE11-49587EB7BA64}" dt="2024-12-06T09:18:50.182" v="168" actId="404"/>
          <ac:spMkLst>
            <pc:docMk/>
            <pc:sldMk cId="0" sldId="258"/>
            <ac:spMk id="24" creationId="{41113C29-A743-0E30-9DA3-62DC99233A05}"/>
          </ac:spMkLst>
        </pc:spChg>
        <pc:spChg chg="mod">
          <ac:chgData name="David Hedengren" userId="658bef35-c023-4c34-ad89-ec78a9d95ca6" providerId="ADAL" clId="{8317C74B-24CA-4633-BE11-49587EB7BA64}" dt="2024-12-06T09:18:51.927" v="169" actId="404"/>
          <ac:spMkLst>
            <pc:docMk/>
            <pc:sldMk cId="0" sldId="258"/>
            <ac:spMk id="28" creationId="{CD5670DD-86C0-871E-516B-331C036F07AA}"/>
          </ac:spMkLst>
        </pc:spChg>
      </pc:sldChg>
      <pc:sldChg chg="addSp delSp modSp del mod delAnim">
        <pc:chgData name="David Hedengren" userId="658bef35-c023-4c34-ad89-ec78a9d95ca6" providerId="ADAL" clId="{8317C74B-24CA-4633-BE11-49587EB7BA64}" dt="2024-12-06T09:42:08.253" v="486" actId="47"/>
        <pc:sldMkLst>
          <pc:docMk/>
          <pc:sldMk cId="1276726258" sldId="259"/>
        </pc:sldMkLst>
        <pc:spChg chg="mod">
          <ac:chgData name="David Hedengren" userId="658bef35-c023-4c34-ad89-ec78a9d95ca6" providerId="ADAL" clId="{8317C74B-24CA-4633-BE11-49587EB7BA64}" dt="2024-12-06T09:33:54.420" v="387" actId="1076"/>
          <ac:spMkLst>
            <pc:docMk/>
            <pc:sldMk cId="1276726258" sldId="259"/>
            <ac:spMk id="2" creationId="{537C2493-90A2-0F74-4FBF-A2EFE34AF956}"/>
          </ac:spMkLst>
        </pc:spChg>
        <pc:spChg chg="add mod">
          <ac:chgData name="David Hedengren" userId="658bef35-c023-4c34-ad89-ec78a9d95ca6" providerId="ADAL" clId="{8317C74B-24CA-4633-BE11-49587EB7BA64}" dt="2024-12-06T09:39:05.417" v="446" actId="208"/>
          <ac:spMkLst>
            <pc:docMk/>
            <pc:sldMk cId="1276726258" sldId="259"/>
            <ac:spMk id="3" creationId="{2316E5F4-C23C-425C-D7B4-D5C9C96FAAE5}"/>
          </ac:spMkLst>
        </pc:spChg>
        <pc:spChg chg="add mod">
          <ac:chgData name="David Hedengren" userId="658bef35-c023-4c34-ad89-ec78a9d95ca6" providerId="ADAL" clId="{8317C74B-24CA-4633-BE11-49587EB7BA64}" dt="2024-12-06T09:39:05.824" v="449" actId="208"/>
          <ac:spMkLst>
            <pc:docMk/>
            <pc:sldMk cId="1276726258" sldId="259"/>
            <ac:spMk id="5" creationId="{ECDF9167-7326-D9F2-BC5E-76D380B51C5F}"/>
          </ac:spMkLst>
        </pc:spChg>
        <pc:spChg chg="add mod">
          <ac:chgData name="David Hedengren" userId="658bef35-c023-4c34-ad89-ec78a9d95ca6" providerId="ADAL" clId="{8317C74B-24CA-4633-BE11-49587EB7BA64}" dt="2024-12-06T09:39:05.824" v="449" actId="208"/>
          <ac:spMkLst>
            <pc:docMk/>
            <pc:sldMk cId="1276726258" sldId="259"/>
            <ac:spMk id="6" creationId="{56EC8A03-5958-430F-5C7A-0C3214479E58}"/>
          </ac:spMkLst>
        </pc:spChg>
        <pc:spChg chg="add mod">
          <ac:chgData name="David Hedengren" userId="658bef35-c023-4c34-ad89-ec78a9d95ca6" providerId="ADAL" clId="{8317C74B-24CA-4633-BE11-49587EB7BA64}" dt="2024-12-06T09:39:05.824" v="449" actId="208"/>
          <ac:spMkLst>
            <pc:docMk/>
            <pc:sldMk cId="1276726258" sldId="259"/>
            <ac:spMk id="7" creationId="{6EEF728D-8352-EA69-5404-CD484951F7A6}"/>
          </ac:spMkLst>
        </pc:spChg>
        <pc:spChg chg="mod">
          <ac:chgData name="David Hedengren" userId="658bef35-c023-4c34-ad89-ec78a9d95ca6" providerId="ADAL" clId="{8317C74B-24CA-4633-BE11-49587EB7BA64}" dt="2024-12-06T09:34:54.614" v="396" actId="1076"/>
          <ac:spMkLst>
            <pc:docMk/>
            <pc:sldMk cId="1276726258" sldId="259"/>
            <ac:spMk id="8" creationId="{F86284F1-9856-7640-C321-3DDDF451B149}"/>
          </ac:spMkLst>
        </pc:spChg>
        <pc:spChg chg="add mod">
          <ac:chgData name="David Hedengren" userId="658bef35-c023-4c34-ad89-ec78a9d95ca6" providerId="ADAL" clId="{8317C74B-24CA-4633-BE11-49587EB7BA64}" dt="2024-12-06T09:39:05.824" v="449" actId="208"/>
          <ac:spMkLst>
            <pc:docMk/>
            <pc:sldMk cId="1276726258" sldId="259"/>
            <ac:spMk id="9" creationId="{DE0D6533-1DF7-9E84-ED66-9C2ADDC2658D}"/>
          </ac:spMkLst>
        </pc:spChg>
        <pc:spChg chg="add mod">
          <ac:chgData name="David Hedengren" userId="658bef35-c023-4c34-ad89-ec78a9d95ca6" providerId="ADAL" clId="{8317C74B-24CA-4633-BE11-49587EB7BA64}" dt="2024-12-06T09:39:05.824" v="449" actId="208"/>
          <ac:spMkLst>
            <pc:docMk/>
            <pc:sldMk cId="1276726258" sldId="259"/>
            <ac:spMk id="10" creationId="{084BAAEF-9CE7-3095-172A-B3C73842BDBE}"/>
          </ac:spMkLst>
        </pc:spChg>
        <pc:spChg chg="mod">
          <ac:chgData name="David Hedengren" userId="658bef35-c023-4c34-ad89-ec78a9d95ca6" providerId="ADAL" clId="{8317C74B-24CA-4633-BE11-49587EB7BA64}" dt="2024-12-06T09:34:54.614" v="396" actId="1076"/>
          <ac:spMkLst>
            <pc:docMk/>
            <pc:sldMk cId="1276726258" sldId="259"/>
            <ac:spMk id="11" creationId="{B5836224-B6A8-BBA7-49C8-421787525915}"/>
          </ac:spMkLst>
        </pc:spChg>
        <pc:spChg chg="add mod">
          <ac:chgData name="David Hedengren" userId="658bef35-c023-4c34-ad89-ec78a9d95ca6" providerId="ADAL" clId="{8317C74B-24CA-4633-BE11-49587EB7BA64}" dt="2024-12-06T09:39:05.824" v="449" actId="208"/>
          <ac:spMkLst>
            <pc:docMk/>
            <pc:sldMk cId="1276726258" sldId="259"/>
            <ac:spMk id="12" creationId="{AA41E321-B83E-0040-CF5C-1D206D4D7A0F}"/>
          </ac:spMkLst>
        </pc:spChg>
        <pc:spChg chg="add mod">
          <ac:chgData name="David Hedengren" userId="658bef35-c023-4c34-ad89-ec78a9d95ca6" providerId="ADAL" clId="{8317C74B-24CA-4633-BE11-49587EB7BA64}" dt="2024-12-06T09:39:05.824" v="449" actId="208"/>
          <ac:spMkLst>
            <pc:docMk/>
            <pc:sldMk cId="1276726258" sldId="259"/>
            <ac:spMk id="13" creationId="{4B4B5740-C0A0-B917-8B0E-DB7EBA05FE6F}"/>
          </ac:spMkLst>
        </pc:spChg>
        <pc:spChg chg="mod">
          <ac:chgData name="David Hedengren" userId="658bef35-c023-4c34-ad89-ec78a9d95ca6" providerId="ADAL" clId="{8317C74B-24CA-4633-BE11-49587EB7BA64}" dt="2024-12-06T09:34:54.614" v="396" actId="1076"/>
          <ac:spMkLst>
            <pc:docMk/>
            <pc:sldMk cId="1276726258" sldId="259"/>
            <ac:spMk id="14" creationId="{66A89CE5-F521-ECBA-DAA1-933318BF7B78}"/>
          </ac:spMkLst>
        </pc:spChg>
        <pc:spChg chg="add mod">
          <ac:chgData name="David Hedengren" userId="658bef35-c023-4c34-ad89-ec78a9d95ca6" providerId="ADAL" clId="{8317C74B-24CA-4633-BE11-49587EB7BA64}" dt="2024-12-06T09:39:05.824" v="449" actId="208"/>
          <ac:spMkLst>
            <pc:docMk/>
            <pc:sldMk cId="1276726258" sldId="259"/>
            <ac:spMk id="15" creationId="{62B43E3B-CC4B-AFDC-48D6-30788625973F}"/>
          </ac:spMkLst>
        </pc:spChg>
        <pc:spChg chg="add mod">
          <ac:chgData name="David Hedengren" userId="658bef35-c023-4c34-ad89-ec78a9d95ca6" providerId="ADAL" clId="{8317C74B-24CA-4633-BE11-49587EB7BA64}" dt="2024-12-06T09:39:05.824" v="449" actId="208"/>
          <ac:spMkLst>
            <pc:docMk/>
            <pc:sldMk cId="1276726258" sldId="259"/>
            <ac:spMk id="16" creationId="{A04DBA09-40C1-1799-935A-2FE6DB58DB1D}"/>
          </ac:spMkLst>
        </pc:spChg>
        <pc:spChg chg="mod">
          <ac:chgData name="David Hedengren" userId="658bef35-c023-4c34-ad89-ec78a9d95ca6" providerId="ADAL" clId="{8317C74B-24CA-4633-BE11-49587EB7BA64}" dt="2024-12-06T09:35:23.909" v="406" actId="20577"/>
          <ac:spMkLst>
            <pc:docMk/>
            <pc:sldMk cId="1276726258" sldId="259"/>
            <ac:spMk id="17" creationId="{291FB789-1E84-83DE-B764-DBD02F0931A5}"/>
          </ac:spMkLst>
        </pc:spChg>
        <pc:spChg chg="mod">
          <ac:chgData name="David Hedengren" userId="658bef35-c023-4c34-ad89-ec78a9d95ca6" providerId="ADAL" clId="{8317C74B-24CA-4633-BE11-49587EB7BA64}" dt="2024-12-06T09:35:38.604" v="410" actId="1076"/>
          <ac:spMkLst>
            <pc:docMk/>
            <pc:sldMk cId="1276726258" sldId="259"/>
            <ac:spMk id="18" creationId="{04216789-2BEF-0984-FAD0-15062F6AAAB5}"/>
          </ac:spMkLst>
        </pc:spChg>
        <pc:spChg chg="add mod">
          <ac:chgData name="David Hedengren" userId="658bef35-c023-4c34-ad89-ec78a9d95ca6" providerId="ADAL" clId="{8317C74B-24CA-4633-BE11-49587EB7BA64}" dt="2024-12-06T09:39:05.824" v="449" actId="208"/>
          <ac:spMkLst>
            <pc:docMk/>
            <pc:sldMk cId="1276726258" sldId="259"/>
            <ac:spMk id="19" creationId="{FFE4CF63-AC35-959D-2012-862FBE673A7A}"/>
          </ac:spMkLst>
        </pc:spChg>
        <pc:spChg chg="add mod">
          <ac:chgData name="David Hedengren" userId="658bef35-c023-4c34-ad89-ec78a9d95ca6" providerId="ADAL" clId="{8317C74B-24CA-4633-BE11-49587EB7BA64}" dt="2024-12-06T09:39:05.824" v="449" actId="208"/>
          <ac:spMkLst>
            <pc:docMk/>
            <pc:sldMk cId="1276726258" sldId="259"/>
            <ac:spMk id="20" creationId="{E41372E4-829F-760C-3AD7-1CC286BB63F2}"/>
          </ac:spMkLst>
        </pc:spChg>
        <pc:spChg chg="add mod">
          <ac:chgData name="David Hedengren" userId="658bef35-c023-4c34-ad89-ec78a9d95ca6" providerId="ADAL" clId="{8317C74B-24CA-4633-BE11-49587EB7BA64}" dt="2024-12-06T09:39:05.824" v="449" actId="208"/>
          <ac:spMkLst>
            <pc:docMk/>
            <pc:sldMk cId="1276726258" sldId="259"/>
            <ac:spMk id="21" creationId="{77A5B19C-F782-D8FF-EE9F-EF39675C21AB}"/>
          </ac:spMkLst>
        </pc:spChg>
        <pc:spChg chg="mod">
          <ac:chgData name="David Hedengren" userId="658bef35-c023-4c34-ad89-ec78a9d95ca6" providerId="ADAL" clId="{8317C74B-24CA-4633-BE11-49587EB7BA64}" dt="2024-12-06T09:37:50.547" v="439" actId="1076"/>
          <ac:spMkLst>
            <pc:docMk/>
            <pc:sldMk cId="1276726258" sldId="259"/>
            <ac:spMk id="22" creationId="{938C6CD1-CBF2-3E37-196F-C2145B98CD05}"/>
          </ac:spMkLst>
        </pc:spChg>
        <pc:spChg chg="del mod">
          <ac:chgData name="David Hedengren" userId="658bef35-c023-4c34-ad89-ec78a9d95ca6" providerId="ADAL" clId="{8317C74B-24CA-4633-BE11-49587EB7BA64}" dt="2024-12-06T09:34:33.194" v="391" actId="478"/>
          <ac:spMkLst>
            <pc:docMk/>
            <pc:sldMk cId="1276726258" sldId="259"/>
            <ac:spMk id="23" creationId="{322A1A55-1F3A-7DD6-7C5F-9A729507EDD4}"/>
          </ac:spMkLst>
        </pc:spChg>
        <pc:spChg chg="del">
          <ac:chgData name="David Hedengren" userId="658bef35-c023-4c34-ad89-ec78a9d95ca6" providerId="ADAL" clId="{8317C74B-24CA-4633-BE11-49587EB7BA64}" dt="2024-12-06T09:34:33.194" v="391" actId="478"/>
          <ac:spMkLst>
            <pc:docMk/>
            <pc:sldMk cId="1276726258" sldId="259"/>
            <ac:spMk id="24" creationId="{03998181-D91B-BBAA-6EE9-D9CC9C29579D}"/>
          </ac:spMkLst>
        </pc:spChg>
        <pc:spChg chg="del">
          <ac:chgData name="David Hedengren" userId="658bef35-c023-4c34-ad89-ec78a9d95ca6" providerId="ADAL" clId="{8317C74B-24CA-4633-BE11-49587EB7BA64}" dt="2024-12-06T09:34:33.194" v="391" actId="478"/>
          <ac:spMkLst>
            <pc:docMk/>
            <pc:sldMk cId="1276726258" sldId="259"/>
            <ac:spMk id="25" creationId="{683D3ECC-C304-6D5E-D01E-0271E1E0B045}"/>
          </ac:spMkLst>
        </pc:spChg>
        <pc:spChg chg="del">
          <ac:chgData name="David Hedengren" userId="658bef35-c023-4c34-ad89-ec78a9d95ca6" providerId="ADAL" clId="{8317C74B-24CA-4633-BE11-49587EB7BA64}" dt="2024-12-06T09:34:33.194" v="391" actId="478"/>
          <ac:spMkLst>
            <pc:docMk/>
            <pc:sldMk cId="1276726258" sldId="259"/>
            <ac:spMk id="26" creationId="{A4935B5B-77DC-0A80-4E01-EB82D4EF9945}"/>
          </ac:spMkLst>
        </pc:spChg>
        <pc:spChg chg="del">
          <ac:chgData name="David Hedengren" userId="658bef35-c023-4c34-ad89-ec78a9d95ca6" providerId="ADAL" clId="{8317C74B-24CA-4633-BE11-49587EB7BA64}" dt="2024-12-06T09:34:33.194" v="391" actId="478"/>
          <ac:spMkLst>
            <pc:docMk/>
            <pc:sldMk cId="1276726258" sldId="259"/>
            <ac:spMk id="27" creationId="{43C42BB5-6220-A4CE-7815-DFA2A4FDEA1B}"/>
          </ac:spMkLst>
        </pc:spChg>
        <pc:spChg chg="del">
          <ac:chgData name="David Hedengren" userId="658bef35-c023-4c34-ad89-ec78a9d95ca6" providerId="ADAL" clId="{8317C74B-24CA-4633-BE11-49587EB7BA64}" dt="2024-12-06T09:34:33.194" v="391" actId="478"/>
          <ac:spMkLst>
            <pc:docMk/>
            <pc:sldMk cId="1276726258" sldId="259"/>
            <ac:spMk id="28" creationId="{766F70D3-BC65-DC39-02C7-310373902CDB}"/>
          </ac:spMkLst>
        </pc:spChg>
        <pc:spChg chg="del">
          <ac:chgData name="David Hedengren" userId="658bef35-c023-4c34-ad89-ec78a9d95ca6" providerId="ADAL" clId="{8317C74B-24CA-4633-BE11-49587EB7BA64}" dt="2024-12-06T09:34:33.194" v="391" actId="478"/>
          <ac:spMkLst>
            <pc:docMk/>
            <pc:sldMk cId="1276726258" sldId="259"/>
            <ac:spMk id="29" creationId="{F77CD762-F141-EA9E-4CF4-F1713A3F2676}"/>
          </ac:spMkLst>
        </pc:spChg>
        <pc:spChg chg="del">
          <ac:chgData name="David Hedengren" userId="658bef35-c023-4c34-ad89-ec78a9d95ca6" providerId="ADAL" clId="{8317C74B-24CA-4633-BE11-49587EB7BA64}" dt="2024-12-06T09:34:33.194" v="391" actId="478"/>
          <ac:spMkLst>
            <pc:docMk/>
            <pc:sldMk cId="1276726258" sldId="259"/>
            <ac:spMk id="30" creationId="{82DD8430-ABC5-63AE-0647-CCAC53C17322}"/>
          </ac:spMkLst>
        </pc:spChg>
        <pc:spChg chg="del mod">
          <ac:chgData name="David Hedengren" userId="658bef35-c023-4c34-ad89-ec78a9d95ca6" providerId="ADAL" clId="{8317C74B-24CA-4633-BE11-49587EB7BA64}" dt="2024-12-06T09:37:45.295" v="438" actId="478"/>
          <ac:spMkLst>
            <pc:docMk/>
            <pc:sldMk cId="1276726258" sldId="259"/>
            <ac:spMk id="31" creationId="{35431BE0-5064-019A-9E58-E3B144117108}"/>
          </ac:spMkLst>
        </pc:spChg>
        <pc:picChg chg="mod">
          <ac:chgData name="David Hedengren" userId="658bef35-c023-4c34-ad89-ec78a9d95ca6" providerId="ADAL" clId="{8317C74B-24CA-4633-BE11-49587EB7BA64}" dt="2024-12-06T09:39:25.738" v="455" actId="1076"/>
          <ac:picMkLst>
            <pc:docMk/>
            <pc:sldMk cId="1276726258" sldId="259"/>
            <ac:picMk id="4" creationId="{FC751B9D-27AE-75A7-459A-124B96CAB163}"/>
          </ac:picMkLst>
        </pc:picChg>
      </pc:sldChg>
      <pc:sldChg chg="addSp modSp mod">
        <pc:chgData name="David Hedengren" userId="658bef35-c023-4c34-ad89-ec78a9d95ca6" providerId="ADAL" clId="{8317C74B-24CA-4633-BE11-49587EB7BA64}" dt="2024-12-06T11:22:37.246" v="780" actId="1076"/>
        <pc:sldMkLst>
          <pc:docMk/>
          <pc:sldMk cId="1802556675" sldId="262"/>
        </pc:sldMkLst>
        <pc:spChg chg="add mod">
          <ac:chgData name="David Hedengren" userId="658bef35-c023-4c34-ad89-ec78a9d95ca6" providerId="ADAL" clId="{8317C74B-24CA-4633-BE11-49587EB7BA64}" dt="2024-12-06T11:22:37.246" v="780" actId="1076"/>
          <ac:spMkLst>
            <pc:docMk/>
            <pc:sldMk cId="1802556675" sldId="262"/>
            <ac:spMk id="24" creationId="{82F2D0FA-809B-AD9E-4373-E9DD98AB1D7F}"/>
          </ac:spMkLst>
        </pc:spChg>
      </pc:sldChg>
      <pc:sldChg chg="addSp modSp mod modAnim">
        <pc:chgData name="David Hedengren" userId="658bef35-c023-4c34-ad89-ec78a9d95ca6" providerId="ADAL" clId="{8317C74B-24CA-4633-BE11-49587EB7BA64}" dt="2024-12-06T11:23:13.111" v="784" actId="1076"/>
        <pc:sldMkLst>
          <pc:docMk/>
          <pc:sldMk cId="3348563735" sldId="263"/>
        </pc:sldMkLst>
        <pc:spChg chg="add mod">
          <ac:chgData name="David Hedengren" userId="658bef35-c023-4c34-ad89-ec78a9d95ca6" providerId="ADAL" clId="{8317C74B-24CA-4633-BE11-49587EB7BA64}" dt="2024-12-06T11:23:13.111" v="784" actId="1076"/>
          <ac:spMkLst>
            <pc:docMk/>
            <pc:sldMk cId="3348563735" sldId="263"/>
            <ac:spMk id="24" creationId="{458B1845-66B9-2F8E-5AA6-4A8C7C9B61A9}"/>
          </ac:spMkLst>
        </pc:spChg>
      </pc:sldChg>
      <pc:sldChg chg="addSp delSp modSp mod setBg">
        <pc:chgData name="David Hedengren" userId="658bef35-c023-4c34-ad89-ec78a9d95ca6" providerId="ADAL" clId="{8317C74B-24CA-4633-BE11-49587EB7BA64}" dt="2024-12-06T09:54:00.801" v="767" actId="1076"/>
        <pc:sldMkLst>
          <pc:docMk/>
          <pc:sldMk cId="2979811177" sldId="265"/>
        </pc:sldMkLst>
        <pc:spChg chg="mod">
          <ac:chgData name="David Hedengren" userId="658bef35-c023-4c34-ad89-ec78a9d95ca6" providerId="ADAL" clId="{8317C74B-24CA-4633-BE11-49587EB7BA64}" dt="2024-11-27T15:06:36.723" v="11" actId="26606"/>
          <ac:spMkLst>
            <pc:docMk/>
            <pc:sldMk cId="2979811177" sldId="265"/>
            <ac:spMk id="2" creationId="{E889C871-69E2-0C5D-B5E8-8354F6FE87BF}"/>
          </ac:spMkLst>
        </pc:spChg>
        <pc:spChg chg="mod">
          <ac:chgData name="David Hedengren" userId="658bef35-c023-4c34-ad89-ec78a9d95ca6" providerId="ADAL" clId="{8317C74B-24CA-4633-BE11-49587EB7BA64}" dt="2024-12-06T09:53:58.906" v="766" actId="1076"/>
          <ac:spMkLst>
            <pc:docMk/>
            <pc:sldMk cId="2979811177" sldId="265"/>
            <ac:spMk id="3" creationId="{8680252A-7556-8448-F717-D029F6A93270}"/>
          </ac:spMkLst>
        </pc:spChg>
        <pc:spChg chg="add mod">
          <ac:chgData name="David Hedengren" userId="658bef35-c023-4c34-ad89-ec78a9d95ca6" providerId="ADAL" clId="{8317C74B-24CA-4633-BE11-49587EB7BA64}" dt="2024-12-06T09:52:41.346" v="758" actId="1076"/>
          <ac:spMkLst>
            <pc:docMk/>
            <pc:sldMk cId="2979811177" sldId="265"/>
            <ac:spMk id="4" creationId="{27A02F26-0260-6BD7-D61D-451F1169D851}"/>
          </ac:spMkLst>
        </pc:spChg>
        <pc:spChg chg="add mod">
          <ac:chgData name="David Hedengren" userId="658bef35-c023-4c34-ad89-ec78a9d95ca6" providerId="ADAL" clId="{8317C74B-24CA-4633-BE11-49587EB7BA64}" dt="2024-12-06T09:53:29.549" v="763"/>
          <ac:spMkLst>
            <pc:docMk/>
            <pc:sldMk cId="2979811177" sldId="265"/>
            <ac:spMk id="6" creationId="{2B1B61D4-CF3A-A4BE-03B4-7AF29C6F6648}"/>
          </ac:spMkLst>
        </pc:spChg>
        <pc:spChg chg="add del">
          <ac:chgData name="David Hedengren" userId="658bef35-c023-4c34-ad89-ec78a9d95ca6" providerId="ADAL" clId="{8317C74B-24CA-4633-BE11-49587EB7BA64}" dt="2024-11-27T15:06:36.723" v="11" actId="26606"/>
          <ac:spMkLst>
            <pc:docMk/>
            <pc:sldMk cId="2979811177" sldId="265"/>
            <ac:spMk id="10" creationId="{EDDBB197-D710-4A4F-A9CA-FD2177498BE8}"/>
          </ac:spMkLst>
        </pc:spChg>
        <pc:spChg chg="add del">
          <ac:chgData name="David Hedengren" userId="658bef35-c023-4c34-ad89-ec78a9d95ca6" providerId="ADAL" clId="{8317C74B-24CA-4633-BE11-49587EB7BA64}" dt="2024-11-27T15:06:36.723" v="11" actId="26606"/>
          <ac:spMkLst>
            <pc:docMk/>
            <pc:sldMk cId="2979811177" sldId="265"/>
            <ac:spMk id="12" creationId="{975D1CFA-2CDB-4B64-BD9F-85744E8DA12F}"/>
          </ac:spMkLst>
        </pc:spChg>
        <pc:grpChg chg="add mod">
          <ac:chgData name="David Hedengren" userId="658bef35-c023-4c34-ad89-ec78a9d95ca6" providerId="ADAL" clId="{8317C74B-24CA-4633-BE11-49587EB7BA64}" dt="2024-12-06T09:53:29.549" v="763"/>
          <ac:grpSpMkLst>
            <pc:docMk/>
            <pc:sldMk cId="2979811177" sldId="265"/>
            <ac:grpSpMk id="5" creationId="{54C8597F-F730-00BD-D062-51F340109196}"/>
          </ac:grpSpMkLst>
        </pc:grpChg>
        <pc:grpChg chg="add del">
          <ac:chgData name="David Hedengren" userId="658bef35-c023-4c34-ad89-ec78a9d95ca6" providerId="ADAL" clId="{8317C74B-24CA-4633-BE11-49587EB7BA64}" dt="2024-11-27T15:06:36.723" v="11" actId="26606"/>
          <ac:grpSpMkLst>
            <pc:docMk/>
            <pc:sldMk cId="2979811177" sldId="265"/>
            <ac:grpSpMk id="14" creationId="{25EE5136-01F1-466C-962D-BA9B4C6757AA}"/>
          </ac:grpSpMkLst>
        </pc:grpChg>
        <pc:picChg chg="add del">
          <ac:chgData name="David Hedengren" userId="658bef35-c023-4c34-ad89-ec78a9d95ca6" providerId="ADAL" clId="{8317C74B-24CA-4633-BE11-49587EB7BA64}" dt="2024-11-27T15:06:36.723" v="11" actId="26606"/>
          <ac:picMkLst>
            <pc:docMk/>
            <pc:sldMk cId="2979811177" sldId="265"/>
            <ac:picMk id="7" creationId="{168264AC-711A-2DAE-70FB-A0DE488B0382}"/>
          </ac:picMkLst>
        </pc:picChg>
        <pc:picChg chg="add mod">
          <ac:chgData name="David Hedengren" userId="658bef35-c023-4c34-ad89-ec78a9d95ca6" providerId="ADAL" clId="{8317C74B-24CA-4633-BE11-49587EB7BA64}" dt="2024-12-06T09:54:00.801" v="767" actId="1076"/>
          <ac:picMkLst>
            <pc:docMk/>
            <pc:sldMk cId="2979811177" sldId="265"/>
            <ac:picMk id="12" creationId="{C441DF4F-5413-F8FB-CB94-4E06BC35980A}"/>
          </ac:picMkLst>
        </pc:picChg>
        <pc:cxnChg chg="add mod">
          <ac:chgData name="David Hedengren" userId="658bef35-c023-4c34-ad89-ec78a9d95ca6" providerId="ADAL" clId="{8317C74B-24CA-4633-BE11-49587EB7BA64}" dt="2024-12-06T09:53:29.549" v="763"/>
          <ac:cxnSpMkLst>
            <pc:docMk/>
            <pc:sldMk cId="2979811177" sldId="265"/>
            <ac:cxnSpMk id="7" creationId="{DD08451C-6D8B-8E74-16FE-DFB1BB0211D3}"/>
          </ac:cxnSpMkLst>
        </pc:cxnChg>
        <pc:cxnChg chg="add mod">
          <ac:chgData name="David Hedengren" userId="658bef35-c023-4c34-ad89-ec78a9d95ca6" providerId="ADAL" clId="{8317C74B-24CA-4633-BE11-49587EB7BA64}" dt="2024-12-06T09:53:29.549" v="763"/>
          <ac:cxnSpMkLst>
            <pc:docMk/>
            <pc:sldMk cId="2979811177" sldId="265"/>
            <ac:cxnSpMk id="8" creationId="{5D2055F3-BEEC-A5DC-6067-BC53956D095A}"/>
          </ac:cxnSpMkLst>
        </pc:cxnChg>
        <pc:cxnChg chg="add mod">
          <ac:chgData name="David Hedengren" userId="658bef35-c023-4c34-ad89-ec78a9d95ca6" providerId="ADAL" clId="{8317C74B-24CA-4633-BE11-49587EB7BA64}" dt="2024-12-06T09:53:29.549" v="763"/>
          <ac:cxnSpMkLst>
            <pc:docMk/>
            <pc:sldMk cId="2979811177" sldId="265"/>
            <ac:cxnSpMk id="9" creationId="{6F0D320F-8772-7A89-3903-725CEEC15D46}"/>
          </ac:cxnSpMkLst>
        </pc:cxnChg>
        <pc:cxnChg chg="add mod">
          <ac:chgData name="David Hedengren" userId="658bef35-c023-4c34-ad89-ec78a9d95ca6" providerId="ADAL" clId="{8317C74B-24CA-4633-BE11-49587EB7BA64}" dt="2024-12-06T09:53:29.549" v="763"/>
          <ac:cxnSpMkLst>
            <pc:docMk/>
            <pc:sldMk cId="2979811177" sldId="265"/>
            <ac:cxnSpMk id="10" creationId="{B4CA06D8-E33A-5001-8600-A6484EEA0D14}"/>
          </ac:cxnSpMkLst>
        </pc:cxnChg>
      </pc:sldChg>
      <pc:sldChg chg="addSp delSp modSp mod addAnim delAnim modAnim">
        <pc:chgData name="David Hedengren" userId="658bef35-c023-4c34-ad89-ec78a9d95ca6" providerId="ADAL" clId="{8317C74B-24CA-4633-BE11-49587EB7BA64}" dt="2024-12-09T19:58:17.627" v="2666" actId="1076"/>
        <pc:sldMkLst>
          <pc:docMk/>
          <pc:sldMk cId="2588217800" sldId="266"/>
        </pc:sldMkLst>
        <pc:spChg chg="add mod">
          <ac:chgData name="David Hedengren" userId="658bef35-c023-4c34-ad89-ec78a9d95ca6" providerId="ADAL" clId="{8317C74B-24CA-4633-BE11-49587EB7BA64}" dt="2024-12-09T19:47:56.177" v="2394" actId="1076"/>
          <ac:spMkLst>
            <pc:docMk/>
            <pc:sldMk cId="2588217800" sldId="266"/>
            <ac:spMk id="2" creationId="{C9B45DB9-5431-91ED-541B-A3DEA4AE07EF}"/>
          </ac:spMkLst>
        </pc:spChg>
        <pc:spChg chg="add mod">
          <ac:chgData name="David Hedengren" userId="658bef35-c023-4c34-ad89-ec78a9d95ca6" providerId="ADAL" clId="{8317C74B-24CA-4633-BE11-49587EB7BA64}" dt="2024-12-09T19:47:56.177" v="2394" actId="1076"/>
          <ac:spMkLst>
            <pc:docMk/>
            <pc:sldMk cId="2588217800" sldId="266"/>
            <ac:spMk id="3" creationId="{9129E1CA-4ACA-D7B5-DC43-8FAACDBEE517}"/>
          </ac:spMkLst>
        </pc:spChg>
        <pc:spChg chg="add mod">
          <ac:chgData name="David Hedengren" userId="658bef35-c023-4c34-ad89-ec78a9d95ca6" providerId="ADAL" clId="{8317C74B-24CA-4633-BE11-49587EB7BA64}" dt="2024-12-09T19:47:56.177" v="2394" actId="1076"/>
          <ac:spMkLst>
            <pc:docMk/>
            <pc:sldMk cId="2588217800" sldId="266"/>
            <ac:spMk id="4" creationId="{354991B7-FEB5-45BD-B5EB-98C7B6D710EF}"/>
          </ac:spMkLst>
        </pc:spChg>
        <pc:spChg chg="add del mod">
          <ac:chgData name="David Hedengren" userId="658bef35-c023-4c34-ad89-ec78a9d95ca6" providerId="ADAL" clId="{8317C74B-24CA-4633-BE11-49587EB7BA64}" dt="2024-12-09T09:35:42.295" v="1866"/>
          <ac:spMkLst>
            <pc:docMk/>
            <pc:sldMk cId="2588217800" sldId="266"/>
            <ac:spMk id="5" creationId="{5EB9D36B-FF3E-FDF4-7980-DF4E7BD54577}"/>
          </ac:spMkLst>
        </pc:spChg>
        <pc:spChg chg="add mod ord">
          <ac:chgData name="David Hedengren" userId="658bef35-c023-4c34-ad89-ec78a9d95ca6" providerId="ADAL" clId="{8317C74B-24CA-4633-BE11-49587EB7BA64}" dt="2024-12-09T19:47:56.177" v="2394" actId="1076"/>
          <ac:spMkLst>
            <pc:docMk/>
            <pc:sldMk cId="2588217800" sldId="266"/>
            <ac:spMk id="5" creationId="{C01DDE4C-A8D6-C719-FC7A-9D9C45D19E6E}"/>
          </ac:spMkLst>
        </pc:spChg>
        <pc:spChg chg="add mod">
          <ac:chgData name="David Hedengren" userId="658bef35-c023-4c34-ad89-ec78a9d95ca6" providerId="ADAL" clId="{8317C74B-24CA-4633-BE11-49587EB7BA64}" dt="2024-12-09T19:47:56.177" v="2394" actId="1076"/>
          <ac:spMkLst>
            <pc:docMk/>
            <pc:sldMk cId="2588217800" sldId="266"/>
            <ac:spMk id="6" creationId="{5D3B90D7-9CD7-E30F-03EA-A6160A3FC059}"/>
          </ac:spMkLst>
        </pc:spChg>
        <pc:spChg chg="add del mod">
          <ac:chgData name="David Hedengren" userId="658bef35-c023-4c34-ad89-ec78a9d95ca6" providerId="ADAL" clId="{8317C74B-24CA-4633-BE11-49587EB7BA64}" dt="2024-12-09T19:47:56.177" v="2394" actId="1076"/>
          <ac:spMkLst>
            <pc:docMk/>
            <pc:sldMk cId="2588217800" sldId="266"/>
            <ac:spMk id="7" creationId="{E1AEA3F9-2760-FC01-0A47-91CE8DA365B6}"/>
          </ac:spMkLst>
        </pc:spChg>
        <pc:spChg chg="add mod">
          <ac:chgData name="David Hedengren" userId="658bef35-c023-4c34-ad89-ec78a9d95ca6" providerId="ADAL" clId="{8317C74B-24CA-4633-BE11-49587EB7BA64}" dt="2024-12-09T19:47:56.177" v="2394" actId="1076"/>
          <ac:spMkLst>
            <pc:docMk/>
            <pc:sldMk cId="2588217800" sldId="266"/>
            <ac:spMk id="8" creationId="{12ACE0AF-1E0E-10E2-A72F-88CB28A7B4D9}"/>
          </ac:spMkLst>
        </pc:spChg>
        <pc:spChg chg="add del mod">
          <ac:chgData name="David Hedengren" userId="658bef35-c023-4c34-ad89-ec78a9d95ca6" providerId="ADAL" clId="{8317C74B-24CA-4633-BE11-49587EB7BA64}" dt="2024-12-09T17:58:26.613" v="1964"/>
          <ac:spMkLst>
            <pc:docMk/>
            <pc:sldMk cId="2588217800" sldId="266"/>
            <ac:spMk id="9" creationId="{58E30C70-21D9-F081-4E08-541A57D32BA3}"/>
          </ac:spMkLst>
        </pc:spChg>
        <pc:spChg chg="add del">
          <ac:chgData name="David Hedengren" userId="658bef35-c023-4c34-ad89-ec78a9d95ca6" providerId="ADAL" clId="{8317C74B-24CA-4633-BE11-49587EB7BA64}" dt="2024-12-09T19:27:54.661" v="2284" actId="478"/>
          <ac:spMkLst>
            <pc:docMk/>
            <pc:sldMk cId="2588217800" sldId="266"/>
            <ac:spMk id="9" creationId="{BDC9D387-CC64-A85E-68DE-0673B52F729F}"/>
          </ac:spMkLst>
        </pc:spChg>
        <pc:spChg chg="add del mod">
          <ac:chgData name="David Hedengren" userId="658bef35-c023-4c34-ad89-ec78a9d95ca6" providerId="ADAL" clId="{8317C74B-24CA-4633-BE11-49587EB7BA64}" dt="2024-12-09T19:39:12.010" v="2356" actId="478"/>
          <ac:spMkLst>
            <pc:docMk/>
            <pc:sldMk cId="2588217800" sldId="266"/>
            <ac:spMk id="9" creationId="{DDEF1705-6D4A-067C-7E37-A4CBD222C34A}"/>
          </ac:spMkLst>
        </pc:spChg>
        <pc:spChg chg="add mod">
          <ac:chgData name="David Hedengren" userId="658bef35-c023-4c34-ad89-ec78a9d95ca6" providerId="ADAL" clId="{8317C74B-24CA-4633-BE11-49587EB7BA64}" dt="2024-12-09T19:47:56.177" v="2394" actId="1076"/>
          <ac:spMkLst>
            <pc:docMk/>
            <pc:sldMk cId="2588217800" sldId="266"/>
            <ac:spMk id="9" creationId="{F084F104-1A5A-B361-54D5-713517067DFF}"/>
          </ac:spMkLst>
        </pc:spChg>
        <pc:spChg chg="add mod">
          <ac:chgData name="David Hedengren" userId="658bef35-c023-4c34-ad89-ec78a9d95ca6" providerId="ADAL" clId="{8317C74B-24CA-4633-BE11-49587EB7BA64}" dt="2024-12-09T19:47:56.177" v="2394" actId="1076"/>
          <ac:spMkLst>
            <pc:docMk/>
            <pc:sldMk cId="2588217800" sldId="266"/>
            <ac:spMk id="10" creationId="{B949BC8F-BC34-5664-26EA-A1D9ACD2FCB6}"/>
          </ac:spMkLst>
        </pc:spChg>
        <pc:spChg chg="add mod">
          <ac:chgData name="David Hedengren" userId="658bef35-c023-4c34-ad89-ec78a9d95ca6" providerId="ADAL" clId="{8317C74B-24CA-4633-BE11-49587EB7BA64}" dt="2024-12-09T19:47:56.177" v="2394" actId="1076"/>
          <ac:spMkLst>
            <pc:docMk/>
            <pc:sldMk cId="2588217800" sldId="266"/>
            <ac:spMk id="11" creationId="{604CDB7E-D062-6A6E-B816-9893B0158574}"/>
          </ac:spMkLst>
        </pc:spChg>
        <pc:spChg chg="add del mod">
          <ac:chgData name="David Hedengren" userId="658bef35-c023-4c34-ad89-ec78a9d95ca6" providerId="ADAL" clId="{8317C74B-24CA-4633-BE11-49587EB7BA64}" dt="2024-12-09T19:30:06.480" v="2307" actId="478"/>
          <ac:spMkLst>
            <pc:docMk/>
            <pc:sldMk cId="2588217800" sldId="266"/>
            <ac:spMk id="11" creationId="{65A35A8A-6EFE-58E7-CA8F-C5AE490DE6D2}"/>
          </ac:spMkLst>
        </pc:spChg>
        <pc:spChg chg="add del mod">
          <ac:chgData name="David Hedengren" userId="658bef35-c023-4c34-ad89-ec78a9d95ca6" providerId="ADAL" clId="{8317C74B-24CA-4633-BE11-49587EB7BA64}" dt="2024-12-09T17:58:26.615" v="1966"/>
          <ac:spMkLst>
            <pc:docMk/>
            <pc:sldMk cId="2588217800" sldId="266"/>
            <ac:spMk id="11" creationId="{A34A9E67-6045-0199-B420-A92653E7E29F}"/>
          </ac:spMkLst>
        </pc:spChg>
        <pc:spChg chg="add del mod">
          <ac:chgData name="David Hedengren" userId="658bef35-c023-4c34-ad89-ec78a9d95ca6" providerId="ADAL" clId="{8317C74B-24CA-4633-BE11-49587EB7BA64}" dt="2024-12-09T19:39:06.377" v="2355" actId="478"/>
          <ac:spMkLst>
            <pc:docMk/>
            <pc:sldMk cId="2588217800" sldId="266"/>
            <ac:spMk id="11" creationId="{DFED5F7A-E40B-BFAB-9E1F-339F40B08C2F}"/>
          </ac:spMkLst>
        </pc:spChg>
        <pc:spChg chg="add mod">
          <ac:chgData name="David Hedengren" userId="658bef35-c023-4c34-ad89-ec78a9d95ca6" providerId="ADAL" clId="{8317C74B-24CA-4633-BE11-49587EB7BA64}" dt="2024-12-09T19:47:56.177" v="2394" actId="1076"/>
          <ac:spMkLst>
            <pc:docMk/>
            <pc:sldMk cId="2588217800" sldId="266"/>
            <ac:spMk id="12" creationId="{300512DE-B122-68E5-B145-4A4A5D37869D}"/>
          </ac:spMkLst>
        </pc:spChg>
        <pc:spChg chg="add mod">
          <ac:chgData name="David Hedengren" userId="658bef35-c023-4c34-ad89-ec78a9d95ca6" providerId="ADAL" clId="{8317C74B-24CA-4633-BE11-49587EB7BA64}" dt="2024-12-09T19:47:56.177" v="2394" actId="1076"/>
          <ac:spMkLst>
            <pc:docMk/>
            <pc:sldMk cId="2588217800" sldId="266"/>
            <ac:spMk id="13" creationId="{342046F6-2163-B972-7BB4-E17705BFF836}"/>
          </ac:spMkLst>
        </pc:spChg>
        <pc:spChg chg="add del mod">
          <ac:chgData name="David Hedengren" userId="658bef35-c023-4c34-ad89-ec78a9d95ca6" providerId="ADAL" clId="{8317C74B-24CA-4633-BE11-49587EB7BA64}" dt="2024-12-09T17:58:26.616" v="1968"/>
          <ac:spMkLst>
            <pc:docMk/>
            <pc:sldMk cId="2588217800" sldId="266"/>
            <ac:spMk id="13" creationId="{3C65431F-1C16-130C-4BB1-1830E675FC6F}"/>
          </ac:spMkLst>
        </pc:spChg>
        <pc:spChg chg="add mod">
          <ac:chgData name="David Hedengren" userId="658bef35-c023-4c34-ad89-ec78a9d95ca6" providerId="ADAL" clId="{8317C74B-24CA-4633-BE11-49587EB7BA64}" dt="2024-12-09T19:47:56.177" v="2394" actId="1076"/>
          <ac:spMkLst>
            <pc:docMk/>
            <pc:sldMk cId="2588217800" sldId="266"/>
            <ac:spMk id="14" creationId="{0088C94C-ACE8-4886-55E4-C91AFCAB44F3}"/>
          </ac:spMkLst>
        </pc:spChg>
        <pc:spChg chg="add del mod">
          <ac:chgData name="David Hedengren" userId="658bef35-c023-4c34-ad89-ec78a9d95ca6" providerId="ADAL" clId="{8317C74B-24CA-4633-BE11-49587EB7BA64}" dt="2024-12-09T19:47:56.177" v="2394" actId="1076"/>
          <ac:spMkLst>
            <pc:docMk/>
            <pc:sldMk cId="2588217800" sldId="266"/>
            <ac:spMk id="15" creationId="{67833A2F-CA1D-4DF7-8B00-992EA9633377}"/>
          </ac:spMkLst>
        </pc:spChg>
        <pc:spChg chg="add mod">
          <ac:chgData name="David Hedengren" userId="658bef35-c023-4c34-ad89-ec78a9d95ca6" providerId="ADAL" clId="{8317C74B-24CA-4633-BE11-49587EB7BA64}" dt="2024-12-09T19:47:56.177" v="2394" actId="1076"/>
          <ac:spMkLst>
            <pc:docMk/>
            <pc:sldMk cId="2588217800" sldId="266"/>
            <ac:spMk id="16" creationId="{A7B895C5-6257-CF1C-3C94-CAA427647E70}"/>
          </ac:spMkLst>
        </pc:spChg>
        <pc:spChg chg="add mod">
          <ac:chgData name="David Hedengren" userId="658bef35-c023-4c34-ad89-ec78a9d95ca6" providerId="ADAL" clId="{8317C74B-24CA-4633-BE11-49587EB7BA64}" dt="2024-12-09T19:47:56.177" v="2394" actId="1076"/>
          <ac:spMkLst>
            <pc:docMk/>
            <pc:sldMk cId="2588217800" sldId="266"/>
            <ac:spMk id="17" creationId="{66DC776E-F289-93F2-1476-EEB8928C3FF9}"/>
          </ac:spMkLst>
        </pc:spChg>
        <pc:spChg chg="add mod">
          <ac:chgData name="David Hedengren" userId="658bef35-c023-4c34-ad89-ec78a9d95ca6" providerId="ADAL" clId="{8317C74B-24CA-4633-BE11-49587EB7BA64}" dt="2024-12-09T19:47:56.177" v="2394" actId="1076"/>
          <ac:spMkLst>
            <pc:docMk/>
            <pc:sldMk cId="2588217800" sldId="266"/>
            <ac:spMk id="18" creationId="{236482E7-D9C4-FCA6-D159-A4E1D70DC977}"/>
          </ac:spMkLst>
        </pc:spChg>
        <pc:spChg chg="add mod">
          <ac:chgData name="David Hedengren" userId="658bef35-c023-4c34-ad89-ec78a9d95ca6" providerId="ADAL" clId="{8317C74B-24CA-4633-BE11-49587EB7BA64}" dt="2024-12-09T19:47:56.177" v="2394" actId="1076"/>
          <ac:spMkLst>
            <pc:docMk/>
            <pc:sldMk cId="2588217800" sldId="266"/>
            <ac:spMk id="19" creationId="{54FFAAE8-1B6E-AADE-28C3-3F8CFECF03B3}"/>
          </ac:spMkLst>
        </pc:spChg>
        <pc:spChg chg="add mod">
          <ac:chgData name="David Hedengren" userId="658bef35-c023-4c34-ad89-ec78a9d95ca6" providerId="ADAL" clId="{8317C74B-24CA-4633-BE11-49587EB7BA64}" dt="2024-12-09T19:47:56.177" v="2394" actId="1076"/>
          <ac:spMkLst>
            <pc:docMk/>
            <pc:sldMk cId="2588217800" sldId="266"/>
            <ac:spMk id="20" creationId="{4BA39A95-7325-E634-6C02-A8D81A9A3974}"/>
          </ac:spMkLst>
        </pc:spChg>
        <pc:spChg chg="add mod">
          <ac:chgData name="David Hedengren" userId="658bef35-c023-4c34-ad89-ec78a9d95ca6" providerId="ADAL" clId="{8317C74B-24CA-4633-BE11-49587EB7BA64}" dt="2024-12-09T19:47:56.177" v="2394" actId="1076"/>
          <ac:spMkLst>
            <pc:docMk/>
            <pc:sldMk cId="2588217800" sldId="266"/>
            <ac:spMk id="21" creationId="{8E9A76A2-A386-1EE1-2533-83E6D35C6F03}"/>
          </ac:spMkLst>
        </pc:spChg>
        <pc:spChg chg="add mod">
          <ac:chgData name="David Hedengren" userId="658bef35-c023-4c34-ad89-ec78a9d95ca6" providerId="ADAL" clId="{8317C74B-24CA-4633-BE11-49587EB7BA64}" dt="2024-12-09T19:47:56.177" v="2394" actId="1076"/>
          <ac:spMkLst>
            <pc:docMk/>
            <pc:sldMk cId="2588217800" sldId="266"/>
            <ac:spMk id="22" creationId="{E98E5DCA-704B-BACF-6FE8-EB692867132E}"/>
          </ac:spMkLst>
        </pc:spChg>
        <pc:spChg chg="add mod">
          <ac:chgData name="David Hedengren" userId="658bef35-c023-4c34-ad89-ec78a9d95ca6" providerId="ADAL" clId="{8317C74B-24CA-4633-BE11-49587EB7BA64}" dt="2024-12-09T19:47:56.177" v="2394" actId="1076"/>
          <ac:spMkLst>
            <pc:docMk/>
            <pc:sldMk cId="2588217800" sldId="266"/>
            <ac:spMk id="23" creationId="{9BB07E97-3471-9537-297C-E00DA9824C45}"/>
          </ac:spMkLst>
        </pc:spChg>
        <pc:spChg chg="add mod">
          <ac:chgData name="David Hedengren" userId="658bef35-c023-4c34-ad89-ec78a9d95ca6" providerId="ADAL" clId="{8317C74B-24CA-4633-BE11-49587EB7BA64}" dt="2024-12-09T19:47:56.177" v="2394" actId="1076"/>
          <ac:spMkLst>
            <pc:docMk/>
            <pc:sldMk cId="2588217800" sldId="266"/>
            <ac:spMk id="24" creationId="{6BBFD1FF-FC1C-DB3D-E4C9-22CA98AE8B2C}"/>
          </ac:spMkLst>
        </pc:spChg>
        <pc:spChg chg="add mod">
          <ac:chgData name="David Hedengren" userId="658bef35-c023-4c34-ad89-ec78a9d95ca6" providerId="ADAL" clId="{8317C74B-24CA-4633-BE11-49587EB7BA64}" dt="2024-12-09T19:47:56.177" v="2394" actId="1076"/>
          <ac:spMkLst>
            <pc:docMk/>
            <pc:sldMk cId="2588217800" sldId="266"/>
            <ac:spMk id="25" creationId="{4318D946-904A-F9CD-0C8E-29418D772314}"/>
          </ac:spMkLst>
        </pc:spChg>
        <pc:spChg chg="add mod">
          <ac:chgData name="David Hedengren" userId="658bef35-c023-4c34-ad89-ec78a9d95ca6" providerId="ADAL" clId="{8317C74B-24CA-4633-BE11-49587EB7BA64}" dt="2024-12-09T19:47:56.177" v="2394" actId="1076"/>
          <ac:spMkLst>
            <pc:docMk/>
            <pc:sldMk cId="2588217800" sldId="266"/>
            <ac:spMk id="26" creationId="{368BB673-BAB8-F5D4-293E-AFC70DDAE5A4}"/>
          </ac:spMkLst>
        </pc:spChg>
        <pc:spChg chg="add mod">
          <ac:chgData name="David Hedengren" userId="658bef35-c023-4c34-ad89-ec78a9d95ca6" providerId="ADAL" clId="{8317C74B-24CA-4633-BE11-49587EB7BA64}" dt="2024-12-09T19:47:56.177" v="2394" actId="1076"/>
          <ac:spMkLst>
            <pc:docMk/>
            <pc:sldMk cId="2588217800" sldId="266"/>
            <ac:spMk id="27" creationId="{740FDF92-68DF-3184-B3EF-9DFF3EAFEAB5}"/>
          </ac:spMkLst>
        </pc:spChg>
        <pc:spChg chg="add mod">
          <ac:chgData name="David Hedengren" userId="658bef35-c023-4c34-ad89-ec78a9d95ca6" providerId="ADAL" clId="{8317C74B-24CA-4633-BE11-49587EB7BA64}" dt="2024-12-09T19:47:56.177" v="2394" actId="1076"/>
          <ac:spMkLst>
            <pc:docMk/>
            <pc:sldMk cId="2588217800" sldId="266"/>
            <ac:spMk id="28" creationId="{76D6E4FE-4586-C211-5DA3-873EC0BAB588}"/>
          </ac:spMkLst>
        </pc:spChg>
        <pc:spChg chg="add mod">
          <ac:chgData name="David Hedengren" userId="658bef35-c023-4c34-ad89-ec78a9d95ca6" providerId="ADAL" clId="{8317C74B-24CA-4633-BE11-49587EB7BA64}" dt="2024-12-09T19:47:56.177" v="2394" actId="1076"/>
          <ac:spMkLst>
            <pc:docMk/>
            <pc:sldMk cId="2588217800" sldId="266"/>
            <ac:spMk id="29" creationId="{BA5030C6-1F02-38E2-4C8F-A5E09A1A11A2}"/>
          </ac:spMkLst>
        </pc:spChg>
        <pc:spChg chg="add mod">
          <ac:chgData name="David Hedengren" userId="658bef35-c023-4c34-ad89-ec78a9d95ca6" providerId="ADAL" clId="{8317C74B-24CA-4633-BE11-49587EB7BA64}" dt="2024-12-09T19:47:56.177" v="2394" actId="1076"/>
          <ac:spMkLst>
            <pc:docMk/>
            <pc:sldMk cId="2588217800" sldId="266"/>
            <ac:spMk id="30" creationId="{F0BE3990-F3CD-C488-2ADD-515360573A02}"/>
          </ac:spMkLst>
        </pc:spChg>
        <pc:spChg chg="add mod">
          <ac:chgData name="David Hedengren" userId="658bef35-c023-4c34-ad89-ec78a9d95ca6" providerId="ADAL" clId="{8317C74B-24CA-4633-BE11-49587EB7BA64}" dt="2024-12-09T19:47:56.177" v="2394" actId="1076"/>
          <ac:spMkLst>
            <pc:docMk/>
            <pc:sldMk cId="2588217800" sldId="266"/>
            <ac:spMk id="31" creationId="{968C51FF-9457-33A1-6569-2F889EB0E153}"/>
          </ac:spMkLst>
        </pc:spChg>
        <pc:spChg chg="add mod">
          <ac:chgData name="David Hedengren" userId="658bef35-c023-4c34-ad89-ec78a9d95ca6" providerId="ADAL" clId="{8317C74B-24CA-4633-BE11-49587EB7BA64}" dt="2024-12-09T19:47:56.177" v="2394" actId="1076"/>
          <ac:spMkLst>
            <pc:docMk/>
            <pc:sldMk cId="2588217800" sldId="266"/>
            <ac:spMk id="104" creationId="{3AF61FD1-3CB8-3EF3-AFC8-4FFCE2A22384}"/>
          </ac:spMkLst>
        </pc:spChg>
        <pc:spChg chg="del mod">
          <ac:chgData name="David Hedengren" userId="658bef35-c023-4c34-ad89-ec78a9d95ca6" providerId="ADAL" clId="{8317C74B-24CA-4633-BE11-49587EB7BA64}" dt="2024-12-09T18:58:30.763" v="2198" actId="478"/>
          <ac:spMkLst>
            <pc:docMk/>
            <pc:sldMk cId="2588217800" sldId="266"/>
            <ac:spMk id="104" creationId="{5F5D752B-D806-88E3-01A5-C678503BCFF6}"/>
          </ac:spMkLst>
        </pc:spChg>
        <pc:spChg chg="add mod">
          <ac:chgData name="David Hedengren" userId="658bef35-c023-4c34-ad89-ec78a9d95ca6" providerId="ADAL" clId="{8317C74B-24CA-4633-BE11-49587EB7BA64}" dt="2024-12-09T19:47:56.177" v="2394" actId="1076"/>
          <ac:spMkLst>
            <pc:docMk/>
            <pc:sldMk cId="2588217800" sldId="266"/>
            <ac:spMk id="109" creationId="{5ECB94F1-08C3-B6FA-F9EF-B1550B3F18C2}"/>
          </ac:spMkLst>
        </pc:spChg>
        <pc:spChg chg="add mod">
          <ac:chgData name="David Hedengren" userId="658bef35-c023-4c34-ad89-ec78a9d95ca6" providerId="ADAL" clId="{8317C74B-24CA-4633-BE11-49587EB7BA64}" dt="2024-12-09T19:47:56.177" v="2394" actId="1076"/>
          <ac:spMkLst>
            <pc:docMk/>
            <pc:sldMk cId="2588217800" sldId="266"/>
            <ac:spMk id="110" creationId="{C8652EFE-A9DA-3209-43FB-7B068BD73819}"/>
          </ac:spMkLst>
        </pc:spChg>
        <pc:spChg chg="add mod">
          <ac:chgData name="David Hedengren" userId="658bef35-c023-4c34-ad89-ec78a9d95ca6" providerId="ADAL" clId="{8317C74B-24CA-4633-BE11-49587EB7BA64}" dt="2024-12-09T19:47:56.177" v="2394" actId="1076"/>
          <ac:spMkLst>
            <pc:docMk/>
            <pc:sldMk cId="2588217800" sldId="266"/>
            <ac:spMk id="111" creationId="{C67977AC-DEDB-0D4B-FD3E-DBACC6142987}"/>
          </ac:spMkLst>
        </pc:spChg>
        <pc:spChg chg="add del mod">
          <ac:chgData name="David Hedengren" userId="658bef35-c023-4c34-ad89-ec78a9d95ca6" providerId="ADAL" clId="{8317C74B-24CA-4633-BE11-49587EB7BA64}" dt="2024-12-09T19:47:56.177" v="2394" actId="1076"/>
          <ac:spMkLst>
            <pc:docMk/>
            <pc:sldMk cId="2588217800" sldId="266"/>
            <ac:spMk id="112" creationId="{E982AEA8-6801-70C9-D048-3EEBB304C2D3}"/>
          </ac:spMkLst>
        </pc:spChg>
        <pc:spChg chg="add del mod">
          <ac:chgData name="David Hedengren" userId="658bef35-c023-4c34-ad89-ec78a9d95ca6" providerId="ADAL" clId="{8317C74B-24CA-4633-BE11-49587EB7BA64}" dt="2024-12-09T19:47:56.177" v="2394" actId="1076"/>
          <ac:spMkLst>
            <pc:docMk/>
            <pc:sldMk cId="2588217800" sldId="266"/>
            <ac:spMk id="113" creationId="{3ED1D97A-CD9A-5D4C-88B5-4BD16CAA4F24}"/>
          </ac:spMkLst>
        </pc:spChg>
        <pc:spChg chg="add mod">
          <ac:chgData name="David Hedengren" userId="658bef35-c023-4c34-ad89-ec78a9d95ca6" providerId="ADAL" clId="{8317C74B-24CA-4633-BE11-49587EB7BA64}" dt="2024-12-09T19:47:56.177" v="2394" actId="1076"/>
          <ac:spMkLst>
            <pc:docMk/>
            <pc:sldMk cId="2588217800" sldId="266"/>
            <ac:spMk id="114" creationId="{92216C00-DAB3-9BDE-73C2-632932252CB7}"/>
          </ac:spMkLst>
        </pc:spChg>
        <pc:spChg chg="add mod">
          <ac:chgData name="David Hedengren" userId="658bef35-c023-4c34-ad89-ec78a9d95ca6" providerId="ADAL" clId="{8317C74B-24CA-4633-BE11-49587EB7BA64}" dt="2024-12-09T19:47:56.177" v="2394" actId="1076"/>
          <ac:spMkLst>
            <pc:docMk/>
            <pc:sldMk cId="2588217800" sldId="266"/>
            <ac:spMk id="115" creationId="{C1FD2F7A-A810-BFA0-996A-044E6139ADAA}"/>
          </ac:spMkLst>
        </pc:spChg>
        <pc:spChg chg="add del mod">
          <ac:chgData name="David Hedengren" userId="658bef35-c023-4c34-ad89-ec78a9d95ca6" providerId="ADAL" clId="{8317C74B-24CA-4633-BE11-49587EB7BA64}" dt="2024-12-09T17:58:09.029" v="1955" actId="478"/>
          <ac:spMkLst>
            <pc:docMk/>
            <pc:sldMk cId="2588217800" sldId="266"/>
            <ac:spMk id="119" creationId="{F2B0B4A2-24FE-63A7-8116-B5007395924A}"/>
          </ac:spMkLst>
        </pc:spChg>
        <pc:spChg chg="add del mod">
          <ac:chgData name="David Hedengren" userId="658bef35-c023-4c34-ad89-ec78a9d95ca6" providerId="ADAL" clId="{8317C74B-24CA-4633-BE11-49587EB7BA64}" dt="2024-12-09T17:58:11.363" v="1956" actId="478"/>
          <ac:spMkLst>
            <pc:docMk/>
            <pc:sldMk cId="2588217800" sldId="266"/>
            <ac:spMk id="120" creationId="{EF286220-0598-6489-8C68-67AFD45FFB11}"/>
          </ac:spMkLst>
        </pc:spChg>
        <pc:spChg chg="add del mod">
          <ac:chgData name="David Hedengren" userId="658bef35-c023-4c34-ad89-ec78a9d95ca6" providerId="ADAL" clId="{8317C74B-24CA-4633-BE11-49587EB7BA64}" dt="2024-12-09T17:58:13.174" v="1957" actId="478"/>
          <ac:spMkLst>
            <pc:docMk/>
            <pc:sldMk cId="2588217800" sldId="266"/>
            <ac:spMk id="121" creationId="{D9021181-0325-33A6-C2FB-0A5BF0CC4E3D}"/>
          </ac:spMkLst>
        </pc:spChg>
        <pc:spChg chg="add del mod">
          <ac:chgData name="David Hedengren" userId="658bef35-c023-4c34-ad89-ec78a9d95ca6" providerId="ADAL" clId="{8317C74B-24CA-4633-BE11-49587EB7BA64}" dt="2024-12-09T17:57:18.997" v="1939" actId="478"/>
          <ac:spMkLst>
            <pc:docMk/>
            <pc:sldMk cId="2588217800" sldId="266"/>
            <ac:spMk id="123" creationId="{1EAFA63C-12AC-9B96-27F6-683DC6ED091F}"/>
          </ac:spMkLst>
        </pc:spChg>
        <pc:spChg chg="add del mod">
          <ac:chgData name="David Hedengren" userId="658bef35-c023-4c34-ad89-ec78a9d95ca6" providerId="ADAL" clId="{8317C74B-24CA-4633-BE11-49587EB7BA64}" dt="2024-12-09T09:36:27.932" v="1871" actId="478"/>
          <ac:spMkLst>
            <pc:docMk/>
            <pc:sldMk cId="2588217800" sldId="266"/>
            <ac:spMk id="124" creationId="{91A9CAA6-C139-004C-822F-5A96F411C8AB}"/>
          </ac:spMkLst>
        </pc:spChg>
        <pc:spChg chg="add del mod">
          <ac:chgData name="David Hedengren" userId="658bef35-c023-4c34-ad89-ec78a9d95ca6" providerId="ADAL" clId="{8317C74B-24CA-4633-BE11-49587EB7BA64}" dt="2024-12-09T17:57:20.619" v="1940" actId="478"/>
          <ac:spMkLst>
            <pc:docMk/>
            <pc:sldMk cId="2588217800" sldId="266"/>
            <ac:spMk id="129" creationId="{44BAA570-CF4B-3538-776A-561AE5CC080C}"/>
          </ac:spMkLst>
        </pc:spChg>
        <pc:spChg chg="add del mod">
          <ac:chgData name="David Hedengren" userId="658bef35-c023-4c34-ad89-ec78a9d95ca6" providerId="ADAL" clId="{8317C74B-24CA-4633-BE11-49587EB7BA64}" dt="2024-12-09T17:57:22.198" v="1941" actId="478"/>
          <ac:spMkLst>
            <pc:docMk/>
            <pc:sldMk cId="2588217800" sldId="266"/>
            <ac:spMk id="130" creationId="{5B7BE64F-4A75-9F43-210B-5332DA89BFA6}"/>
          </ac:spMkLst>
        </pc:spChg>
        <pc:spChg chg="add del mod">
          <ac:chgData name="David Hedengren" userId="658bef35-c023-4c34-ad89-ec78a9d95ca6" providerId="ADAL" clId="{8317C74B-24CA-4633-BE11-49587EB7BA64}" dt="2024-12-09T17:57:28.974" v="1945" actId="478"/>
          <ac:spMkLst>
            <pc:docMk/>
            <pc:sldMk cId="2588217800" sldId="266"/>
            <ac:spMk id="133" creationId="{CC07E0FC-59D6-E424-4358-98E4804C8960}"/>
          </ac:spMkLst>
        </pc:spChg>
        <pc:spChg chg="add del mod">
          <ac:chgData name="David Hedengren" userId="658bef35-c023-4c34-ad89-ec78a9d95ca6" providerId="ADAL" clId="{8317C74B-24CA-4633-BE11-49587EB7BA64}" dt="2024-12-09T17:57:27.304" v="1944" actId="478"/>
          <ac:spMkLst>
            <pc:docMk/>
            <pc:sldMk cId="2588217800" sldId="266"/>
            <ac:spMk id="136" creationId="{E6A0CCB7-A6FA-31DE-19D1-D63881DFDF9D}"/>
          </ac:spMkLst>
        </pc:spChg>
        <pc:spChg chg="add del mod">
          <ac:chgData name="David Hedengren" userId="658bef35-c023-4c34-ad89-ec78a9d95ca6" providerId="ADAL" clId="{8317C74B-24CA-4633-BE11-49587EB7BA64}" dt="2024-12-09T17:57:36.322" v="1948" actId="478"/>
          <ac:spMkLst>
            <pc:docMk/>
            <pc:sldMk cId="2588217800" sldId="266"/>
            <ac:spMk id="137" creationId="{449370BF-38CA-950A-62B6-C96C70671A22}"/>
          </ac:spMkLst>
        </pc:spChg>
        <pc:spChg chg="add del mod">
          <ac:chgData name="David Hedengren" userId="658bef35-c023-4c34-ad89-ec78a9d95ca6" providerId="ADAL" clId="{8317C74B-24CA-4633-BE11-49587EB7BA64}" dt="2024-12-09T17:57:39.502" v="1949" actId="478"/>
          <ac:spMkLst>
            <pc:docMk/>
            <pc:sldMk cId="2588217800" sldId="266"/>
            <ac:spMk id="138" creationId="{1928B94F-AC06-7E33-B8E0-1D442D891C30}"/>
          </ac:spMkLst>
        </pc:spChg>
        <pc:spChg chg="add del mod">
          <ac:chgData name="David Hedengren" userId="658bef35-c023-4c34-ad89-ec78a9d95ca6" providerId="ADAL" clId="{8317C74B-24CA-4633-BE11-49587EB7BA64}" dt="2024-12-09T17:57:41.493" v="1950" actId="478"/>
          <ac:spMkLst>
            <pc:docMk/>
            <pc:sldMk cId="2588217800" sldId="266"/>
            <ac:spMk id="139" creationId="{3AC8663C-7EFD-DD63-E984-3E66A3FA53BB}"/>
          </ac:spMkLst>
        </pc:spChg>
        <pc:spChg chg="add mod">
          <ac:chgData name="David Hedengren" userId="658bef35-c023-4c34-ad89-ec78a9d95ca6" providerId="ADAL" clId="{8317C74B-24CA-4633-BE11-49587EB7BA64}" dt="2024-12-09T19:47:56.177" v="2394" actId="1076"/>
          <ac:spMkLst>
            <pc:docMk/>
            <pc:sldMk cId="2588217800" sldId="266"/>
            <ac:spMk id="141" creationId="{AA87112C-8CE8-0E49-8C27-CD7298D95CC7}"/>
          </ac:spMkLst>
        </pc:spChg>
        <pc:spChg chg="add mod">
          <ac:chgData name="David Hedengren" userId="658bef35-c023-4c34-ad89-ec78a9d95ca6" providerId="ADAL" clId="{8317C74B-24CA-4633-BE11-49587EB7BA64}" dt="2024-12-09T19:47:56.177" v="2394" actId="1076"/>
          <ac:spMkLst>
            <pc:docMk/>
            <pc:sldMk cId="2588217800" sldId="266"/>
            <ac:spMk id="142" creationId="{5B22BC16-5472-F187-ED85-1D70E6F4109D}"/>
          </ac:spMkLst>
        </pc:spChg>
        <pc:spChg chg="del">
          <ac:chgData name="David Hedengren" userId="658bef35-c023-4c34-ad89-ec78a9d95ca6" providerId="ADAL" clId="{8317C74B-24CA-4633-BE11-49587EB7BA64}" dt="2024-12-09T09:35:39.082" v="1863" actId="478"/>
          <ac:spMkLst>
            <pc:docMk/>
            <pc:sldMk cId="2588217800" sldId="266"/>
            <ac:spMk id="143" creationId="{4994FBB2-165A-987E-4F90-8B99A8A92364}"/>
          </ac:spMkLst>
        </pc:spChg>
        <pc:spChg chg="del">
          <ac:chgData name="David Hedengren" userId="658bef35-c023-4c34-ad89-ec78a9d95ca6" providerId="ADAL" clId="{8317C74B-24CA-4633-BE11-49587EB7BA64}" dt="2024-12-09T09:35:39.082" v="1863" actId="478"/>
          <ac:spMkLst>
            <pc:docMk/>
            <pc:sldMk cId="2588217800" sldId="266"/>
            <ac:spMk id="144" creationId="{4CD033C9-93CE-1F61-ACC5-DFE64E92863D}"/>
          </ac:spMkLst>
        </pc:spChg>
        <pc:spChg chg="add mod">
          <ac:chgData name="David Hedengren" userId="658bef35-c023-4c34-ad89-ec78a9d95ca6" providerId="ADAL" clId="{8317C74B-24CA-4633-BE11-49587EB7BA64}" dt="2024-12-09T19:47:56.177" v="2394" actId="1076"/>
          <ac:spMkLst>
            <pc:docMk/>
            <pc:sldMk cId="2588217800" sldId="266"/>
            <ac:spMk id="145" creationId="{102E99D1-3171-6188-0B81-BF0B905C58A0}"/>
          </ac:spMkLst>
        </pc:spChg>
        <pc:spChg chg="del">
          <ac:chgData name="David Hedengren" userId="658bef35-c023-4c34-ad89-ec78a9d95ca6" providerId="ADAL" clId="{8317C74B-24CA-4633-BE11-49587EB7BA64}" dt="2024-12-09T09:35:39.082" v="1863" actId="478"/>
          <ac:spMkLst>
            <pc:docMk/>
            <pc:sldMk cId="2588217800" sldId="266"/>
            <ac:spMk id="146" creationId="{183F0B26-9472-0E95-F5CB-EE448DE52FEA}"/>
          </ac:spMkLst>
        </pc:spChg>
        <pc:spChg chg="del">
          <ac:chgData name="David Hedengren" userId="658bef35-c023-4c34-ad89-ec78a9d95ca6" providerId="ADAL" clId="{8317C74B-24CA-4633-BE11-49587EB7BA64}" dt="2024-12-09T09:35:39.082" v="1863" actId="478"/>
          <ac:spMkLst>
            <pc:docMk/>
            <pc:sldMk cId="2588217800" sldId="266"/>
            <ac:spMk id="147" creationId="{FCEF75C2-84CF-6730-9343-05B6B3555563}"/>
          </ac:spMkLst>
        </pc:spChg>
        <pc:spChg chg="del">
          <ac:chgData name="David Hedengren" userId="658bef35-c023-4c34-ad89-ec78a9d95ca6" providerId="ADAL" clId="{8317C74B-24CA-4633-BE11-49587EB7BA64}" dt="2024-12-09T09:35:34.683" v="1862" actId="478"/>
          <ac:spMkLst>
            <pc:docMk/>
            <pc:sldMk cId="2588217800" sldId="266"/>
            <ac:spMk id="148" creationId="{5FB25958-A184-0556-114B-E45A4AA4FB07}"/>
          </ac:spMkLst>
        </pc:spChg>
        <pc:spChg chg="del">
          <ac:chgData name="David Hedengren" userId="658bef35-c023-4c34-ad89-ec78a9d95ca6" providerId="ADAL" clId="{8317C74B-24CA-4633-BE11-49587EB7BA64}" dt="2024-12-09T09:35:34.683" v="1862" actId="478"/>
          <ac:spMkLst>
            <pc:docMk/>
            <pc:sldMk cId="2588217800" sldId="266"/>
            <ac:spMk id="149" creationId="{591B23E5-A1A6-10A2-2CE7-5E2084A3BB36}"/>
          </ac:spMkLst>
        </pc:spChg>
        <pc:spChg chg="del">
          <ac:chgData name="David Hedengren" userId="658bef35-c023-4c34-ad89-ec78a9d95ca6" providerId="ADAL" clId="{8317C74B-24CA-4633-BE11-49587EB7BA64}" dt="2024-12-09T09:35:34.683" v="1862" actId="478"/>
          <ac:spMkLst>
            <pc:docMk/>
            <pc:sldMk cId="2588217800" sldId="266"/>
            <ac:spMk id="150" creationId="{6762672E-3965-A993-8F71-1D2134C6DC44}"/>
          </ac:spMkLst>
        </pc:spChg>
        <pc:spChg chg="del">
          <ac:chgData name="David Hedengren" userId="658bef35-c023-4c34-ad89-ec78a9d95ca6" providerId="ADAL" clId="{8317C74B-24CA-4633-BE11-49587EB7BA64}" dt="2024-12-09T09:35:34.683" v="1862" actId="478"/>
          <ac:spMkLst>
            <pc:docMk/>
            <pc:sldMk cId="2588217800" sldId="266"/>
            <ac:spMk id="151" creationId="{04F4834B-E356-D7EA-1B2A-6BEE63EC898F}"/>
          </ac:spMkLst>
        </pc:spChg>
        <pc:spChg chg="del">
          <ac:chgData name="David Hedengren" userId="658bef35-c023-4c34-ad89-ec78a9d95ca6" providerId="ADAL" clId="{8317C74B-24CA-4633-BE11-49587EB7BA64}" dt="2024-12-09T09:35:34.683" v="1862" actId="478"/>
          <ac:spMkLst>
            <pc:docMk/>
            <pc:sldMk cId="2588217800" sldId="266"/>
            <ac:spMk id="152" creationId="{D6853789-B7D1-55CD-C0AF-2FB8E0630375}"/>
          </ac:spMkLst>
        </pc:spChg>
        <pc:spChg chg="del">
          <ac:chgData name="David Hedengren" userId="658bef35-c023-4c34-ad89-ec78a9d95ca6" providerId="ADAL" clId="{8317C74B-24CA-4633-BE11-49587EB7BA64}" dt="2024-12-09T09:35:34.683" v="1862" actId="478"/>
          <ac:spMkLst>
            <pc:docMk/>
            <pc:sldMk cId="2588217800" sldId="266"/>
            <ac:spMk id="153" creationId="{4ECC7EA0-F461-FCBF-D4CA-64027C71B9CD}"/>
          </ac:spMkLst>
        </pc:spChg>
        <pc:spChg chg="del">
          <ac:chgData name="David Hedengren" userId="658bef35-c023-4c34-ad89-ec78a9d95ca6" providerId="ADAL" clId="{8317C74B-24CA-4633-BE11-49587EB7BA64}" dt="2024-12-09T09:35:34.683" v="1862" actId="478"/>
          <ac:spMkLst>
            <pc:docMk/>
            <pc:sldMk cId="2588217800" sldId="266"/>
            <ac:spMk id="154" creationId="{050D1FC2-5D4B-86A8-810E-D90734C316BC}"/>
          </ac:spMkLst>
        </pc:spChg>
        <pc:spChg chg="del">
          <ac:chgData name="David Hedengren" userId="658bef35-c023-4c34-ad89-ec78a9d95ca6" providerId="ADAL" clId="{8317C74B-24CA-4633-BE11-49587EB7BA64}" dt="2024-12-09T09:35:34.683" v="1862" actId="478"/>
          <ac:spMkLst>
            <pc:docMk/>
            <pc:sldMk cId="2588217800" sldId="266"/>
            <ac:spMk id="155" creationId="{BB381C2F-A147-6FEC-BE02-7B09037DD799}"/>
          </ac:spMkLst>
        </pc:spChg>
        <pc:spChg chg="del">
          <ac:chgData name="David Hedengren" userId="658bef35-c023-4c34-ad89-ec78a9d95ca6" providerId="ADAL" clId="{8317C74B-24CA-4633-BE11-49587EB7BA64}" dt="2024-12-09T09:35:39.082" v="1863" actId="478"/>
          <ac:spMkLst>
            <pc:docMk/>
            <pc:sldMk cId="2588217800" sldId="266"/>
            <ac:spMk id="156" creationId="{9324825B-A042-2093-4202-06E7DDCBEE8B}"/>
          </ac:spMkLst>
        </pc:spChg>
        <pc:spChg chg="del">
          <ac:chgData name="David Hedengren" userId="658bef35-c023-4c34-ad89-ec78a9d95ca6" providerId="ADAL" clId="{8317C74B-24CA-4633-BE11-49587EB7BA64}" dt="2024-12-09T09:35:39.082" v="1863" actId="478"/>
          <ac:spMkLst>
            <pc:docMk/>
            <pc:sldMk cId="2588217800" sldId="266"/>
            <ac:spMk id="157" creationId="{30F94F03-6A43-297C-BB10-6BE3EE5F8E6C}"/>
          </ac:spMkLst>
        </pc:spChg>
        <pc:spChg chg="del">
          <ac:chgData name="David Hedengren" userId="658bef35-c023-4c34-ad89-ec78a9d95ca6" providerId="ADAL" clId="{8317C74B-24CA-4633-BE11-49587EB7BA64}" dt="2024-12-09T09:35:34.683" v="1862" actId="478"/>
          <ac:spMkLst>
            <pc:docMk/>
            <pc:sldMk cId="2588217800" sldId="266"/>
            <ac:spMk id="158" creationId="{DDCB984B-8AA1-CB44-A5E2-3E55B3873702}"/>
          </ac:spMkLst>
        </pc:spChg>
        <pc:spChg chg="del">
          <ac:chgData name="David Hedengren" userId="658bef35-c023-4c34-ad89-ec78a9d95ca6" providerId="ADAL" clId="{8317C74B-24CA-4633-BE11-49587EB7BA64}" dt="2024-12-09T09:35:34.683" v="1862" actId="478"/>
          <ac:spMkLst>
            <pc:docMk/>
            <pc:sldMk cId="2588217800" sldId="266"/>
            <ac:spMk id="159" creationId="{42F6569F-8A0D-828B-1F97-B3CAC04523C9}"/>
          </ac:spMkLst>
        </pc:spChg>
        <pc:spChg chg="del">
          <ac:chgData name="David Hedengren" userId="658bef35-c023-4c34-ad89-ec78a9d95ca6" providerId="ADAL" clId="{8317C74B-24CA-4633-BE11-49587EB7BA64}" dt="2024-12-09T09:35:34.683" v="1862" actId="478"/>
          <ac:spMkLst>
            <pc:docMk/>
            <pc:sldMk cId="2588217800" sldId="266"/>
            <ac:spMk id="160" creationId="{15F9E240-4198-56C9-704A-C8A8A37765C6}"/>
          </ac:spMkLst>
        </pc:spChg>
        <pc:spChg chg="del">
          <ac:chgData name="David Hedengren" userId="658bef35-c023-4c34-ad89-ec78a9d95ca6" providerId="ADAL" clId="{8317C74B-24CA-4633-BE11-49587EB7BA64}" dt="2024-12-09T09:35:34.683" v="1862" actId="478"/>
          <ac:spMkLst>
            <pc:docMk/>
            <pc:sldMk cId="2588217800" sldId="266"/>
            <ac:spMk id="161" creationId="{6B3E9EA2-5C80-DC55-04BB-119F0018E4FB}"/>
          </ac:spMkLst>
        </pc:spChg>
        <pc:spChg chg="del">
          <ac:chgData name="David Hedengren" userId="658bef35-c023-4c34-ad89-ec78a9d95ca6" providerId="ADAL" clId="{8317C74B-24CA-4633-BE11-49587EB7BA64}" dt="2024-12-09T09:35:34.683" v="1862" actId="478"/>
          <ac:spMkLst>
            <pc:docMk/>
            <pc:sldMk cId="2588217800" sldId="266"/>
            <ac:spMk id="162" creationId="{8FDF3833-050E-9947-7540-5415896B58C7}"/>
          </ac:spMkLst>
        </pc:spChg>
        <pc:spChg chg="del">
          <ac:chgData name="David Hedengren" userId="658bef35-c023-4c34-ad89-ec78a9d95ca6" providerId="ADAL" clId="{8317C74B-24CA-4633-BE11-49587EB7BA64}" dt="2024-12-09T09:35:34.683" v="1862" actId="478"/>
          <ac:spMkLst>
            <pc:docMk/>
            <pc:sldMk cId="2588217800" sldId="266"/>
            <ac:spMk id="163" creationId="{B3DEA422-37A9-3DC2-30C8-D9497D80BD42}"/>
          </ac:spMkLst>
        </pc:spChg>
        <pc:spChg chg="add mod">
          <ac:chgData name="David Hedengren" userId="658bef35-c023-4c34-ad89-ec78a9d95ca6" providerId="ADAL" clId="{8317C74B-24CA-4633-BE11-49587EB7BA64}" dt="2024-12-09T19:47:56.177" v="2394" actId="1076"/>
          <ac:spMkLst>
            <pc:docMk/>
            <pc:sldMk cId="2588217800" sldId="266"/>
            <ac:spMk id="164" creationId="{18849993-2023-88B3-B938-21792755B297}"/>
          </ac:spMkLst>
        </pc:spChg>
        <pc:spChg chg="add mod">
          <ac:chgData name="David Hedengren" userId="658bef35-c023-4c34-ad89-ec78a9d95ca6" providerId="ADAL" clId="{8317C74B-24CA-4633-BE11-49587EB7BA64}" dt="2024-12-09T19:47:56.177" v="2394" actId="1076"/>
          <ac:spMkLst>
            <pc:docMk/>
            <pc:sldMk cId="2588217800" sldId="266"/>
            <ac:spMk id="165" creationId="{9EBF2CDC-5618-160C-E324-34B7B039756C}"/>
          </ac:spMkLst>
        </pc:spChg>
        <pc:spChg chg="del">
          <ac:chgData name="David Hedengren" userId="658bef35-c023-4c34-ad89-ec78a9d95ca6" providerId="ADAL" clId="{8317C74B-24CA-4633-BE11-49587EB7BA64}" dt="2024-12-09T09:35:34.683" v="1862" actId="478"/>
          <ac:spMkLst>
            <pc:docMk/>
            <pc:sldMk cId="2588217800" sldId="266"/>
            <ac:spMk id="166" creationId="{DC2BDA18-0481-E778-4045-F00BE156DD4E}"/>
          </ac:spMkLst>
        </pc:spChg>
        <pc:spChg chg="del">
          <ac:chgData name="David Hedengren" userId="658bef35-c023-4c34-ad89-ec78a9d95ca6" providerId="ADAL" clId="{8317C74B-24CA-4633-BE11-49587EB7BA64}" dt="2024-12-09T09:35:34.683" v="1862" actId="478"/>
          <ac:spMkLst>
            <pc:docMk/>
            <pc:sldMk cId="2588217800" sldId="266"/>
            <ac:spMk id="167" creationId="{F19AA433-8AE9-762C-2C81-E54F7A463E83}"/>
          </ac:spMkLst>
        </pc:spChg>
        <pc:spChg chg="del">
          <ac:chgData name="David Hedengren" userId="658bef35-c023-4c34-ad89-ec78a9d95ca6" providerId="ADAL" clId="{8317C74B-24CA-4633-BE11-49587EB7BA64}" dt="2024-12-09T09:35:34.683" v="1862" actId="478"/>
          <ac:spMkLst>
            <pc:docMk/>
            <pc:sldMk cId="2588217800" sldId="266"/>
            <ac:spMk id="168" creationId="{08A48D36-4124-F703-D057-B4B36E23A370}"/>
          </ac:spMkLst>
        </pc:spChg>
        <pc:spChg chg="del">
          <ac:chgData name="David Hedengren" userId="658bef35-c023-4c34-ad89-ec78a9d95ca6" providerId="ADAL" clId="{8317C74B-24CA-4633-BE11-49587EB7BA64}" dt="2024-12-09T09:35:34.683" v="1862" actId="478"/>
          <ac:spMkLst>
            <pc:docMk/>
            <pc:sldMk cId="2588217800" sldId="266"/>
            <ac:spMk id="169" creationId="{F1982970-99DD-4B2B-7E83-EF1681054715}"/>
          </ac:spMkLst>
        </pc:spChg>
        <pc:spChg chg="del">
          <ac:chgData name="David Hedengren" userId="658bef35-c023-4c34-ad89-ec78a9d95ca6" providerId="ADAL" clId="{8317C74B-24CA-4633-BE11-49587EB7BA64}" dt="2024-12-09T09:35:34.683" v="1862" actId="478"/>
          <ac:spMkLst>
            <pc:docMk/>
            <pc:sldMk cId="2588217800" sldId="266"/>
            <ac:spMk id="170" creationId="{6AA9EC40-9F9A-2A44-6382-AB1825CCBB26}"/>
          </ac:spMkLst>
        </pc:spChg>
        <pc:spChg chg="del">
          <ac:chgData name="David Hedengren" userId="658bef35-c023-4c34-ad89-ec78a9d95ca6" providerId="ADAL" clId="{8317C74B-24CA-4633-BE11-49587EB7BA64}" dt="2024-12-09T09:35:34.683" v="1862" actId="478"/>
          <ac:spMkLst>
            <pc:docMk/>
            <pc:sldMk cId="2588217800" sldId="266"/>
            <ac:spMk id="171" creationId="{D7E3BC36-7706-3010-65E8-DB1E4D38B6BF}"/>
          </ac:spMkLst>
        </pc:spChg>
        <pc:spChg chg="del">
          <ac:chgData name="David Hedengren" userId="658bef35-c023-4c34-ad89-ec78a9d95ca6" providerId="ADAL" clId="{8317C74B-24CA-4633-BE11-49587EB7BA64}" dt="2024-12-09T09:35:34.683" v="1862" actId="478"/>
          <ac:spMkLst>
            <pc:docMk/>
            <pc:sldMk cId="2588217800" sldId="266"/>
            <ac:spMk id="172" creationId="{AAC1F86C-6F11-6234-3CCC-3BD3A1543082}"/>
          </ac:spMkLst>
        </pc:spChg>
        <pc:spChg chg="del">
          <ac:chgData name="David Hedengren" userId="658bef35-c023-4c34-ad89-ec78a9d95ca6" providerId="ADAL" clId="{8317C74B-24CA-4633-BE11-49587EB7BA64}" dt="2024-12-09T09:35:34.683" v="1862" actId="478"/>
          <ac:spMkLst>
            <pc:docMk/>
            <pc:sldMk cId="2588217800" sldId="266"/>
            <ac:spMk id="173" creationId="{BCAA3D6C-3B68-2965-2D54-D62B96E7561C}"/>
          </ac:spMkLst>
        </pc:spChg>
        <pc:spChg chg="del">
          <ac:chgData name="David Hedengren" userId="658bef35-c023-4c34-ad89-ec78a9d95ca6" providerId="ADAL" clId="{8317C74B-24CA-4633-BE11-49587EB7BA64}" dt="2024-12-09T09:35:34.683" v="1862" actId="478"/>
          <ac:spMkLst>
            <pc:docMk/>
            <pc:sldMk cId="2588217800" sldId="266"/>
            <ac:spMk id="174" creationId="{08A331E6-0ABB-6635-D197-E63C7D8C295B}"/>
          </ac:spMkLst>
        </pc:spChg>
        <pc:spChg chg="del">
          <ac:chgData name="David Hedengren" userId="658bef35-c023-4c34-ad89-ec78a9d95ca6" providerId="ADAL" clId="{8317C74B-24CA-4633-BE11-49587EB7BA64}" dt="2024-12-09T09:35:34.683" v="1862" actId="478"/>
          <ac:spMkLst>
            <pc:docMk/>
            <pc:sldMk cId="2588217800" sldId="266"/>
            <ac:spMk id="175" creationId="{774A1877-F9DB-038F-24FB-B0FCB1FCC39B}"/>
          </ac:spMkLst>
        </pc:spChg>
        <pc:spChg chg="add mod">
          <ac:chgData name="David Hedengren" userId="658bef35-c023-4c34-ad89-ec78a9d95ca6" providerId="ADAL" clId="{8317C74B-24CA-4633-BE11-49587EB7BA64}" dt="2024-12-09T19:47:56.177" v="2394" actId="1076"/>
          <ac:spMkLst>
            <pc:docMk/>
            <pc:sldMk cId="2588217800" sldId="266"/>
            <ac:spMk id="176" creationId="{09BB85FA-220C-B80D-6BA0-FA9EFB3C5888}"/>
          </ac:spMkLst>
        </pc:spChg>
        <pc:spChg chg="add del mod">
          <ac:chgData name="David Hedengren" userId="658bef35-c023-4c34-ad89-ec78a9d95ca6" providerId="ADAL" clId="{8317C74B-24CA-4633-BE11-49587EB7BA64}" dt="2024-12-09T12:31:14.588" v="1919" actId="767"/>
          <ac:spMkLst>
            <pc:docMk/>
            <pc:sldMk cId="2588217800" sldId="266"/>
            <ac:spMk id="177" creationId="{02FEE667-A9D8-AEEA-6016-3A8A9D48F8B1}"/>
          </ac:spMkLst>
        </pc:spChg>
        <pc:spChg chg="add del mod">
          <ac:chgData name="David Hedengren" userId="658bef35-c023-4c34-ad89-ec78a9d95ca6" providerId="ADAL" clId="{8317C74B-24CA-4633-BE11-49587EB7BA64}" dt="2024-12-09T18:08:55.006" v="2028" actId="478"/>
          <ac:spMkLst>
            <pc:docMk/>
            <pc:sldMk cId="2588217800" sldId="266"/>
            <ac:spMk id="178" creationId="{8A0F189F-73BD-A8A1-C413-EDFD10C16B33}"/>
          </ac:spMkLst>
        </pc:spChg>
        <pc:spChg chg="add mod">
          <ac:chgData name="David Hedengren" userId="658bef35-c023-4c34-ad89-ec78a9d95ca6" providerId="ADAL" clId="{8317C74B-24CA-4633-BE11-49587EB7BA64}" dt="2024-12-09T19:47:56.177" v="2394" actId="1076"/>
          <ac:spMkLst>
            <pc:docMk/>
            <pc:sldMk cId="2588217800" sldId="266"/>
            <ac:spMk id="179" creationId="{90477593-8BBA-4BF8-E044-BAD3F93D87D6}"/>
          </ac:spMkLst>
        </pc:spChg>
        <pc:spChg chg="add mod">
          <ac:chgData name="David Hedengren" userId="658bef35-c023-4c34-ad89-ec78a9d95ca6" providerId="ADAL" clId="{8317C74B-24CA-4633-BE11-49587EB7BA64}" dt="2024-12-09T19:47:56.177" v="2394" actId="1076"/>
          <ac:spMkLst>
            <pc:docMk/>
            <pc:sldMk cId="2588217800" sldId="266"/>
            <ac:spMk id="180" creationId="{FFCD3CE3-D228-4D10-F6ED-DB3CA337B9C7}"/>
          </ac:spMkLst>
        </pc:spChg>
        <pc:spChg chg="add del">
          <ac:chgData name="David Hedengren" userId="658bef35-c023-4c34-ad89-ec78a9d95ca6" providerId="ADAL" clId="{8317C74B-24CA-4633-BE11-49587EB7BA64}" dt="2024-12-09T17:59:15.497" v="1976"/>
          <ac:spMkLst>
            <pc:docMk/>
            <pc:sldMk cId="2588217800" sldId="266"/>
            <ac:spMk id="181" creationId="{EAE07662-0A98-C45C-EF71-5A767C91A6B5}"/>
          </ac:spMkLst>
        </pc:spChg>
        <pc:spChg chg="add del mod">
          <ac:chgData name="David Hedengren" userId="658bef35-c023-4c34-ad89-ec78a9d95ca6" providerId="ADAL" clId="{8317C74B-24CA-4633-BE11-49587EB7BA64}" dt="2024-12-09T17:59:16.376" v="1978" actId="767"/>
          <ac:spMkLst>
            <pc:docMk/>
            <pc:sldMk cId="2588217800" sldId="266"/>
            <ac:spMk id="182" creationId="{D2279895-765E-CA39-A8AA-272F282393DC}"/>
          </ac:spMkLst>
        </pc:spChg>
        <pc:spChg chg="add mod">
          <ac:chgData name="David Hedengren" userId="658bef35-c023-4c34-ad89-ec78a9d95ca6" providerId="ADAL" clId="{8317C74B-24CA-4633-BE11-49587EB7BA64}" dt="2024-12-09T19:47:56.177" v="2394" actId="1076"/>
          <ac:spMkLst>
            <pc:docMk/>
            <pc:sldMk cId="2588217800" sldId="266"/>
            <ac:spMk id="183" creationId="{15BDD79B-6EA6-7A75-87B3-4276B70C678F}"/>
          </ac:spMkLst>
        </pc:spChg>
        <pc:spChg chg="add del mod">
          <ac:chgData name="David Hedengren" userId="658bef35-c023-4c34-ad89-ec78a9d95ca6" providerId="ADAL" clId="{8317C74B-24CA-4633-BE11-49587EB7BA64}" dt="2024-12-09T18:00:24.398" v="1989"/>
          <ac:spMkLst>
            <pc:docMk/>
            <pc:sldMk cId="2588217800" sldId="266"/>
            <ac:spMk id="184" creationId="{EBBD8D46-A144-AA67-47EB-C460D8334646}"/>
          </ac:spMkLst>
        </pc:spChg>
        <pc:spChg chg="add mod">
          <ac:chgData name="David Hedengren" userId="658bef35-c023-4c34-ad89-ec78a9d95ca6" providerId="ADAL" clId="{8317C74B-24CA-4633-BE11-49587EB7BA64}" dt="2024-12-09T19:47:56.177" v="2394" actId="1076"/>
          <ac:spMkLst>
            <pc:docMk/>
            <pc:sldMk cId="2588217800" sldId="266"/>
            <ac:spMk id="185" creationId="{9CE27B49-B762-7281-3812-D77D18F5AB38}"/>
          </ac:spMkLst>
        </pc:spChg>
        <pc:spChg chg="add mod">
          <ac:chgData name="David Hedengren" userId="658bef35-c023-4c34-ad89-ec78a9d95ca6" providerId="ADAL" clId="{8317C74B-24CA-4633-BE11-49587EB7BA64}" dt="2024-12-09T19:47:56.177" v="2394" actId="1076"/>
          <ac:spMkLst>
            <pc:docMk/>
            <pc:sldMk cId="2588217800" sldId="266"/>
            <ac:spMk id="186" creationId="{5A040D34-0243-48B6-479E-8793E9F10C80}"/>
          </ac:spMkLst>
        </pc:spChg>
        <pc:spChg chg="add mod">
          <ac:chgData name="David Hedengren" userId="658bef35-c023-4c34-ad89-ec78a9d95ca6" providerId="ADAL" clId="{8317C74B-24CA-4633-BE11-49587EB7BA64}" dt="2024-12-09T19:47:56.177" v="2394" actId="1076"/>
          <ac:spMkLst>
            <pc:docMk/>
            <pc:sldMk cId="2588217800" sldId="266"/>
            <ac:spMk id="187" creationId="{ABF9C49A-7DB6-3CB4-FB22-FC5AA0B6F208}"/>
          </ac:spMkLst>
        </pc:spChg>
        <pc:spChg chg="add mod">
          <ac:chgData name="David Hedengren" userId="658bef35-c023-4c34-ad89-ec78a9d95ca6" providerId="ADAL" clId="{8317C74B-24CA-4633-BE11-49587EB7BA64}" dt="2024-12-09T19:47:56.177" v="2394" actId="1076"/>
          <ac:spMkLst>
            <pc:docMk/>
            <pc:sldMk cId="2588217800" sldId="266"/>
            <ac:spMk id="188" creationId="{18C8581E-00DF-8036-F973-0B84C5A7CC8A}"/>
          </ac:spMkLst>
        </pc:spChg>
        <pc:spChg chg="add mod">
          <ac:chgData name="David Hedengren" userId="658bef35-c023-4c34-ad89-ec78a9d95ca6" providerId="ADAL" clId="{8317C74B-24CA-4633-BE11-49587EB7BA64}" dt="2024-12-09T19:47:56.177" v="2394" actId="1076"/>
          <ac:spMkLst>
            <pc:docMk/>
            <pc:sldMk cId="2588217800" sldId="266"/>
            <ac:spMk id="189" creationId="{CB605F73-19A2-A792-1045-C43656A191B8}"/>
          </ac:spMkLst>
        </pc:spChg>
        <pc:spChg chg="add mod">
          <ac:chgData name="David Hedengren" userId="658bef35-c023-4c34-ad89-ec78a9d95ca6" providerId="ADAL" clId="{8317C74B-24CA-4633-BE11-49587EB7BA64}" dt="2024-12-09T19:47:56.177" v="2394" actId="1076"/>
          <ac:spMkLst>
            <pc:docMk/>
            <pc:sldMk cId="2588217800" sldId="266"/>
            <ac:spMk id="190" creationId="{902730DC-6CAB-679C-F127-B8AC4C2A7BB2}"/>
          </ac:spMkLst>
        </pc:spChg>
        <pc:spChg chg="add mod">
          <ac:chgData name="David Hedengren" userId="658bef35-c023-4c34-ad89-ec78a9d95ca6" providerId="ADAL" clId="{8317C74B-24CA-4633-BE11-49587EB7BA64}" dt="2024-12-09T19:47:56.177" v="2394" actId="1076"/>
          <ac:spMkLst>
            <pc:docMk/>
            <pc:sldMk cId="2588217800" sldId="266"/>
            <ac:spMk id="191" creationId="{992D82B1-9D84-77C4-4A55-2DF27F4C73EA}"/>
          </ac:spMkLst>
        </pc:spChg>
        <pc:spChg chg="add mod">
          <ac:chgData name="David Hedengren" userId="658bef35-c023-4c34-ad89-ec78a9d95ca6" providerId="ADAL" clId="{8317C74B-24CA-4633-BE11-49587EB7BA64}" dt="2024-12-09T19:47:56.177" v="2394" actId="1076"/>
          <ac:spMkLst>
            <pc:docMk/>
            <pc:sldMk cId="2588217800" sldId="266"/>
            <ac:spMk id="192" creationId="{E3964CBD-2A02-2D50-4856-FE0CFCACA718}"/>
          </ac:spMkLst>
        </pc:spChg>
        <pc:spChg chg="add mod">
          <ac:chgData name="David Hedengren" userId="658bef35-c023-4c34-ad89-ec78a9d95ca6" providerId="ADAL" clId="{8317C74B-24CA-4633-BE11-49587EB7BA64}" dt="2024-12-09T19:58:17.627" v="2666" actId="1076"/>
          <ac:spMkLst>
            <pc:docMk/>
            <pc:sldMk cId="2588217800" sldId="266"/>
            <ac:spMk id="193" creationId="{F3F610AC-0B8E-D8DA-D829-8B77D9EE02CE}"/>
          </ac:spMkLst>
        </pc:spChg>
        <pc:spChg chg="add mod">
          <ac:chgData name="David Hedengren" userId="658bef35-c023-4c34-ad89-ec78a9d95ca6" providerId="ADAL" clId="{8317C74B-24CA-4633-BE11-49587EB7BA64}" dt="2024-12-09T19:58:17.627" v="2666" actId="1076"/>
          <ac:spMkLst>
            <pc:docMk/>
            <pc:sldMk cId="2588217800" sldId="266"/>
            <ac:spMk id="194" creationId="{DBD4D4AA-8304-D720-FBAC-01E94C66CC20}"/>
          </ac:spMkLst>
        </pc:spChg>
        <pc:spChg chg="add mod">
          <ac:chgData name="David Hedengren" userId="658bef35-c023-4c34-ad89-ec78a9d95ca6" providerId="ADAL" clId="{8317C74B-24CA-4633-BE11-49587EB7BA64}" dt="2024-12-09T19:47:56.177" v="2394" actId="1076"/>
          <ac:spMkLst>
            <pc:docMk/>
            <pc:sldMk cId="2588217800" sldId="266"/>
            <ac:spMk id="195" creationId="{9B629768-2CC1-836D-3016-6F43D2A5E4E9}"/>
          </ac:spMkLst>
        </pc:spChg>
        <pc:spChg chg="add mod">
          <ac:chgData name="David Hedengren" userId="658bef35-c023-4c34-ad89-ec78a9d95ca6" providerId="ADAL" clId="{8317C74B-24CA-4633-BE11-49587EB7BA64}" dt="2024-12-09T19:47:56.177" v="2394" actId="1076"/>
          <ac:spMkLst>
            <pc:docMk/>
            <pc:sldMk cId="2588217800" sldId="266"/>
            <ac:spMk id="196" creationId="{0D88F2E5-1D4B-1B75-ED37-33A70CA17697}"/>
          </ac:spMkLst>
        </pc:spChg>
        <pc:spChg chg="add mod">
          <ac:chgData name="David Hedengren" userId="658bef35-c023-4c34-ad89-ec78a9d95ca6" providerId="ADAL" clId="{8317C74B-24CA-4633-BE11-49587EB7BA64}" dt="2024-12-09T19:47:56.177" v="2394" actId="1076"/>
          <ac:spMkLst>
            <pc:docMk/>
            <pc:sldMk cId="2588217800" sldId="266"/>
            <ac:spMk id="197" creationId="{8665C290-9565-FCD0-DDC7-18F75F226570}"/>
          </ac:spMkLst>
        </pc:spChg>
        <pc:spChg chg="add mod">
          <ac:chgData name="David Hedengren" userId="658bef35-c023-4c34-ad89-ec78a9d95ca6" providerId="ADAL" clId="{8317C74B-24CA-4633-BE11-49587EB7BA64}" dt="2024-12-09T19:47:56.177" v="2394" actId="1076"/>
          <ac:spMkLst>
            <pc:docMk/>
            <pc:sldMk cId="2588217800" sldId="266"/>
            <ac:spMk id="198" creationId="{826D4202-9989-1BB1-FCB8-9F12C8BB816A}"/>
          </ac:spMkLst>
        </pc:spChg>
        <pc:spChg chg="add del mod">
          <ac:chgData name="David Hedengren" userId="658bef35-c023-4c34-ad89-ec78a9d95ca6" providerId="ADAL" clId="{8317C74B-24CA-4633-BE11-49587EB7BA64}" dt="2024-12-09T19:46:23.462" v="2391" actId="478"/>
          <ac:spMkLst>
            <pc:docMk/>
            <pc:sldMk cId="2588217800" sldId="266"/>
            <ac:spMk id="199" creationId="{745F4E47-FE06-3EF5-A7F1-14DBE195432D}"/>
          </ac:spMkLst>
        </pc:spChg>
        <pc:spChg chg="add mod">
          <ac:chgData name="David Hedengren" userId="658bef35-c023-4c34-ad89-ec78a9d95ca6" providerId="ADAL" clId="{8317C74B-24CA-4633-BE11-49587EB7BA64}" dt="2024-12-09T19:47:56.177" v="2394" actId="1076"/>
          <ac:spMkLst>
            <pc:docMk/>
            <pc:sldMk cId="2588217800" sldId="266"/>
            <ac:spMk id="200" creationId="{6BC34C2D-9307-6E80-A73B-785FB6A3FA88}"/>
          </ac:spMkLst>
        </pc:spChg>
        <pc:spChg chg="add mod">
          <ac:chgData name="David Hedengren" userId="658bef35-c023-4c34-ad89-ec78a9d95ca6" providerId="ADAL" clId="{8317C74B-24CA-4633-BE11-49587EB7BA64}" dt="2024-12-09T19:47:56.177" v="2394" actId="1076"/>
          <ac:spMkLst>
            <pc:docMk/>
            <pc:sldMk cId="2588217800" sldId="266"/>
            <ac:spMk id="201" creationId="{A361BA73-1213-19AB-0C13-7FF85C3573B4}"/>
          </ac:spMkLst>
        </pc:spChg>
        <pc:spChg chg="add del mod">
          <ac:chgData name="David Hedengren" userId="658bef35-c023-4c34-ad89-ec78a9d95ca6" providerId="ADAL" clId="{8317C74B-24CA-4633-BE11-49587EB7BA64}" dt="2024-12-09T19:46:23.462" v="2391" actId="478"/>
          <ac:spMkLst>
            <pc:docMk/>
            <pc:sldMk cId="2588217800" sldId="266"/>
            <ac:spMk id="202" creationId="{2D0FD5C1-6819-3573-5BBC-C46F2D7AF472}"/>
          </ac:spMkLst>
        </pc:spChg>
        <pc:spChg chg="add mod">
          <ac:chgData name="David Hedengren" userId="658bef35-c023-4c34-ad89-ec78a9d95ca6" providerId="ADAL" clId="{8317C74B-24CA-4633-BE11-49587EB7BA64}" dt="2024-12-09T19:47:56.177" v="2394" actId="1076"/>
          <ac:spMkLst>
            <pc:docMk/>
            <pc:sldMk cId="2588217800" sldId="266"/>
            <ac:spMk id="203" creationId="{DA1B4C11-0EE7-2717-AC92-0816345DF4B0}"/>
          </ac:spMkLst>
        </pc:spChg>
        <pc:spChg chg="add mod">
          <ac:chgData name="David Hedengren" userId="658bef35-c023-4c34-ad89-ec78a9d95ca6" providerId="ADAL" clId="{8317C74B-24CA-4633-BE11-49587EB7BA64}" dt="2024-12-09T19:47:56.177" v="2394" actId="1076"/>
          <ac:spMkLst>
            <pc:docMk/>
            <pc:sldMk cId="2588217800" sldId="266"/>
            <ac:spMk id="204" creationId="{5A815CF4-121A-29FA-0AB7-8B1539309187}"/>
          </ac:spMkLst>
        </pc:spChg>
        <pc:spChg chg="add del mod">
          <ac:chgData name="David Hedengren" userId="658bef35-c023-4c34-ad89-ec78a9d95ca6" providerId="ADAL" clId="{8317C74B-24CA-4633-BE11-49587EB7BA64}" dt="2024-12-09T19:46:23.462" v="2391" actId="478"/>
          <ac:spMkLst>
            <pc:docMk/>
            <pc:sldMk cId="2588217800" sldId="266"/>
            <ac:spMk id="205" creationId="{E7BC659D-D78B-3090-B6A7-3BEF18CE9254}"/>
          </ac:spMkLst>
        </pc:spChg>
        <pc:spChg chg="add mod">
          <ac:chgData name="David Hedengren" userId="658bef35-c023-4c34-ad89-ec78a9d95ca6" providerId="ADAL" clId="{8317C74B-24CA-4633-BE11-49587EB7BA64}" dt="2024-12-09T19:47:56.177" v="2394" actId="1076"/>
          <ac:spMkLst>
            <pc:docMk/>
            <pc:sldMk cId="2588217800" sldId="266"/>
            <ac:spMk id="206" creationId="{04FFEB85-D66C-8FBF-5FD0-632C71F60908}"/>
          </ac:spMkLst>
        </pc:spChg>
        <pc:spChg chg="add mod">
          <ac:chgData name="David Hedengren" userId="658bef35-c023-4c34-ad89-ec78a9d95ca6" providerId="ADAL" clId="{8317C74B-24CA-4633-BE11-49587EB7BA64}" dt="2024-12-09T19:57:53.222" v="2664" actId="1076"/>
          <ac:spMkLst>
            <pc:docMk/>
            <pc:sldMk cId="2588217800" sldId="266"/>
            <ac:spMk id="207" creationId="{D9F2D0DD-19FF-ABF5-FDBA-15190238BD52}"/>
          </ac:spMkLst>
        </pc:spChg>
        <pc:cxnChg chg="add mod">
          <ac:chgData name="David Hedengren" userId="658bef35-c023-4c34-ad89-ec78a9d95ca6" providerId="ADAL" clId="{8317C74B-24CA-4633-BE11-49587EB7BA64}" dt="2024-12-09T19:47:56.177" v="2394" actId="1076"/>
          <ac:cxnSpMkLst>
            <pc:docMk/>
            <pc:sldMk cId="2588217800" sldId="266"/>
            <ac:cxnSpMk id="96" creationId="{ABAA821F-E550-5A9E-2B42-1DA43796BD7C}"/>
          </ac:cxnSpMkLst>
        </pc:cxnChg>
        <pc:cxnChg chg="add mod">
          <ac:chgData name="David Hedengren" userId="658bef35-c023-4c34-ad89-ec78a9d95ca6" providerId="ADAL" clId="{8317C74B-24CA-4633-BE11-49587EB7BA64}" dt="2024-12-09T19:47:56.177" v="2394" actId="1076"/>
          <ac:cxnSpMkLst>
            <pc:docMk/>
            <pc:sldMk cId="2588217800" sldId="266"/>
            <ac:cxnSpMk id="97" creationId="{B41AFC0D-97D1-E9B7-FBCB-87AF47C38133}"/>
          </ac:cxnSpMkLst>
        </pc:cxnChg>
        <pc:cxnChg chg="add mod">
          <ac:chgData name="David Hedengren" userId="658bef35-c023-4c34-ad89-ec78a9d95ca6" providerId="ADAL" clId="{8317C74B-24CA-4633-BE11-49587EB7BA64}" dt="2024-12-09T19:47:56.177" v="2394" actId="1076"/>
          <ac:cxnSpMkLst>
            <pc:docMk/>
            <pc:sldMk cId="2588217800" sldId="266"/>
            <ac:cxnSpMk id="98" creationId="{FF3BC88B-7A1F-946F-AF68-8387C7B48359}"/>
          </ac:cxnSpMkLst>
        </pc:cxnChg>
        <pc:cxnChg chg="add mod">
          <ac:chgData name="David Hedengren" userId="658bef35-c023-4c34-ad89-ec78a9d95ca6" providerId="ADAL" clId="{8317C74B-24CA-4633-BE11-49587EB7BA64}" dt="2024-12-09T19:47:56.177" v="2394" actId="1076"/>
          <ac:cxnSpMkLst>
            <pc:docMk/>
            <pc:sldMk cId="2588217800" sldId="266"/>
            <ac:cxnSpMk id="99" creationId="{DEE0EDB2-4591-1124-4A14-7297E0F1E267}"/>
          </ac:cxnSpMkLst>
        </pc:cxnChg>
        <pc:cxnChg chg="add mod">
          <ac:chgData name="David Hedengren" userId="658bef35-c023-4c34-ad89-ec78a9d95ca6" providerId="ADAL" clId="{8317C74B-24CA-4633-BE11-49587EB7BA64}" dt="2024-12-09T19:47:56.177" v="2394" actId="1076"/>
          <ac:cxnSpMkLst>
            <pc:docMk/>
            <pc:sldMk cId="2588217800" sldId="266"/>
            <ac:cxnSpMk id="100" creationId="{C0D9A60A-CBB9-0E45-8937-E3963F035C55}"/>
          </ac:cxnSpMkLst>
        </pc:cxnChg>
        <pc:cxnChg chg="add mod">
          <ac:chgData name="David Hedengren" userId="658bef35-c023-4c34-ad89-ec78a9d95ca6" providerId="ADAL" clId="{8317C74B-24CA-4633-BE11-49587EB7BA64}" dt="2024-12-09T19:47:56.177" v="2394" actId="1076"/>
          <ac:cxnSpMkLst>
            <pc:docMk/>
            <pc:sldMk cId="2588217800" sldId="266"/>
            <ac:cxnSpMk id="101" creationId="{0367DB20-A1F5-2E26-49F6-B4E415170B5C}"/>
          </ac:cxnSpMkLst>
        </pc:cxnChg>
        <pc:cxnChg chg="add mod">
          <ac:chgData name="David Hedengren" userId="658bef35-c023-4c34-ad89-ec78a9d95ca6" providerId="ADAL" clId="{8317C74B-24CA-4633-BE11-49587EB7BA64}" dt="2024-12-09T19:47:56.177" v="2394" actId="1076"/>
          <ac:cxnSpMkLst>
            <pc:docMk/>
            <pc:sldMk cId="2588217800" sldId="266"/>
            <ac:cxnSpMk id="102" creationId="{930A21A6-710C-9F4B-D482-AB91866C52D8}"/>
          </ac:cxnSpMkLst>
        </pc:cxnChg>
        <pc:cxnChg chg="add mod">
          <ac:chgData name="David Hedengren" userId="658bef35-c023-4c34-ad89-ec78a9d95ca6" providerId="ADAL" clId="{8317C74B-24CA-4633-BE11-49587EB7BA64}" dt="2024-12-09T19:47:56.177" v="2394" actId="1076"/>
          <ac:cxnSpMkLst>
            <pc:docMk/>
            <pc:sldMk cId="2588217800" sldId="266"/>
            <ac:cxnSpMk id="103" creationId="{87B0ACA3-87C9-BC3A-0571-ABAA402B0C42}"/>
          </ac:cxnSpMkLst>
        </pc:cxnChg>
        <pc:cxnChg chg="add mod">
          <ac:chgData name="David Hedengren" userId="658bef35-c023-4c34-ad89-ec78a9d95ca6" providerId="ADAL" clId="{8317C74B-24CA-4633-BE11-49587EB7BA64}" dt="2024-12-09T19:47:56.177" v="2394" actId="1076"/>
          <ac:cxnSpMkLst>
            <pc:docMk/>
            <pc:sldMk cId="2588217800" sldId="266"/>
            <ac:cxnSpMk id="105" creationId="{98BC8A23-7301-2697-1726-9171CB82C874}"/>
          </ac:cxnSpMkLst>
        </pc:cxnChg>
        <pc:cxnChg chg="add mod">
          <ac:chgData name="David Hedengren" userId="658bef35-c023-4c34-ad89-ec78a9d95ca6" providerId="ADAL" clId="{8317C74B-24CA-4633-BE11-49587EB7BA64}" dt="2024-12-09T19:47:56.177" v="2394" actId="1076"/>
          <ac:cxnSpMkLst>
            <pc:docMk/>
            <pc:sldMk cId="2588217800" sldId="266"/>
            <ac:cxnSpMk id="106" creationId="{43E52945-4977-FEDD-4FDA-F70EFF38109E}"/>
          </ac:cxnSpMkLst>
        </pc:cxnChg>
        <pc:cxnChg chg="add mod">
          <ac:chgData name="David Hedengren" userId="658bef35-c023-4c34-ad89-ec78a9d95ca6" providerId="ADAL" clId="{8317C74B-24CA-4633-BE11-49587EB7BA64}" dt="2024-12-09T19:47:56.177" v="2394" actId="1076"/>
          <ac:cxnSpMkLst>
            <pc:docMk/>
            <pc:sldMk cId="2588217800" sldId="266"/>
            <ac:cxnSpMk id="107" creationId="{7041E090-5BA0-B489-942D-28B19BA09118}"/>
          </ac:cxnSpMkLst>
        </pc:cxnChg>
        <pc:cxnChg chg="add mod">
          <ac:chgData name="David Hedengren" userId="658bef35-c023-4c34-ad89-ec78a9d95ca6" providerId="ADAL" clId="{8317C74B-24CA-4633-BE11-49587EB7BA64}" dt="2024-12-09T19:47:56.177" v="2394" actId="1076"/>
          <ac:cxnSpMkLst>
            <pc:docMk/>
            <pc:sldMk cId="2588217800" sldId="266"/>
            <ac:cxnSpMk id="108" creationId="{7EEFCD56-EF93-DF28-C771-E8373875D5DD}"/>
          </ac:cxnSpMkLst>
        </pc:cxnChg>
        <pc:cxnChg chg="del">
          <ac:chgData name="David Hedengren" userId="658bef35-c023-4c34-ad89-ec78a9d95ca6" providerId="ADAL" clId="{8317C74B-24CA-4633-BE11-49587EB7BA64}" dt="2024-12-09T09:35:39.082" v="1863" actId="478"/>
          <ac:cxnSpMkLst>
            <pc:docMk/>
            <pc:sldMk cId="2588217800" sldId="266"/>
            <ac:cxnSpMk id="110" creationId="{E77A9F06-13CC-E553-B787-F261357C301E}"/>
          </ac:cxnSpMkLst>
        </pc:cxnChg>
        <pc:cxnChg chg="del">
          <ac:chgData name="David Hedengren" userId="658bef35-c023-4c34-ad89-ec78a9d95ca6" providerId="ADAL" clId="{8317C74B-24CA-4633-BE11-49587EB7BA64}" dt="2024-12-09T09:35:39.082" v="1863" actId="478"/>
          <ac:cxnSpMkLst>
            <pc:docMk/>
            <pc:sldMk cId="2588217800" sldId="266"/>
            <ac:cxnSpMk id="111" creationId="{1C13623E-6D64-BD9E-BDE6-0B45B0E7158F}"/>
          </ac:cxnSpMkLst>
        </pc:cxnChg>
        <pc:cxnChg chg="del">
          <ac:chgData name="David Hedengren" userId="658bef35-c023-4c34-ad89-ec78a9d95ca6" providerId="ADAL" clId="{8317C74B-24CA-4633-BE11-49587EB7BA64}" dt="2024-12-09T09:35:40.710" v="1864" actId="478"/>
          <ac:cxnSpMkLst>
            <pc:docMk/>
            <pc:sldMk cId="2588217800" sldId="266"/>
            <ac:cxnSpMk id="114" creationId="{709CC7C2-F339-FE24-44FE-85714D6C8B93}"/>
          </ac:cxnSpMkLst>
        </pc:cxnChg>
        <pc:cxnChg chg="del">
          <ac:chgData name="David Hedengren" userId="658bef35-c023-4c34-ad89-ec78a9d95ca6" providerId="ADAL" clId="{8317C74B-24CA-4633-BE11-49587EB7BA64}" dt="2024-12-09T09:35:39.082" v="1863" actId="478"/>
          <ac:cxnSpMkLst>
            <pc:docMk/>
            <pc:sldMk cId="2588217800" sldId="266"/>
            <ac:cxnSpMk id="115" creationId="{F38A4BFB-0608-F7A1-E35B-CC568669A7D1}"/>
          </ac:cxnSpMkLst>
        </pc:cxnChg>
        <pc:cxnChg chg="del">
          <ac:chgData name="David Hedengren" userId="658bef35-c023-4c34-ad89-ec78a9d95ca6" providerId="ADAL" clId="{8317C74B-24CA-4633-BE11-49587EB7BA64}" dt="2024-12-09T09:35:39.082" v="1863" actId="478"/>
          <ac:cxnSpMkLst>
            <pc:docMk/>
            <pc:sldMk cId="2588217800" sldId="266"/>
            <ac:cxnSpMk id="116" creationId="{EA64C406-AC94-A35A-0253-C5B8CBA1BAFB}"/>
          </ac:cxnSpMkLst>
        </pc:cxnChg>
        <pc:cxnChg chg="del">
          <ac:chgData name="David Hedengren" userId="658bef35-c023-4c34-ad89-ec78a9d95ca6" providerId="ADAL" clId="{8317C74B-24CA-4633-BE11-49587EB7BA64}" dt="2024-12-09T09:35:39.082" v="1863" actId="478"/>
          <ac:cxnSpMkLst>
            <pc:docMk/>
            <pc:sldMk cId="2588217800" sldId="266"/>
            <ac:cxnSpMk id="117" creationId="{8CD98AED-D49D-4B79-685F-EFE56ADA1035}"/>
          </ac:cxnSpMkLst>
        </pc:cxnChg>
        <pc:cxnChg chg="del">
          <ac:chgData name="David Hedengren" userId="658bef35-c023-4c34-ad89-ec78a9d95ca6" providerId="ADAL" clId="{8317C74B-24CA-4633-BE11-49587EB7BA64}" dt="2024-12-09T09:35:34.683" v="1862" actId="478"/>
          <ac:cxnSpMkLst>
            <pc:docMk/>
            <pc:sldMk cId="2588217800" sldId="266"/>
            <ac:cxnSpMk id="118" creationId="{C6F5A18D-994F-4171-D3E8-0A683A7BA1A4}"/>
          </ac:cxnSpMkLst>
        </pc:cxnChg>
        <pc:cxnChg chg="del">
          <ac:chgData name="David Hedengren" userId="658bef35-c023-4c34-ad89-ec78a9d95ca6" providerId="ADAL" clId="{8317C74B-24CA-4633-BE11-49587EB7BA64}" dt="2024-12-09T09:35:34.683" v="1862" actId="478"/>
          <ac:cxnSpMkLst>
            <pc:docMk/>
            <pc:sldMk cId="2588217800" sldId="266"/>
            <ac:cxnSpMk id="122" creationId="{965214A9-34A6-5DD9-8C88-D7131E0531EE}"/>
          </ac:cxnSpMkLst>
        </pc:cxnChg>
        <pc:cxnChg chg="del">
          <ac:chgData name="David Hedengren" userId="658bef35-c023-4c34-ad89-ec78a9d95ca6" providerId="ADAL" clId="{8317C74B-24CA-4633-BE11-49587EB7BA64}" dt="2024-12-09T09:35:34.683" v="1862" actId="478"/>
          <ac:cxnSpMkLst>
            <pc:docMk/>
            <pc:sldMk cId="2588217800" sldId="266"/>
            <ac:cxnSpMk id="125" creationId="{6F988C6D-F45A-79A4-F70F-3DFA3856F9C0}"/>
          </ac:cxnSpMkLst>
        </pc:cxnChg>
        <pc:cxnChg chg="del">
          <ac:chgData name="David Hedengren" userId="658bef35-c023-4c34-ad89-ec78a9d95ca6" providerId="ADAL" clId="{8317C74B-24CA-4633-BE11-49587EB7BA64}" dt="2024-12-09T09:35:34.683" v="1862" actId="478"/>
          <ac:cxnSpMkLst>
            <pc:docMk/>
            <pc:sldMk cId="2588217800" sldId="266"/>
            <ac:cxnSpMk id="126" creationId="{72F907F0-4B93-EC47-FD98-6D8C74E06D8B}"/>
          </ac:cxnSpMkLst>
        </pc:cxnChg>
        <pc:cxnChg chg="del">
          <ac:chgData name="David Hedengren" userId="658bef35-c023-4c34-ad89-ec78a9d95ca6" providerId="ADAL" clId="{8317C74B-24CA-4633-BE11-49587EB7BA64}" dt="2024-12-09T09:35:34.683" v="1862" actId="478"/>
          <ac:cxnSpMkLst>
            <pc:docMk/>
            <pc:sldMk cId="2588217800" sldId="266"/>
            <ac:cxnSpMk id="127" creationId="{DDEDA4E8-2DF1-6CDE-E21D-B8DCAD565C91}"/>
          </ac:cxnSpMkLst>
        </pc:cxnChg>
        <pc:cxnChg chg="del">
          <ac:chgData name="David Hedengren" userId="658bef35-c023-4c34-ad89-ec78a9d95ca6" providerId="ADAL" clId="{8317C74B-24CA-4633-BE11-49587EB7BA64}" dt="2024-12-09T09:35:34.683" v="1862" actId="478"/>
          <ac:cxnSpMkLst>
            <pc:docMk/>
            <pc:sldMk cId="2588217800" sldId="266"/>
            <ac:cxnSpMk id="128" creationId="{C2E5BC40-10A4-022B-24E0-4142DAA38100}"/>
          </ac:cxnSpMkLst>
        </pc:cxnChg>
        <pc:cxnChg chg="del">
          <ac:chgData name="David Hedengren" userId="658bef35-c023-4c34-ad89-ec78a9d95ca6" providerId="ADAL" clId="{8317C74B-24CA-4633-BE11-49587EB7BA64}" dt="2024-12-09T09:35:34.683" v="1862" actId="478"/>
          <ac:cxnSpMkLst>
            <pc:docMk/>
            <pc:sldMk cId="2588217800" sldId="266"/>
            <ac:cxnSpMk id="131" creationId="{9E49AF9A-A25C-7024-8E6E-0145CB986AD4}"/>
          </ac:cxnSpMkLst>
        </pc:cxnChg>
        <pc:cxnChg chg="del">
          <ac:chgData name="David Hedengren" userId="658bef35-c023-4c34-ad89-ec78a9d95ca6" providerId="ADAL" clId="{8317C74B-24CA-4633-BE11-49587EB7BA64}" dt="2024-12-09T09:35:34.683" v="1862" actId="478"/>
          <ac:cxnSpMkLst>
            <pc:docMk/>
            <pc:sldMk cId="2588217800" sldId="266"/>
            <ac:cxnSpMk id="132" creationId="{336F55C1-0D6E-510C-DD63-D5A45CD520E8}"/>
          </ac:cxnSpMkLst>
        </pc:cxnChg>
        <pc:cxnChg chg="del">
          <ac:chgData name="David Hedengren" userId="658bef35-c023-4c34-ad89-ec78a9d95ca6" providerId="ADAL" clId="{8317C74B-24CA-4633-BE11-49587EB7BA64}" dt="2024-12-09T09:30:15.771" v="1830" actId="478"/>
          <ac:cxnSpMkLst>
            <pc:docMk/>
            <pc:sldMk cId="2588217800" sldId="266"/>
            <ac:cxnSpMk id="134" creationId="{C4D6017C-F08C-0A47-04B9-96BC4DECB673}"/>
          </ac:cxnSpMkLst>
        </pc:cxnChg>
        <pc:cxnChg chg="del">
          <ac:chgData name="David Hedengren" userId="658bef35-c023-4c34-ad89-ec78a9d95ca6" providerId="ADAL" clId="{8317C74B-24CA-4633-BE11-49587EB7BA64}" dt="2024-12-09T09:30:17.841" v="1831" actId="478"/>
          <ac:cxnSpMkLst>
            <pc:docMk/>
            <pc:sldMk cId="2588217800" sldId="266"/>
            <ac:cxnSpMk id="135" creationId="{C0F97E3B-8CB2-D735-BB9A-24BADBD18067}"/>
          </ac:cxnSpMkLst>
        </pc:cxnChg>
        <pc:cxnChg chg="add del mod">
          <ac:chgData name="David Hedengren" userId="658bef35-c023-4c34-ad89-ec78a9d95ca6" providerId="ADAL" clId="{8317C74B-24CA-4633-BE11-49587EB7BA64}" dt="2024-12-09T09:35:54.875" v="1869" actId="478"/>
          <ac:cxnSpMkLst>
            <pc:docMk/>
            <pc:sldMk cId="2588217800" sldId="266"/>
            <ac:cxnSpMk id="140" creationId="{967BE32D-CF28-6BE9-D6EF-4A0138DB1F0A}"/>
          </ac:cxnSpMkLst>
        </pc:cxnChg>
      </pc:sldChg>
      <pc:sldChg chg="addSp delSp modSp del mod">
        <pc:chgData name="David Hedengren" userId="658bef35-c023-4c34-ad89-ec78a9d95ca6" providerId="ADAL" clId="{8317C74B-24CA-4633-BE11-49587EB7BA64}" dt="2024-12-06T09:26:04.617" v="265" actId="47"/>
        <pc:sldMkLst>
          <pc:docMk/>
          <pc:sldMk cId="3283207023" sldId="268"/>
        </pc:sldMkLst>
        <pc:spChg chg="mod">
          <ac:chgData name="David Hedengren" userId="658bef35-c023-4c34-ad89-ec78a9d95ca6" providerId="ADAL" clId="{8317C74B-24CA-4633-BE11-49587EB7BA64}" dt="2024-12-06T09:25:57.786" v="264" actId="1076"/>
          <ac:spMkLst>
            <pc:docMk/>
            <pc:sldMk cId="3283207023" sldId="268"/>
            <ac:spMk id="3" creationId="{8F9D4A51-6FB1-243D-A4D7-614B478C308F}"/>
          </ac:spMkLst>
        </pc:spChg>
        <pc:spChg chg="mod">
          <ac:chgData name="David Hedengren" userId="658bef35-c023-4c34-ad89-ec78a9d95ca6" providerId="ADAL" clId="{8317C74B-24CA-4633-BE11-49587EB7BA64}" dt="2024-12-06T09:09:24.207" v="83" actId="1076"/>
          <ac:spMkLst>
            <pc:docMk/>
            <pc:sldMk cId="3283207023" sldId="268"/>
            <ac:spMk id="9" creationId="{1F2E590E-CCA8-0DAB-0D45-6EF9A300B3AE}"/>
          </ac:spMkLst>
        </pc:spChg>
        <pc:picChg chg="add mod">
          <ac:chgData name="David Hedengren" userId="658bef35-c023-4c34-ad89-ec78a9d95ca6" providerId="ADAL" clId="{8317C74B-24CA-4633-BE11-49587EB7BA64}" dt="2024-12-06T09:12:23.308" v="89" actId="14100"/>
          <ac:picMkLst>
            <pc:docMk/>
            <pc:sldMk cId="3283207023" sldId="268"/>
            <ac:picMk id="13" creationId="{806930B2-F327-6FE3-85B6-EC9D9B767F50}"/>
          </ac:picMkLst>
        </pc:picChg>
        <pc:picChg chg="del mod">
          <ac:chgData name="David Hedengren" userId="658bef35-c023-4c34-ad89-ec78a9d95ca6" providerId="ADAL" clId="{8317C74B-24CA-4633-BE11-49587EB7BA64}" dt="2024-12-06T09:12:08.174" v="85" actId="478"/>
          <ac:picMkLst>
            <pc:docMk/>
            <pc:sldMk cId="3283207023" sldId="268"/>
            <ac:picMk id="15" creationId="{1927BF42-1D47-4877-9246-A2F2D6DDAB46}"/>
          </ac:picMkLst>
        </pc:picChg>
      </pc:sldChg>
      <pc:sldChg chg="addSp delSp modSp add del mod addAnim delAnim">
        <pc:chgData name="David Hedengren" userId="658bef35-c023-4c34-ad89-ec78a9d95ca6" providerId="ADAL" clId="{8317C74B-24CA-4633-BE11-49587EB7BA64}" dt="2024-12-06T09:30:35.189" v="370" actId="47"/>
        <pc:sldMkLst>
          <pc:docMk/>
          <pc:sldMk cId="522308162" sldId="269"/>
        </pc:sldMkLst>
        <pc:spChg chg="add del mod">
          <ac:chgData name="David Hedengren" userId="658bef35-c023-4c34-ad89-ec78a9d95ca6" providerId="ADAL" clId="{8317C74B-24CA-4633-BE11-49587EB7BA64}" dt="2024-12-06T09:25:49.882" v="262" actId="207"/>
          <ac:spMkLst>
            <pc:docMk/>
            <pc:sldMk cId="522308162" sldId="269"/>
            <ac:spMk id="3" creationId="{8F9D4A51-6FB1-243D-A4D7-614B478C308F}"/>
          </ac:spMkLst>
        </pc:spChg>
        <pc:picChg chg="add mod">
          <ac:chgData name="David Hedengren" userId="658bef35-c023-4c34-ad89-ec78a9d95ca6" providerId="ADAL" clId="{8317C74B-24CA-4633-BE11-49587EB7BA64}" dt="2024-11-27T13:48:51.626" v="9"/>
          <ac:picMkLst>
            <pc:docMk/>
            <pc:sldMk cId="522308162" sldId="269"/>
            <ac:picMk id="12" creationId="{B936CFA9-6359-8F5D-35DD-8A9D0927F364}"/>
          </ac:picMkLst>
        </pc:picChg>
        <pc:picChg chg="del">
          <ac:chgData name="David Hedengren" userId="658bef35-c023-4c34-ad89-ec78a9d95ca6" providerId="ADAL" clId="{8317C74B-24CA-4633-BE11-49587EB7BA64}" dt="2024-11-27T13:48:51.423" v="8" actId="478"/>
          <ac:picMkLst>
            <pc:docMk/>
            <pc:sldMk cId="522308162" sldId="269"/>
            <ac:picMk id="15" creationId="{1927BF42-1D47-4877-9246-A2F2D6DDAB46}"/>
          </ac:picMkLst>
        </pc:picChg>
      </pc:sldChg>
      <pc:sldChg chg="modSp mod">
        <pc:chgData name="David Hedengren" userId="658bef35-c023-4c34-ad89-ec78a9d95ca6" providerId="ADAL" clId="{8317C74B-24CA-4633-BE11-49587EB7BA64}" dt="2024-12-06T09:51:06.977" v="651" actId="207"/>
        <pc:sldMkLst>
          <pc:docMk/>
          <pc:sldMk cId="490731367" sldId="271"/>
        </pc:sldMkLst>
        <pc:spChg chg="mod">
          <ac:chgData name="David Hedengren" userId="658bef35-c023-4c34-ad89-ec78a9d95ca6" providerId="ADAL" clId="{8317C74B-24CA-4633-BE11-49587EB7BA64}" dt="2024-12-06T09:31:50.541" v="376" actId="208"/>
          <ac:spMkLst>
            <pc:docMk/>
            <pc:sldMk cId="490731367" sldId="271"/>
            <ac:spMk id="8" creationId="{78640AE0-ECE9-2C8F-59C3-C8164D64B43C}"/>
          </ac:spMkLst>
        </pc:spChg>
        <pc:spChg chg="mod">
          <ac:chgData name="David Hedengren" userId="658bef35-c023-4c34-ad89-ec78a9d95ca6" providerId="ADAL" clId="{8317C74B-24CA-4633-BE11-49587EB7BA64}" dt="2024-12-06T09:50:48.190" v="646" actId="208"/>
          <ac:spMkLst>
            <pc:docMk/>
            <pc:sldMk cId="490731367" sldId="271"/>
            <ac:spMk id="10" creationId="{568A97C1-38F4-7B16-021B-F44256D02206}"/>
          </ac:spMkLst>
        </pc:spChg>
        <pc:spChg chg="mod">
          <ac:chgData name="David Hedengren" userId="658bef35-c023-4c34-ad89-ec78a9d95ca6" providerId="ADAL" clId="{8317C74B-24CA-4633-BE11-49587EB7BA64}" dt="2024-12-06T09:50:59.071" v="649" actId="208"/>
          <ac:spMkLst>
            <pc:docMk/>
            <pc:sldMk cId="490731367" sldId="271"/>
            <ac:spMk id="11" creationId="{64411D26-FFFA-212B-AB2C-E7ECE1E919B7}"/>
          </ac:spMkLst>
        </pc:spChg>
        <pc:spChg chg="mod">
          <ac:chgData name="David Hedengren" userId="658bef35-c023-4c34-ad89-ec78a9d95ca6" providerId="ADAL" clId="{8317C74B-24CA-4633-BE11-49587EB7BA64}" dt="2024-12-06T09:51:06.977" v="651" actId="207"/>
          <ac:spMkLst>
            <pc:docMk/>
            <pc:sldMk cId="490731367" sldId="271"/>
            <ac:spMk id="12" creationId="{0FD6647F-506A-0F74-6DEB-EE9C280F2081}"/>
          </ac:spMkLst>
        </pc:spChg>
      </pc:sldChg>
      <pc:sldChg chg="modSp mod">
        <pc:chgData name="David Hedengren" userId="658bef35-c023-4c34-ad89-ec78a9d95ca6" providerId="ADAL" clId="{8317C74B-24CA-4633-BE11-49587EB7BA64}" dt="2024-12-09T09:35:17.677" v="1861" actId="1036"/>
        <pc:sldMkLst>
          <pc:docMk/>
          <pc:sldMk cId="1299977420" sldId="272"/>
        </pc:sldMkLst>
        <pc:spChg chg="mod">
          <ac:chgData name="David Hedengren" userId="658bef35-c023-4c34-ad89-ec78a9d95ca6" providerId="ADAL" clId="{8317C74B-24CA-4633-BE11-49587EB7BA64}" dt="2024-12-09T09:35:17.677" v="1861" actId="1036"/>
          <ac:spMkLst>
            <pc:docMk/>
            <pc:sldMk cId="1299977420" sldId="272"/>
            <ac:spMk id="7" creationId="{1E1F030D-71CD-7235-9898-DA9D62018CB4}"/>
          </ac:spMkLst>
        </pc:spChg>
      </pc:sldChg>
      <pc:sldChg chg="new del">
        <pc:chgData name="David Hedengren" userId="658bef35-c023-4c34-ad89-ec78a9d95ca6" providerId="ADAL" clId="{8317C74B-24CA-4633-BE11-49587EB7BA64}" dt="2024-11-27T15:50:15.128" v="14" actId="47"/>
        <pc:sldMkLst>
          <pc:docMk/>
          <pc:sldMk cId="3971269088" sldId="274"/>
        </pc:sldMkLst>
      </pc:sldChg>
      <pc:sldChg chg="addSp delSp modSp add mod delAnim modAnim">
        <pc:chgData name="David Hedengren" userId="658bef35-c023-4c34-ad89-ec78a9d95ca6" providerId="ADAL" clId="{8317C74B-24CA-4633-BE11-49587EB7BA64}" dt="2024-11-27T15:51:50.197" v="48" actId="1076"/>
        <pc:sldMkLst>
          <pc:docMk/>
          <pc:sldMk cId="3620691155" sldId="275"/>
        </pc:sldMkLst>
        <pc:spChg chg="add mod">
          <ac:chgData name="David Hedengren" userId="658bef35-c023-4c34-ad89-ec78a9d95ca6" providerId="ADAL" clId="{8317C74B-24CA-4633-BE11-49587EB7BA64}" dt="2024-11-27T15:51:50.197" v="48" actId="1076"/>
          <ac:spMkLst>
            <pc:docMk/>
            <pc:sldMk cId="3620691155" sldId="275"/>
            <ac:spMk id="139" creationId="{F96560E1-D74F-7F1C-699B-173669B81327}"/>
          </ac:spMkLst>
        </pc:spChg>
        <pc:spChg chg="add del mod ord">
          <ac:chgData name="David Hedengren" userId="658bef35-c023-4c34-ad89-ec78a9d95ca6" providerId="ADAL" clId="{8317C74B-24CA-4633-BE11-49587EB7BA64}" dt="2024-11-27T15:51:26.878" v="35" actId="478"/>
          <ac:spMkLst>
            <pc:docMk/>
            <pc:sldMk cId="3620691155" sldId="275"/>
            <ac:spMk id="140" creationId="{F43B85B8-D936-58AF-5C96-2E1012710CF3}"/>
          </ac:spMkLst>
        </pc:spChg>
        <pc:grpChg chg="add del mod">
          <ac:chgData name="David Hedengren" userId="658bef35-c023-4c34-ad89-ec78a9d95ca6" providerId="ADAL" clId="{8317C74B-24CA-4633-BE11-49587EB7BA64}" dt="2024-11-27T15:51:46.279" v="46" actId="478"/>
          <ac:grpSpMkLst>
            <pc:docMk/>
            <pc:sldMk cId="3620691155" sldId="275"/>
            <ac:grpSpMk id="115" creationId="{B3B7F77C-40EA-2F10-ECFC-B2213A9DDA0E}"/>
          </ac:grpSpMkLst>
        </pc:grpChg>
        <pc:grpChg chg="add del mod">
          <ac:chgData name="David Hedengren" userId="658bef35-c023-4c34-ad89-ec78a9d95ca6" providerId="ADAL" clId="{8317C74B-24CA-4633-BE11-49587EB7BA64}" dt="2024-11-27T15:51:40.572" v="40"/>
          <ac:grpSpMkLst>
            <pc:docMk/>
            <pc:sldMk cId="3620691155" sldId="275"/>
            <ac:grpSpMk id="141" creationId="{B873EA49-96AF-0F99-9321-6E4156C7C12D}"/>
          </ac:grpSpMkLst>
        </pc:grpChg>
        <pc:cxnChg chg="mod">
          <ac:chgData name="David Hedengren" userId="658bef35-c023-4c34-ad89-ec78a9d95ca6" providerId="ADAL" clId="{8317C74B-24CA-4633-BE11-49587EB7BA64}" dt="2024-11-27T15:50:40.367" v="15"/>
          <ac:cxnSpMkLst>
            <pc:docMk/>
            <pc:sldMk cId="3620691155" sldId="275"/>
            <ac:cxnSpMk id="117" creationId="{7FD8BBB5-482C-3C29-E49E-F30520033D66}"/>
          </ac:cxnSpMkLst>
        </pc:cxnChg>
        <pc:cxnChg chg="mod">
          <ac:chgData name="David Hedengren" userId="658bef35-c023-4c34-ad89-ec78a9d95ca6" providerId="ADAL" clId="{8317C74B-24CA-4633-BE11-49587EB7BA64}" dt="2024-11-27T15:50:40.367" v="15"/>
          <ac:cxnSpMkLst>
            <pc:docMk/>
            <pc:sldMk cId="3620691155" sldId="275"/>
            <ac:cxnSpMk id="119" creationId="{B829C19B-C60F-2C21-271D-27530478BCE9}"/>
          </ac:cxnSpMkLst>
        </pc:cxnChg>
        <pc:cxnChg chg="mod">
          <ac:chgData name="David Hedengren" userId="658bef35-c023-4c34-ad89-ec78a9d95ca6" providerId="ADAL" clId="{8317C74B-24CA-4633-BE11-49587EB7BA64}" dt="2024-11-27T15:51:39.566" v="39"/>
          <ac:cxnSpMkLst>
            <pc:docMk/>
            <pc:sldMk cId="3620691155" sldId="275"/>
            <ac:cxnSpMk id="142" creationId="{791A8907-C18C-B53B-9D64-A19C4F69A0A6}"/>
          </ac:cxnSpMkLst>
        </pc:cxnChg>
        <pc:cxnChg chg="mod">
          <ac:chgData name="David Hedengren" userId="658bef35-c023-4c34-ad89-ec78a9d95ca6" providerId="ADAL" clId="{8317C74B-24CA-4633-BE11-49587EB7BA64}" dt="2024-11-27T15:51:39.566" v="39"/>
          <ac:cxnSpMkLst>
            <pc:docMk/>
            <pc:sldMk cId="3620691155" sldId="275"/>
            <ac:cxnSpMk id="143" creationId="{7FDC709D-6103-8DB9-B5CC-FD4087987953}"/>
          </ac:cxnSpMkLst>
        </pc:cxnChg>
      </pc:sldChg>
      <pc:sldChg chg="addSp delSp modSp add mod setBg delAnim modAnim delDesignElem">
        <pc:chgData name="David Hedengren" userId="658bef35-c023-4c34-ad89-ec78a9d95ca6" providerId="ADAL" clId="{8317C74B-24CA-4633-BE11-49587EB7BA64}" dt="2024-12-08T19:18:18.362" v="828" actId="20577"/>
        <pc:sldMkLst>
          <pc:docMk/>
          <pc:sldMk cId="785987517" sldId="276"/>
        </pc:sldMkLst>
        <pc:spChg chg="mod">
          <ac:chgData name="David Hedengren" userId="658bef35-c023-4c34-ad89-ec78a9d95ca6" providerId="ADAL" clId="{8317C74B-24CA-4633-BE11-49587EB7BA64}" dt="2024-12-06T11:14:31.522" v="770" actId="20577"/>
          <ac:spMkLst>
            <pc:docMk/>
            <pc:sldMk cId="785987517" sldId="276"/>
            <ac:spMk id="2" creationId="{3A9A97EA-8FE7-9B7F-6939-EAD4E2B00AEF}"/>
          </ac:spMkLst>
        </pc:spChg>
        <pc:spChg chg="del mod">
          <ac:chgData name="David Hedengren" userId="658bef35-c023-4c34-ad89-ec78a9d95ca6" providerId="ADAL" clId="{8317C74B-24CA-4633-BE11-49587EB7BA64}" dt="2024-12-06T09:14:50.716" v="127" actId="478"/>
          <ac:spMkLst>
            <pc:docMk/>
            <pc:sldMk cId="785987517" sldId="276"/>
            <ac:spMk id="3" creationId="{F1AFB33B-686D-DBBF-AD09-A9A40F47EAE2}"/>
          </ac:spMkLst>
        </pc:spChg>
        <pc:spChg chg="add del mod">
          <ac:chgData name="David Hedengren" userId="658bef35-c023-4c34-ad89-ec78a9d95ca6" providerId="ADAL" clId="{8317C74B-24CA-4633-BE11-49587EB7BA64}" dt="2024-12-06T09:14:19.690" v="103" actId="26606"/>
          <ac:spMkLst>
            <pc:docMk/>
            <pc:sldMk cId="785987517" sldId="276"/>
            <ac:spMk id="6" creationId="{C65602BA-4E2B-6DE4-B9B2-038F566113B1}"/>
          </ac:spMkLst>
        </pc:spChg>
        <pc:spChg chg="add del mod">
          <ac:chgData name="David Hedengren" userId="658bef35-c023-4c34-ad89-ec78a9d95ca6" providerId="ADAL" clId="{8317C74B-24CA-4633-BE11-49587EB7BA64}" dt="2024-12-06T09:14:10.409" v="102" actId="478"/>
          <ac:spMkLst>
            <pc:docMk/>
            <pc:sldMk cId="785987517" sldId="276"/>
            <ac:spMk id="7" creationId="{8585A74C-B0D6-40A1-C09B-F2E9DE7DF762}"/>
          </ac:spMkLst>
        </pc:spChg>
        <pc:spChg chg="add mod">
          <ac:chgData name="David Hedengren" userId="658bef35-c023-4c34-ad89-ec78a9d95ca6" providerId="ADAL" clId="{8317C74B-24CA-4633-BE11-49587EB7BA64}" dt="2024-12-08T19:17:45.332" v="789" actId="20577"/>
          <ac:spMkLst>
            <pc:docMk/>
            <pc:sldMk cId="785987517" sldId="276"/>
            <ac:spMk id="8" creationId="{A4ABED56-D9C6-8770-D752-9461B41264AD}"/>
          </ac:spMkLst>
        </pc:spChg>
        <pc:spChg chg="add mod">
          <ac:chgData name="David Hedengren" userId="658bef35-c023-4c34-ad89-ec78a9d95ca6" providerId="ADAL" clId="{8317C74B-24CA-4633-BE11-49587EB7BA64}" dt="2024-12-08T19:18:18.362" v="828" actId="20577"/>
          <ac:spMkLst>
            <pc:docMk/>
            <pc:sldMk cId="785987517" sldId="276"/>
            <ac:spMk id="10" creationId="{B725D352-DAE9-8934-8946-3036E2A18C7B}"/>
          </ac:spMkLst>
        </pc:spChg>
        <pc:spChg chg="add del">
          <ac:chgData name="David Hedengren" userId="658bef35-c023-4c34-ad89-ec78a9d95ca6" providerId="ADAL" clId="{8317C74B-24CA-4633-BE11-49587EB7BA64}" dt="2024-12-06T09:14:39.974" v="124" actId="26606"/>
          <ac:spMkLst>
            <pc:docMk/>
            <pc:sldMk cId="785987517" sldId="276"/>
            <ac:spMk id="11" creationId="{9B7AD9F6-8CE7-4299-8FC6-328F4DCD3FF9}"/>
          </ac:spMkLst>
        </pc:spChg>
        <pc:spChg chg="add mod">
          <ac:chgData name="David Hedengren" userId="658bef35-c023-4c34-ad89-ec78a9d95ca6" providerId="ADAL" clId="{8317C74B-24CA-4633-BE11-49587EB7BA64}" dt="2024-12-06T09:16:38.210" v="156" actId="2711"/>
          <ac:spMkLst>
            <pc:docMk/>
            <pc:sldMk cId="785987517" sldId="276"/>
            <ac:spMk id="12" creationId="{E97302DD-3D0B-D708-89EC-8A30EEE13509}"/>
          </ac:spMkLst>
        </pc:spChg>
        <pc:spChg chg="add del">
          <ac:chgData name="David Hedengren" userId="658bef35-c023-4c34-ad89-ec78a9d95ca6" providerId="ADAL" clId="{8317C74B-24CA-4633-BE11-49587EB7BA64}" dt="2024-12-06T09:14:39.974" v="124" actId="26606"/>
          <ac:spMkLst>
            <pc:docMk/>
            <pc:sldMk cId="785987517" sldId="276"/>
            <ac:spMk id="13" creationId="{82580482-BA80-420A-8A05-C58E97F26B21}"/>
          </ac:spMkLst>
        </pc:spChg>
        <pc:spChg chg="add del">
          <ac:chgData name="David Hedengren" userId="658bef35-c023-4c34-ad89-ec78a9d95ca6" providerId="ADAL" clId="{8317C74B-24CA-4633-BE11-49587EB7BA64}" dt="2024-12-06T09:24:37.552" v="239"/>
          <ac:spMkLst>
            <pc:docMk/>
            <pc:sldMk cId="785987517" sldId="276"/>
            <ac:spMk id="18" creationId="{9B7AD9F6-8CE7-4299-8FC6-328F4DCD3FF9}"/>
          </ac:spMkLst>
        </pc:spChg>
        <pc:spChg chg="add del">
          <ac:chgData name="David Hedengren" userId="658bef35-c023-4c34-ad89-ec78a9d95ca6" providerId="ADAL" clId="{8317C74B-24CA-4633-BE11-49587EB7BA64}" dt="2024-12-06T09:24:37.552" v="239"/>
          <ac:spMkLst>
            <pc:docMk/>
            <pc:sldMk cId="785987517" sldId="276"/>
            <ac:spMk id="20" creationId="{F49775AF-8896-43EE-92C6-83497D6DC56F}"/>
          </ac:spMkLst>
        </pc:spChg>
        <pc:picChg chg="add mod">
          <ac:chgData name="David Hedengren" userId="658bef35-c023-4c34-ad89-ec78a9d95ca6" providerId="ADAL" clId="{8317C74B-24CA-4633-BE11-49587EB7BA64}" dt="2024-12-06T09:14:39.974" v="124" actId="26606"/>
          <ac:picMkLst>
            <pc:docMk/>
            <pc:sldMk cId="785987517" sldId="276"/>
            <ac:picMk id="4" creationId="{06E8A882-5214-982B-6654-B95F0894B180}"/>
          </ac:picMkLst>
        </pc:picChg>
        <pc:picChg chg="add del mod">
          <ac:chgData name="David Hedengren" userId="658bef35-c023-4c34-ad89-ec78a9d95ca6" providerId="ADAL" clId="{8317C74B-24CA-4633-BE11-49587EB7BA64}" dt="2024-12-06T09:13:56.833" v="99"/>
          <ac:picMkLst>
            <pc:docMk/>
            <pc:sldMk cId="785987517" sldId="276"/>
            <ac:picMk id="5" creationId="{612D5EFA-568C-1A87-54B4-2E3FDD02DD27}"/>
          </ac:picMkLst>
        </pc:picChg>
      </pc:sldChg>
      <pc:sldChg chg="new del">
        <pc:chgData name="David Hedengren" userId="658bef35-c023-4c34-ad89-ec78a9d95ca6" providerId="ADAL" clId="{8317C74B-24CA-4633-BE11-49587EB7BA64}" dt="2024-12-06T09:13:29.270" v="95" actId="47"/>
        <pc:sldMkLst>
          <pc:docMk/>
          <pc:sldMk cId="1942278715" sldId="276"/>
        </pc:sldMkLst>
      </pc:sldChg>
      <pc:sldChg chg="addSp delSp modSp add mod modAnim">
        <pc:chgData name="David Hedengren" userId="658bef35-c023-4c34-ad89-ec78a9d95ca6" providerId="ADAL" clId="{8317C74B-24CA-4633-BE11-49587EB7BA64}" dt="2024-12-08T19:22:19.178" v="904" actId="20577"/>
        <pc:sldMkLst>
          <pc:docMk/>
          <pc:sldMk cId="1668156926" sldId="277"/>
        </pc:sldMkLst>
        <pc:spChg chg="mod">
          <ac:chgData name="David Hedengren" userId="658bef35-c023-4c34-ad89-ec78a9d95ca6" providerId="ADAL" clId="{8317C74B-24CA-4633-BE11-49587EB7BA64}" dt="2024-12-06T09:26:31.626" v="283" actId="1076"/>
          <ac:spMkLst>
            <pc:docMk/>
            <pc:sldMk cId="1668156926" sldId="277"/>
            <ac:spMk id="2" creationId="{3A9A97EA-8FE7-9B7F-6939-EAD4E2B00AEF}"/>
          </ac:spMkLst>
        </pc:spChg>
        <pc:spChg chg="add mod">
          <ac:chgData name="David Hedengren" userId="658bef35-c023-4c34-ad89-ec78a9d95ca6" providerId="ADAL" clId="{8317C74B-24CA-4633-BE11-49587EB7BA64}" dt="2024-12-06T09:48:09.503" v="628" actId="1076"/>
          <ac:spMkLst>
            <pc:docMk/>
            <pc:sldMk cId="1668156926" sldId="277"/>
            <ac:spMk id="3" creationId="{348606B5-495C-7955-2C17-3F8E22D8C071}"/>
          </ac:spMkLst>
        </pc:spChg>
        <pc:spChg chg="add mod">
          <ac:chgData name="David Hedengren" userId="658bef35-c023-4c34-ad89-ec78a9d95ca6" providerId="ADAL" clId="{8317C74B-24CA-4633-BE11-49587EB7BA64}" dt="2024-12-06T09:48:09.503" v="628" actId="1076"/>
          <ac:spMkLst>
            <pc:docMk/>
            <pc:sldMk cId="1668156926" sldId="277"/>
            <ac:spMk id="4" creationId="{ADF3CFBF-C81E-FB0A-6A9F-C25DAB7A6C4C}"/>
          </ac:spMkLst>
        </pc:spChg>
        <pc:spChg chg="add mod">
          <ac:chgData name="David Hedengren" userId="658bef35-c023-4c34-ad89-ec78a9d95ca6" providerId="ADAL" clId="{8317C74B-24CA-4633-BE11-49587EB7BA64}" dt="2024-12-06T09:48:09.503" v="628" actId="1076"/>
          <ac:spMkLst>
            <pc:docMk/>
            <pc:sldMk cId="1668156926" sldId="277"/>
            <ac:spMk id="5" creationId="{1748011C-41FE-9304-0812-A81F75794133}"/>
          </ac:spMkLst>
        </pc:spChg>
        <pc:spChg chg="del">
          <ac:chgData name="David Hedengren" userId="658bef35-c023-4c34-ad89-ec78a9d95ca6" providerId="ADAL" clId="{8317C74B-24CA-4633-BE11-49587EB7BA64}" dt="2024-12-06T09:45:03.920" v="543" actId="478"/>
          <ac:spMkLst>
            <pc:docMk/>
            <pc:sldMk cId="1668156926" sldId="277"/>
            <ac:spMk id="8" creationId="{A863A537-D100-BAA9-9912-63E6CF91BCFD}"/>
          </ac:spMkLst>
        </pc:spChg>
        <pc:spChg chg="mod">
          <ac:chgData name="David Hedengren" userId="658bef35-c023-4c34-ad89-ec78a9d95ca6" providerId="ADAL" clId="{8317C74B-24CA-4633-BE11-49587EB7BA64}" dt="2024-12-06T09:48:09.503" v="628" actId="1076"/>
          <ac:spMkLst>
            <pc:docMk/>
            <pc:sldMk cId="1668156926" sldId="277"/>
            <ac:spMk id="9" creationId="{A4805946-44FD-2A0D-6AE1-867D7FD3E4BA}"/>
          </ac:spMkLst>
        </pc:spChg>
        <pc:spChg chg="mod">
          <ac:chgData name="David Hedengren" userId="658bef35-c023-4c34-ad89-ec78a9d95ca6" providerId="ADAL" clId="{8317C74B-24CA-4633-BE11-49587EB7BA64}" dt="2024-12-06T09:48:09.503" v="628" actId="1076"/>
          <ac:spMkLst>
            <pc:docMk/>
            <pc:sldMk cId="1668156926" sldId="277"/>
            <ac:spMk id="10" creationId="{E72380F0-3EB6-7EED-81B1-BDE1C8FB02C0}"/>
          </ac:spMkLst>
        </pc:spChg>
        <pc:spChg chg="del mod">
          <ac:chgData name="David Hedengren" userId="658bef35-c023-4c34-ad89-ec78a9d95ca6" providerId="ADAL" clId="{8317C74B-24CA-4633-BE11-49587EB7BA64}" dt="2024-12-06T09:45:05.331" v="544" actId="478"/>
          <ac:spMkLst>
            <pc:docMk/>
            <pc:sldMk cId="1668156926" sldId="277"/>
            <ac:spMk id="12" creationId="{DCD9D69F-E20C-CEC5-7218-C4B8C11982C1}"/>
          </ac:spMkLst>
        </pc:spChg>
        <pc:spChg chg="mod">
          <ac:chgData name="David Hedengren" userId="658bef35-c023-4c34-ad89-ec78a9d95ca6" providerId="ADAL" clId="{8317C74B-24CA-4633-BE11-49587EB7BA64}" dt="2024-12-06T09:48:09.503" v="628" actId="1076"/>
          <ac:spMkLst>
            <pc:docMk/>
            <pc:sldMk cId="1668156926" sldId="277"/>
            <ac:spMk id="16" creationId="{552AC051-5F8A-329E-96D0-15688D9CA4F4}"/>
          </ac:spMkLst>
        </pc:spChg>
        <pc:spChg chg="mod">
          <ac:chgData name="David Hedengren" userId="658bef35-c023-4c34-ad89-ec78a9d95ca6" providerId="ADAL" clId="{8317C74B-24CA-4633-BE11-49587EB7BA64}" dt="2024-12-08T19:22:19.178" v="904" actId="20577"/>
          <ac:spMkLst>
            <pc:docMk/>
            <pc:sldMk cId="1668156926" sldId="277"/>
            <ac:spMk id="17" creationId="{33F12B28-B9FF-E405-5535-3EAC597066F9}"/>
          </ac:spMkLst>
        </pc:spChg>
        <pc:spChg chg="del mod">
          <ac:chgData name="David Hedengren" userId="658bef35-c023-4c34-ad89-ec78a9d95ca6" providerId="ADAL" clId="{8317C74B-24CA-4633-BE11-49587EB7BA64}" dt="2024-12-06T09:45:06.531" v="545" actId="478"/>
          <ac:spMkLst>
            <pc:docMk/>
            <pc:sldMk cId="1668156926" sldId="277"/>
            <ac:spMk id="18" creationId="{6FDF2ADA-7EFC-7B69-600C-94F701F71514}"/>
          </ac:spMkLst>
        </pc:spChg>
        <pc:spChg chg="mod">
          <ac:chgData name="David Hedengren" userId="658bef35-c023-4c34-ad89-ec78a9d95ca6" providerId="ADAL" clId="{8317C74B-24CA-4633-BE11-49587EB7BA64}" dt="2024-12-06T09:48:09.503" v="628" actId="1076"/>
          <ac:spMkLst>
            <pc:docMk/>
            <pc:sldMk cId="1668156926" sldId="277"/>
            <ac:spMk id="19" creationId="{2B0010E3-9649-A38C-4A85-E196CA0CA7FF}"/>
          </ac:spMkLst>
        </pc:spChg>
        <pc:spChg chg="mod">
          <ac:chgData name="David Hedengren" userId="658bef35-c023-4c34-ad89-ec78a9d95ca6" providerId="ADAL" clId="{8317C74B-24CA-4633-BE11-49587EB7BA64}" dt="2024-12-06T09:48:09.503" v="628" actId="1076"/>
          <ac:spMkLst>
            <pc:docMk/>
            <pc:sldMk cId="1668156926" sldId="277"/>
            <ac:spMk id="20" creationId="{B8650A8B-42AC-EE34-1DCF-5BFDF1C25D3B}"/>
          </ac:spMkLst>
        </pc:spChg>
      </pc:sldChg>
      <pc:sldChg chg="addSp delSp modSp add mod setBg addAnim delAnim modAnim">
        <pc:chgData name="David Hedengren" userId="658bef35-c023-4c34-ad89-ec78a9d95ca6" providerId="ADAL" clId="{8317C74B-24CA-4633-BE11-49587EB7BA64}" dt="2024-12-06T09:49:29.873" v="644" actId="478"/>
        <pc:sldMkLst>
          <pc:docMk/>
          <pc:sldMk cId="1696894385" sldId="278"/>
        </pc:sldMkLst>
        <pc:spChg chg="del mod">
          <ac:chgData name="David Hedengren" userId="658bef35-c023-4c34-ad89-ec78a9d95ca6" providerId="ADAL" clId="{8317C74B-24CA-4633-BE11-49587EB7BA64}" dt="2024-12-06T09:40:18.109" v="468"/>
          <ac:spMkLst>
            <pc:docMk/>
            <pc:sldMk cId="1696894385" sldId="278"/>
            <ac:spMk id="2" creationId="{3A9A97EA-8FE7-9B7F-6939-EAD4E2B00AEF}"/>
          </ac:spMkLst>
        </pc:spChg>
        <pc:spChg chg="del mod">
          <ac:chgData name="David Hedengren" userId="658bef35-c023-4c34-ad89-ec78a9d95ca6" providerId="ADAL" clId="{8317C74B-24CA-4633-BE11-49587EB7BA64}" dt="2024-12-06T09:40:32.732" v="473" actId="478"/>
          <ac:spMkLst>
            <pc:docMk/>
            <pc:sldMk cId="1696894385" sldId="278"/>
            <ac:spMk id="3" creationId="{F1AFB33B-686D-DBBF-AD09-A9A40F47EAE2}"/>
          </ac:spMkLst>
        </pc:spChg>
        <pc:spChg chg="add mod">
          <ac:chgData name="David Hedengren" userId="658bef35-c023-4c34-ad89-ec78a9d95ca6" providerId="ADAL" clId="{8317C74B-24CA-4633-BE11-49587EB7BA64}" dt="2024-12-06T09:40:22.098" v="470" actId="1076"/>
          <ac:spMkLst>
            <pc:docMk/>
            <pc:sldMk cId="1696894385" sldId="278"/>
            <ac:spMk id="5" creationId="{F97943E6-1B5E-5BB5-684A-357C68393887}"/>
          </ac:spMkLst>
        </pc:spChg>
        <pc:spChg chg="add mod">
          <ac:chgData name="David Hedengren" userId="658bef35-c023-4c34-ad89-ec78a9d95ca6" providerId="ADAL" clId="{8317C74B-24CA-4633-BE11-49587EB7BA64}" dt="2024-12-06T09:41:34.403" v="484" actId="1076"/>
          <ac:spMkLst>
            <pc:docMk/>
            <pc:sldMk cId="1696894385" sldId="278"/>
            <ac:spMk id="6" creationId="{48187361-A2C6-49E1-054C-49445FE17889}"/>
          </ac:spMkLst>
        </pc:spChg>
        <pc:spChg chg="add mod">
          <ac:chgData name="David Hedengren" userId="658bef35-c023-4c34-ad89-ec78a9d95ca6" providerId="ADAL" clId="{8317C74B-24CA-4633-BE11-49587EB7BA64}" dt="2024-12-06T09:41:34.403" v="484" actId="1076"/>
          <ac:spMkLst>
            <pc:docMk/>
            <pc:sldMk cId="1696894385" sldId="278"/>
            <ac:spMk id="7" creationId="{10991EC0-0176-C5AB-1436-9C682BDF6004}"/>
          </ac:spMkLst>
        </pc:spChg>
        <pc:spChg chg="add mod">
          <ac:chgData name="David Hedengren" userId="658bef35-c023-4c34-ad89-ec78a9d95ca6" providerId="ADAL" clId="{8317C74B-24CA-4633-BE11-49587EB7BA64}" dt="2024-12-06T09:41:34.403" v="484" actId="1076"/>
          <ac:spMkLst>
            <pc:docMk/>
            <pc:sldMk cId="1696894385" sldId="278"/>
            <ac:spMk id="8" creationId="{84F584AE-3B49-2A7A-6C55-41DDB698D27C}"/>
          </ac:spMkLst>
        </pc:spChg>
        <pc:spChg chg="add del">
          <ac:chgData name="David Hedengren" userId="658bef35-c023-4c34-ad89-ec78a9d95ca6" providerId="ADAL" clId="{8317C74B-24CA-4633-BE11-49587EB7BA64}" dt="2024-12-06T09:40:01.721" v="463" actId="26606"/>
          <ac:spMkLst>
            <pc:docMk/>
            <pc:sldMk cId="1696894385" sldId="278"/>
            <ac:spMk id="9" creationId="{9B7AD9F6-8CE7-4299-8FC6-328F4DCD3FF9}"/>
          </ac:spMkLst>
        </pc:spChg>
        <pc:spChg chg="add mod">
          <ac:chgData name="David Hedengren" userId="658bef35-c023-4c34-ad89-ec78a9d95ca6" providerId="ADAL" clId="{8317C74B-24CA-4633-BE11-49587EB7BA64}" dt="2024-12-06T09:41:34.403" v="484" actId="1076"/>
          <ac:spMkLst>
            <pc:docMk/>
            <pc:sldMk cId="1696894385" sldId="278"/>
            <ac:spMk id="10" creationId="{C7BA2A0B-36E8-57A6-67E9-30CAFB448E88}"/>
          </ac:spMkLst>
        </pc:spChg>
        <pc:spChg chg="add del">
          <ac:chgData name="David Hedengren" userId="658bef35-c023-4c34-ad89-ec78a9d95ca6" providerId="ADAL" clId="{8317C74B-24CA-4633-BE11-49587EB7BA64}" dt="2024-12-06T09:40:01.721" v="463" actId="26606"/>
          <ac:spMkLst>
            <pc:docMk/>
            <pc:sldMk cId="1696894385" sldId="278"/>
            <ac:spMk id="11" creationId="{F49775AF-8896-43EE-92C6-83497D6DC56F}"/>
          </ac:spMkLst>
        </pc:spChg>
        <pc:spChg chg="add mod">
          <ac:chgData name="David Hedengren" userId="658bef35-c023-4c34-ad89-ec78a9d95ca6" providerId="ADAL" clId="{8317C74B-24CA-4633-BE11-49587EB7BA64}" dt="2024-12-06T09:41:34.403" v="484" actId="1076"/>
          <ac:spMkLst>
            <pc:docMk/>
            <pc:sldMk cId="1696894385" sldId="278"/>
            <ac:spMk id="12" creationId="{A00877BC-2D5A-F10E-386E-036B719BA280}"/>
          </ac:spMkLst>
        </pc:spChg>
        <pc:spChg chg="add mod">
          <ac:chgData name="David Hedengren" userId="658bef35-c023-4c34-ad89-ec78a9d95ca6" providerId="ADAL" clId="{8317C74B-24CA-4633-BE11-49587EB7BA64}" dt="2024-12-06T09:41:34.403" v="484" actId="1076"/>
          <ac:spMkLst>
            <pc:docMk/>
            <pc:sldMk cId="1696894385" sldId="278"/>
            <ac:spMk id="13" creationId="{A9DB2130-54E1-0914-2167-C8241C261A05}"/>
          </ac:spMkLst>
        </pc:spChg>
        <pc:spChg chg="add del mod">
          <ac:chgData name="David Hedengren" userId="658bef35-c023-4c34-ad89-ec78a9d95ca6" providerId="ADAL" clId="{8317C74B-24CA-4633-BE11-49587EB7BA64}" dt="2024-12-06T09:49:18.112" v="639" actId="478"/>
          <ac:spMkLst>
            <pc:docMk/>
            <pc:sldMk cId="1696894385" sldId="278"/>
            <ac:spMk id="14" creationId="{71D3EA52-D1E5-A6AF-8D49-1F1B10EE3B19}"/>
          </ac:spMkLst>
        </pc:spChg>
        <pc:spChg chg="add del mod">
          <ac:chgData name="David Hedengren" userId="658bef35-c023-4c34-ad89-ec78a9d95ca6" providerId="ADAL" clId="{8317C74B-24CA-4633-BE11-49587EB7BA64}" dt="2024-12-06T09:49:21.534" v="640" actId="478"/>
          <ac:spMkLst>
            <pc:docMk/>
            <pc:sldMk cId="1696894385" sldId="278"/>
            <ac:spMk id="15" creationId="{34F36EEC-C938-7799-9E40-81DCBB3F696A}"/>
          </ac:spMkLst>
        </pc:spChg>
        <pc:spChg chg="add del">
          <ac:chgData name="David Hedengren" userId="658bef35-c023-4c34-ad89-ec78a9d95ca6" providerId="ADAL" clId="{8317C74B-24CA-4633-BE11-49587EB7BA64}" dt="2024-12-06T09:40:01.714" v="462" actId="26606"/>
          <ac:spMkLst>
            <pc:docMk/>
            <pc:sldMk cId="1696894385" sldId="278"/>
            <ac:spMk id="16" creationId="{06DA9DF9-31F7-4056-B42E-878CC92417B8}"/>
          </ac:spMkLst>
        </pc:spChg>
        <pc:spChg chg="add mod">
          <ac:chgData name="David Hedengren" userId="658bef35-c023-4c34-ad89-ec78a9d95ca6" providerId="ADAL" clId="{8317C74B-24CA-4633-BE11-49587EB7BA64}" dt="2024-12-06T09:41:34.403" v="484" actId="1076"/>
          <ac:spMkLst>
            <pc:docMk/>
            <pc:sldMk cId="1696894385" sldId="278"/>
            <ac:spMk id="17" creationId="{75DF51A3-51ED-7816-337E-784613868B55}"/>
          </ac:spMkLst>
        </pc:spChg>
        <pc:spChg chg="add">
          <ac:chgData name="David Hedengren" userId="658bef35-c023-4c34-ad89-ec78a9d95ca6" providerId="ADAL" clId="{8317C74B-24CA-4633-BE11-49587EB7BA64}" dt="2024-12-06T09:40:01.721" v="463" actId="26606"/>
          <ac:spMkLst>
            <pc:docMk/>
            <pc:sldMk cId="1696894385" sldId="278"/>
            <ac:spMk id="18" creationId="{097CD68E-23E3-4007-8847-CD0944C4F7BE}"/>
          </ac:spMkLst>
        </pc:spChg>
        <pc:spChg chg="add">
          <ac:chgData name="David Hedengren" userId="658bef35-c023-4c34-ad89-ec78a9d95ca6" providerId="ADAL" clId="{8317C74B-24CA-4633-BE11-49587EB7BA64}" dt="2024-12-06T09:40:01.721" v="463" actId="26606"/>
          <ac:spMkLst>
            <pc:docMk/>
            <pc:sldMk cId="1696894385" sldId="278"/>
            <ac:spMk id="19" creationId="{E91DC736-0EF8-4F87-9146-EBF1D2EE4D3D}"/>
          </ac:spMkLst>
        </pc:spChg>
        <pc:spChg chg="add">
          <ac:chgData name="David Hedengren" userId="658bef35-c023-4c34-ad89-ec78a9d95ca6" providerId="ADAL" clId="{8317C74B-24CA-4633-BE11-49587EB7BA64}" dt="2024-12-06T09:40:01.721" v="463" actId="26606"/>
          <ac:spMkLst>
            <pc:docMk/>
            <pc:sldMk cId="1696894385" sldId="278"/>
            <ac:spMk id="20" creationId="{AF2F604E-43BE-4DC3-B983-E071523364F8}"/>
          </ac:spMkLst>
        </pc:spChg>
        <pc:spChg chg="add mod">
          <ac:chgData name="David Hedengren" userId="658bef35-c023-4c34-ad89-ec78a9d95ca6" providerId="ADAL" clId="{8317C74B-24CA-4633-BE11-49587EB7BA64}" dt="2024-12-06T09:41:34.403" v="484" actId="1076"/>
          <ac:spMkLst>
            <pc:docMk/>
            <pc:sldMk cId="1696894385" sldId="278"/>
            <ac:spMk id="21" creationId="{35FF32D9-F860-C36E-EDB0-7E825CCD3600}"/>
          </ac:spMkLst>
        </pc:spChg>
        <pc:spChg chg="add">
          <ac:chgData name="David Hedengren" userId="658bef35-c023-4c34-ad89-ec78a9d95ca6" providerId="ADAL" clId="{8317C74B-24CA-4633-BE11-49587EB7BA64}" dt="2024-12-06T09:40:01.721" v="463" actId="26606"/>
          <ac:spMkLst>
            <pc:docMk/>
            <pc:sldMk cId="1696894385" sldId="278"/>
            <ac:spMk id="22" creationId="{08C9B587-E65E-4B52-B37C-ABEBB6E87928}"/>
          </ac:spMkLst>
        </pc:spChg>
        <pc:spChg chg="add del mod">
          <ac:chgData name="David Hedengren" userId="658bef35-c023-4c34-ad89-ec78a9d95ca6" providerId="ADAL" clId="{8317C74B-24CA-4633-BE11-49587EB7BA64}" dt="2024-12-06T09:49:23.946" v="641" actId="478"/>
          <ac:spMkLst>
            <pc:docMk/>
            <pc:sldMk cId="1696894385" sldId="278"/>
            <ac:spMk id="23" creationId="{E2BB3115-4FCC-6CCD-3CEB-C6DC81E21F5B}"/>
          </ac:spMkLst>
        </pc:spChg>
        <pc:spChg chg="add mod">
          <ac:chgData name="David Hedengren" userId="658bef35-c023-4c34-ad89-ec78a9d95ca6" providerId="ADAL" clId="{8317C74B-24CA-4633-BE11-49587EB7BA64}" dt="2024-12-06T09:41:34.403" v="484" actId="1076"/>
          <ac:spMkLst>
            <pc:docMk/>
            <pc:sldMk cId="1696894385" sldId="278"/>
            <ac:spMk id="24" creationId="{2718FEDA-9E20-1D3F-C70E-55BB78C11FFA}"/>
          </ac:spMkLst>
        </pc:spChg>
        <pc:spChg chg="add mod">
          <ac:chgData name="David Hedengren" userId="658bef35-c023-4c34-ad89-ec78a9d95ca6" providerId="ADAL" clId="{8317C74B-24CA-4633-BE11-49587EB7BA64}" dt="2024-12-06T09:41:34.403" v="484" actId="1076"/>
          <ac:spMkLst>
            <pc:docMk/>
            <pc:sldMk cId="1696894385" sldId="278"/>
            <ac:spMk id="25" creationId="{1B04426B-8F7C-974C-B97B-2C7391228E12}"/>
          </ac:spMkLst>
        </pc:spChg>
        <pc:spChg chg="add del mod">
          <ac:chgData name="David Hedengren" userId="658bef35-c023-4c34-ad89-ec78a9d95ca6" providerId="ADAL" clId="{8317C74B-24CA-4633-BE11-49587EB7BA64}" dt="2024-12-06T09:49:27.591" v="643" actId="478"/>
          <ac:spMkLst>
            <pc:docMk/>
            <pc:sldMk cId="1696894385" sldId="278"/>
            <ac:spMk id="26" creationId="{971F1280-9BD1-533E-633F-2FDF7832E7B0}"/>
          </ac:spMkLst>
        </pc:spChg>
        <pc:spChg chg="add mod">
          <ac:chgData name="David Hedengren" userId="658bef35-c023-4c34-ad89-ec78a9d95ca6" providerId="ADAL" clId="{8317C74B-24CA-4633-BE11-49587EB7BA64}" dt="2024-12-06T09:41:34.403" v="484" actId="1076"/>
          <ac:spMkLst>
            <pc:docMk/>
            <pc:sldMk cId="1696894385" sldId="278"/>
            <ac:spMk id="27" creationId="{D5B6628C-D5DB-1A32-B486-86409C867B1E}"/>
          </ac:spMkLst>
        </pc:spChg>
        <pc:spChg chg="add mod">
          <ac:chgData name="David Hedengren" userId="658bef35-c023-4c34-ad89-ec78a9d95ca6" providerId="ADAL" clId="{8317C74B-24CA-4633-BE11-49587EB7BA64}" dt="2024-12-06T09:41:34.403" v="484" actId="1076"/>
          <ac:spMkLst>
            <pc:docMk/>
            <pc:sldMk cId="1696894385" sldId="278"/>
            <ac:spMk id="28" creationId="{1DD2564B-276D-FB25-C642-19A138B77210}"/>
          </ac:spMkLst>
        </pc:spChg>
        <pc:spChg chg="add del mod">
          <ac:chgData name="David Hedengren" userId="658bef35-c023-4c34-ad89-ec78a9d95ca6" providerId="ADAL" clId="{8317C74B-24CA-4633-BE11-49587EB7BA64}" dt="2024-12-06T09:49:29.873" v="644" actId="478"/>
          <ac:spMkLst>
            <pc:docMk/>
            <pc:sldMk cId="1696894385" sldId="278"/>
            <ac:spMk id="29" creationId="{57057E14-6D49-CD68-CA5C-AB3A19C6FB02}"/>
          </ac:spMkLst>
        </pc:spChg>
        <pc:spChg chg="add mod">
          <ac:chgData name="David Hedengren" userId="658bef35-c023-4c34-ad89-ec78a9d95ca6" providerId="ADAL" clId="{8317C74B-24CA-4633-BE11-49587EB7BA64}" dt="2024-12-06T09:41:37.209" v="485" actId="1076"/>
          <ac:spMkLst>
            <pc:docMk/>
            <pc:sldMk cId="1696894385" sldId="278"/>
            <ac:spMk id="30" creationId="{22B52F5E-686D-E5DA-2029-9378F134122E}"/>
          </ac:spMkLst>
        </pc:spChg>
        <pc:spChg chg="add mod">
          <ac:chgData name="David Hedengren" userId="658bef35-c023-4c34-ad89-ec78a9d95ca6" providerId="ADAL" clId="{8317C74B-24CA-4633-BE11-49587EB7BA64}" dt="2024-12-06T09:41:23.417" v="481" actId="1076"/>
          <ac:spMkLst>
            <pc:docMk/>
            <pc:sldMk cId="1696894385" sldId="278"/>
            <ac:spMk id="31" creationId="{AD60FD67-801E-0D37-708C-EB9DD7628DC8}"/>
          </ac:spMkLst>
        </pc:spChg>
        <pc:spChg chg="add mod">
          <ac:chgData name="David Hedengren" userId="658bef35-c023-4c34-ad89-ec78a9d95ca6" providerId="ADAL" clId="{8317C74B-24CA-4633-BE11-49587EB7BA64}" dt="2024-12-06T09:48:34.829" v="632" actId="571"/>
          <ac:spMkLst>
            <pc:docMk/>
            <pc:sldMk cId="1696894385" sldId="278"/>
            <ac:spMk id="32" creationId="{C0E4C320-06E6-41BA-13CA-6F2D24E1FD2B}"/>
          </ac:spMkLst>
        </pc:spChg>
        <pc:spChg chg="add mod">
          <ac:chgData name="David Hedengren" userId="658bef35-c023-4c34-ad89-ec78a9d95ca6" providerId="ADAL" clId="{8317C74B-24CA-4633-BE11-49587EB7BA64}" dt="2024-12-06T09:48:34.829" v="632" actId="571"/>
          <ac:spMkLst>
            <pc:docMk/>
            <pc:sldMk cId="1696894385" sldId="278"/>
            <ac:spMk id="33" creationId="{6F9BE4FB-9814-BE90-BE92-FB4725261840}"/>
          </ac:spMkLst>
        </pc:spChg>
        <pc:picChg chg="add mod ord">
          <ac:chgData name="David Hedengren" userId="658bef35-c023-4c34-ad89-ec78a9d95ca6" providerId="ADAL" clId="{8317C74B-24CA-4633-BE11-49587EB7BA64}" dt="2024-12-06T09:41:29.092" v="483" actId="1076"/>
          <ac:picMkLst>
            <pc:docMk/>
            <pc:sldMk cId="1696894385" sldId="278"/>
            <ac:picMk id="4" creationId="{7D817B24-E459-B5EC-A624-7673FEF48377}"/>
          </ac:picMkLst>
        </pc:picChg>
      </pc:sldChg>
      <pc:sldChg chg="addSp delSp modSp add del mod addAnim delAnim modAnim">
        <pc:chgData name="David Hedengren" userId="658bef35-c023-4c34-ad89-ec78a9d95ca6" providerId="ADAL" clId="{8317C74B-24CA-4633-BE11-49587EB7BA64}" dt="2024-12-08T19:31:19.810" v="929" actId="47"/>
        <pc:sldMkLst>
          <pc:docMk/>
          <pc:sldMk cId="2206535882" sldId="279"/>
        </pc:sldMkLst>
        <pc:spChg chg="add del mod">
          <ac:chgData name="David Hedengren" userId="658bef35-c023-4c34-ad89-ec78a9d95ca6" providerId="ADAL" clId="{8317C74B-24CA-4633-BE11-49587EB7BA64}" dt="2024-12-08T19:30:50.492" v="919" actId="1076"/>
          <ac:spMkLst>
            <pc:docMk/>
            <pc:sldMk cId="2206535882" sldId="279"/>
            <ac:spMk id="3" creationId="{F69C238A-79DD-3923-6F7B-21FB18B6FEC7}"/>
          </ac:spMkLst>
        </pc:spChg>
        <pc:spChg chg="del">
          <ac:chgData name="David Hedengren" userId="658bef35-c023-4c34-ad89-ec78a9d95ca6" providerId="ADAL" clId="{8317C74B-24CA-4633-BE11-49587EB7BA64}" dt="2024-12-08T19:30:30.599" v="912" actId="478"/>
          <ac:spMkLst>
            <pc:docMk/>
            <pc:sldMk cId="2206535882" sldId="279"/>
            <ac:spMk id="4" creationId="{660DD57C-5AC3-C371-B858-C6CC5DABF553}"/>
          </ac:spMkLst>
        </pc:spChg>
        <pc:spChg chg="del">
          <ac:chgData name="David Hedengren" userId="658bef35-c023-4c34-ad89-ec78a9d95ca6" providerId="ADAL" clId="{8317C74B-24CA-4633-BE11-49587EB7BA64}" dt="2024-12-08T19:30:30.599" v="912" actId="478"/>
          <ac:spMkLst>
            <pc:docMk/>
            <pc:sldMk cId="2206535882" sldId="279"/>
            <ac:spMk id="5" creationId="{CBAC0642-ADCB-BC98-0ABD-30E482A19251}"/>
          </ac:spMkLst>
        </pc:spChg>
        <pc:spChg chg="del">
          <ac:chgData name="David Hedengren" userId="658bef35-c023-4c34-ad89-ec78a9d95ca6" providerId="ADAL" clId="{8317C74B-24CA-4633-BE11-49587EB7BA64}" dt="2024-12-08T19:30:30.599" v="912" actId="478"/>
          <ac:spMkLst>
            <pc:docMk/>
            <pc:sldMk cId="2206535882" sldId="279"/>
            <ac:spMk id="11" creationId="{FE32B581-1A7D-D050-E5BE-F44B67E8BEBD}"/>
          </ac:spMkLst>
        </pc:spChg>
        <pc:spChg chg="del">
          <ac:chgData name="David Hedengren" userId="658bef35-c023-4c34-ad89-ec78a9d95ca6" providerId="ADAL" clId="{8317C74B-24CA-4633-BE11-49587EB7BA64}" dt="2024-12-08T19:30:30.599" v="912" actId="478"/>
          <ac:spMkLst>
            <pc:docMk/>
            <pc:sldMk cId="2206535882" sldId="279"/>
            <ac:spMk id="12" creationId="{3BB9688A-0824-35E1-6515-E88AC9EE54F9}"/>
          </ac:spMkLst>
        </pc:spChg>
        <pc:spChg chg="del">
          <ac:chgData name="David Hedengren" userId="658bef35-c023-4c34-ad89-ec78a9d95ca6" providerId="ADAL" clId="{8317C74B-24CA-4633-BE11-49587EB7BA64}" dt="2024-12-08T19:30:30.599" v="912" actId="478"/>
          <ac:spMkLst>
            <pc:docMk/>
            <pc:sldMk cId="2206535882" sldId="279"/>
            <ac:spMk id="13" creationId="{0D48C10A-F7B1-8E78-E3C2-162AEFD036EA}"/>
          </ac:spMkLst>
        </pc:spChg>
        <pc:spChg chg="del">
          <ac:chgData name="David Hedengren" userId="658bef35-c023-4c34-ad89-ec78a9d95ca6" providerId="ADAL" clId="{8317C74B-24CA-4633-BE11-49587EB7BA64}" dt="2024-12-08T19:30:30.599" v="912" actId="478"/>
          <ac:spMkLst>
            <pc:docMk/>
            <pc:sldMk cId="2206535882" sldId="279"/>
            <ac:spMk id="14" creationId="{65CA2EFA-76EB-EF2E-6D06-9C68F6C2C337}"/>
          </ac:spMkLst>
        </pc:spChg>
        <pc:spChg chg="del">
          <ac:chgData name="David Hedengren" userId="658bef35-c023-4c34-ad89-ec78a9d95ca6" providerId="ADAL" clId="{8317C74B-24CA-4633-BE11-49587EB7BA64}" dt="2024-12-08T19:30:30.599" v="912" actId="478"/>
          <ac:spMkLst>
            <pc:docMk/>
            <pc:sldMk cId="2206535882" sldId="279"/>
            <ac:spMk id="15" creationId="{CA7BF581-8FC8-BDA8-A9CC-62095F388AC2}"/>
          </ac:spMkLst>
        </pc:spChg>
        <pc:spChg chg="del">
          <ac:chgData name="David Hedengren" userId="658bef35-c023-4c34-ad89-ec78a9d95ca6" providerId="ADAL" clId="{8317C74B-24CA-4633-BE11-49587EB7BA64}" dt="2024-12-08T19:30:30.599" v="912" actId="478"/>
          <ac:spMkLst>
            <pc:docMk/>
            <pc:sldMk cId="2206535882" sldId="279"/>
            <ac:spMk id="16" creationId="{7C7FFB7B-3F54-C072-2E99-C8998BE05D57}"/>
          </ac:spMkLst>
        </pc:spChg>
        <pc:spChg chg="del">
          <ac:chgData name="David Hedengren" userId="658bef35-c023-4c34-ad89-ec78a9d95ca6" providerId="ADAL" clId="{8317C74B-24CA-4633-BE11-49587EB7BA64}" dt="2024-12-08T19:30:19.585" v="906" actId="478"/>
          <ac:spMkLst>
            <pc:docMk/>
            <pc:sldMk cId="2206535882" sldId="279"/>
            <ac:spMk id="17" creationId="{DA32C32D-EF93-E97E-811E-86D344F60C42}"/>
          </ac:spMkLst>
        </pc:spChg>
        <pc:spChg chg="add mod">
          <ac:chgData name="David Hedengren" userId="658bef35-c023-4c34-ad89-ec78a9d95ca6" providerId="ADAL" clId="{8317C74B-24CA-4633-BE11-49587EB7BA64}" dt="2024-12-08T19:31:06.529" v="924" actId="1076"/>
          <ac:spMkLst>
            <pc:docMk/>
            <pc:sldMk cId="2206535882" sldId="279"/>
            <ac:spMk id="18" creationId="{19F3A6DB-37D8-2ABD-4056-A89AC03FD15A}"/>
          </ac:spMkLst>
        </pc:spChg>
        <pc:spChg chg="add mod">
          <ac:chgData name="David Hedengren" userId="658bef35-c023-4c34-ad89-ec78a9d95ca6" providerId="ADAL" clId="{8317C74B-24CA-4633-BE11-49587EB7BA64}" dt="2024-12-08T19:31:06.529" v="924" actId="1076"/>
          <ac:spMkLst>
            <pc:docMk/>
            <pc:sldMk cId="2206535882" sldId="279"/>
            <ac:spMk id="20" creationId="{5C1E4781-1514-9E94-789C-34587D9283BB}"/>
          </ac:spMkLst>
        </pc:spChg>
        <pc:spChg chg="add mod">
          <ac:chgData name="David Hedengren" userId="658bef35-c023-4c34-ad89-ec78a9d95ca6" providerId="ADAL" clId="{8317C74B-24CA-4633-BE11-49587EB7BA64}" dt="2024-12-08T19:31:06.529" v="924" actId="1076"/>
          <ac:spMkLst>
            <pc:docMk/>
            <pc:sldMk cId="2206535882" sldId="279"/>
            <ac:spMk id="21" creationId="{BB0971D4-A897-68C8-C53A-E63A6F5176EA}"/>
          </ac:spMkLst>
        </pc:spChg>
        <pc:spChg chg="add mod">
          <ac:chgData name="David Hedengren" userId="658bef35-c023-4c34-ad89-ec78a9d95ca6" providerId="ADAL" clId="{8317C74B-24CA-4633-BE11-49587EB7BA64}" dt="2024-12-08T19:31:06.529" v="924" actId="1076"/>
          <ac:spMkLst>
            <pc:docMk/>
            <pc:sldMk cId="2206535882" sldId="279"/>
            <ac:spMk id="22" creationId="{8B79BAA7-C3AC-21A8-70BA-FDEBDC0CE495}"/>
          </ac:spMkLst>
        </pc:spChg>
        <pc:spChg chg="add mod">
          <ac:chgData name="David Hedengren" userId="658bef35-c023-4c34-ad89-ec78a9d95ca6" providerId="ADAL" clId="{8317C74B-24CA-4633-BE11-49587EB7BA64}" dt="2024-12-08T19:31:06.529" v="924" actId="1076"/>
          <ac:spMkLst>
            <pc:docMk/>
            <pc:sldMk cId="2206535882" sldId="279"/>
            <ac:spMk id="23" creationId="{11936010-6CDE-21C8-1EEF-35E8847B48C7}"/>
          </ac:spMkLst>
        </pc:spChg>
        <pc:spChg chg="add mod">
          <ac:chgData name="David Hedengren" userId="658bef35-c023-4c34-ad89-ec78a9d95ca6" providerId="ADAL" clId="{8317C74B-24CA-4633-BE11-49587EB7BA64}" dt="2024-12-08T19:31:06.529" v="924" actId="1076"/>
          <ac:spMkLst>
            <pc:docMk/>
            <pc:sldMk cId="2206535882" sldId="279"/>
            <ac:spMk id="24" creationId="{5FC0E297-DBBC-8E2B-096B-5C466FDBF314}"/>
          </ac:spMkLst>
        </pc:spChg>
        <pc:spChg chg="add mod">
          <ac:chgData name="David Hedengren" userId="658bef35-c023-4c34-ad89-ec78a9d95ca6" providerId="ADAL" clId="{8317C74B-24CA-4633-BE11-49587EB7BA64}" dt="2024-12-08T19:31:06.529" v="924" actId="1076"/>
          <ac:spMkLst>
            <pc:docMk/>
            <pc:sldMk cId="2206535882" sldId="279"/>
            <ac:spMk id="25" creationId="{8267A185-46E6-BE66-FC07-AC4F92D0DA3A}"/>
          </ac:spMkLst>
        </pc:spChg>
        <pc:spChg chg="add mod">
          <ac:chgData name="David Hedengren" userId="658bef35-c023-4c34-ad89-ec78a9d95ca6" providerId="ADAL" clId="{8317C74B-24CA-4633-BE11-49587EB7BA64}" dt="2024-12-08T19:31:06.529" v="924" actId="1076"/>
          <ac:spMkLst>
            <pc:docMk/>
            <pc:sldMk cId="2206535882" sldId="279"/>
            <ac:spMk id="26" creationId="{AEF0A630-C454-D820-932A-9415E5546A98}"/>
          </ac:spMkLst>
        </pc:spChg>
        <pc:spChg chg="add mod">
          <ac:chgData name="David Hedengren" userId="658bef35-c023-4c34-ad89-ec78a9d95ca6" providerId="ADAL" clId="{8317C74B-24CA-4633-BE11-49587EB7BA64}" dt="2024-12-08T19:31:06.529" v="924" actId="1076"/>
          <ac:spMkLst>
            <pc:docMk/>
            <pc:sldMk cId="2206535882" sldId="279"/>
            <ac:spMk id="27" creationId="{1EEDC024-6109-39A0-704F-53E5025A8EDD}"/>
          </ac:spMkLst>
        </pc:spChg>
        <pc:spChg chg="del mod">
          <ac:chgData name="David Hedengren" userId="658bef35-c023-4c34-ad89-ec78a9d95ca6" providerId="ADAL" clId="{8317C74B-24CA-4633-BE11-49587EB7BA64}" dt="2024-12-08T19:30:28.468" v="911"/>
          <ac:spMkLst>
            <pc:docMk/>
            <pc:sldMk cId="2206535882" sldId="279"/>
            <ac:spMk id="28" creationId="{EBCFB790-9288-C58A-01CD-0F71B0F790EA}"/>
          </ac:spMkLst>
        </pc:spChg>
        <pc:spChg chg="del">
          <ac:chgData name="David Hedengren" userId="658bef35-c023-4c34-ad89-ec78a9d95ca6" providerId="ADAL" clId="{8317C74B-24CA-4633-BE11-49587EB7BA64}" dt="2024-12-08T19:30:19.585" v="906" actId="478"/>
          <ac:spMkLst>
            <pc:docMk/>
            <pc:sldMk cId="2206535882" sldId="279"/>
            <ac:spMk id="29" creationId="{25DA82DA-324C-4342-6433-4C6F258D7FDF}"/>
          </ac:spMkLst>
        </pc:spChg>
        <pc:spChg chg="del">
          <ac:chgData name="David Hedengren" userId="658bef35-c023-4c34-ad89-ec78a9d95ca6" providerId="ADAL" clId="{8317C74B-24CA-4633-BE11-49587EB7BA64}" dt="2024-12-08T19:30:30.599" v="912" actId="478"/>
          <ac:spMkLst>
            <pc:docMk/>
            <pc:sldMk cId="2206535882" sldId="279"/>
            <ac:spMk id="30" creationId="{5A299CEF-9742-3EAE-7454-F76CAA7634A2}"/>
          </ac:spMkLst>
        </pc:spChg>
        <pc:spChg chg="del">
          <ac:chgData name="David Hedengren" userId="658bef35-c023-4c34-ad89-ec78a9d95ca6" providerId="ADAL" clId="{8317C74B-24CA-4633-BE11-49587EB7BA64}" dt="2024-12-08T19:30:30.599" v="912" actId="478"/>
          <ac:spMkLst>
            <pc:docMk/>
            <pc:sldMk cId="2206535882" sldId="279"/>
            <ac:spMk id="31" creationId="{8F0FAEA9-2078-55AB-762E-343954AEEDF1}"/>
          </ac:spMkLst>
        </pc:spChg>
        <pc:spChg chg="del">
          <ac:chgData name="David Hedengren" userId="658bef35-c023-4c34-ad89-ec78a9d95ca6" providerId="ADAL" clId="{8317C74B-24CA-4633-BE11-49587EB7BA64}" dt="2024-12-08T19:30:19.585" v="906" actId="478"/>
          <ac:spMkLst>
            <pc:docMk/>
            <pc:sldMk cId="2206535882" sldId="279"/>
            <ac:spMk id="160" creationId="{FD5BC035-32F8-6200-3657-0F7D89FF8051}"/>
          </ac:spMkLst>
        </pc:spChg>
        <pc:spChg chg="del">
          <ac:chgData name="David Hedengren" userId="658bef35-c023-4c34-ad89-ec78a9d95ca6" providerId="ADAL" clId="{8317C74B-24CA-4633-BE11-49587EB7BA64}" dt="2024-12-08T19:30:38.437" v="914" actId="478"/>
          <ac:spMkLst>
            <pc:docMk/>
            <pc:sldMk cId="2206535882" sldId="279"/>
            <ac:spMk id="162" creationId="{A4D65BB6-B987-9E4F-D2F4-D71F2C3D8B9C}"/>
          </ac:spMkLst>
        </pc:spChg>
        <pc:spChg chg="del">
          <ac:chgData name="David Hedengren" userId="658bef35-c023-4c34-ad89-ec78a9d95ca6" providerId="ADAL" clId="{8317C74B-24CA-4633-BE11-49587EB7BA64}" dt="2024-12-08T19:30:30.599" v="912" actId="478"/>
          <ac:spMkLst>
            <pc:docMk/>
            <pc:sldMk cId="2206535882" sldId="279"/>
            <ac:spMk id="165" creationId="{3DA6F6F3-693C-BFE9-6ECA-BC5718CCB4CA}"/>
          </ac:spMkLst>
        </pc:spChg>
        <pc:spChg chg="del">
          <ac:chgData name="David Hedengren" userId="658bef35-c023-4c34-ad89-ec78a9d95ca6" providerId="ADAL" clId="{8317C74B-24CA-4633-BE11-49587EB7BA64}" dt="2024-12-08T19:30:30.599" v="912" actId="478"/>
          <ac:spMkLst>
            <pc:docMk/>
            <pc:sldMk cId="2206535882" sldId="279"/>
            <ac:spMk id="166" creationId="{2F1A1659-F04C-9D45-3050-F213AE1803D7}"/>
          </ac:spMkLst>
        </pc:spChg>
        <pc:spChg chg="del">
          <ac:chgData name="David Hedengren" userId="658bef35-c023-4c34-ad89-ec78a9d95ca6" providerId="ADAL" clId="{8317C74B-24CA-4633-BE11-49587EB7BA64}" dt="2024-12-08T19:30:30.599" v="912" actId="478"/>
          <ac:spMkLst>
            <pc:docMk/>
            <pc:sldMk cId="2206535882" sldId="279"/>
            <ac:spMk id="167" creationId="{26653A2F-A4B4-7666-6816-E63A53117664}"/>
          </ac:spMkLst>
        </pc:spChg>
        <pc:spChg chg="del">
          <ac:chgData name="David Hedengren" userId="658bef35-c023-4c34-ad89-ec78a9d95ca6" providerId="ADAL" clId="{8317C74B-24CA-4633-BE11-49587EB7BA64}" dt="2024-12-08T19:30:30.599" v="912" actId="478"/>
          <ac:spMkLst>
            <pc:docMk/>
            <pc:sldMk cId="2206535882" sldId="279"/>
            <ac:spMk id="168" creationId="{1EAEC6EA-20B3-15DB-BED7-81B815AC9A8F}"/>
          </ac:spMkLst>
        </pc:spChg>
        <pc:spChg chg="del">
          <ac:chgData name="David Hedengren" userId="658bef35-c023-4c34-ad89-ec78a9d95ca6" providerId="ADAL" clId="{8317C74B-24CA-4633-BE11-49587EB7BA64}" dt="2024-12-08T19:30:30.599" v="912" actId="478"/>
          <ac:spMkLst>
            <pc:docMk/>
            <pc:sldMk cId="2206535882" sldId="279"/>
            <ac:spMk id="175" creationId="{22AEC964-E46D-4F74-D677-F1DBFCD62EFE}"/>
          </ac:spMkLst>
        </pc:spChg>
        <pc:spChg chg="del">
          <ac:chgData name="David Hedengren" userId="658bef35-c023-4c34-ad89-ec78a9d95ca6" providerId="ADAL" clId="{8317C74B-24CA-4633-BE11-49587EB7BA64}" dt="2024-12-08T19:30:30.599" v="912" actId="478"/>
          <ac:spMkLst>
            <pc:docMk/>
            <pc:sldMk cId="2206535882" sldId="279"/>
            <ac:spMk id="176" creationId="{532A4CA5-AFC5-2AEB-3C13-62CC3719D99E}"/>
          </ac:spMkLst>
        </pc:spChg>
        <pc:spChg chg="del">
          <ac:chgData name="David Hedengren" userId="658bef35-c023-4c34-ad89-ec78a9d95ca6" providerId="ADAL" clId="{8317C74B-24CA-4633-BE11-49587EB7BA64}" dt="2024-12-08T19:30:30.599" v="912" actId="478"/>
          <ac:spMkLst>
            <pc:docMk/>
            <pc:sldMk cId="2206535882" sldId="279"/>
            <ac:spMk id="177" creationId="{D3CA481A-1036-8E59-2CD0-7A41C92F674C}"/>
          </ac:spMkLst>
        </pc:spChg>
        <pc:spChg chg="del">
          <ac:chgData name="David Hedengren" userId="658bef35-c023-4c34-ad89-ec78a9d95ca6" providerId="ADAL" clId="{8317C74B-24CA-4633-BE11-49587EB7BA64}" dt="2024-12-08T19:30:30.599" v="912" actId="478"/>
          <ac:spMkLst>
            <pc:docMk/>
            <pc:sldMk cId="2206535882" sldId="279"/>
            <ac:spMk id="178" creationId="{7E7A63A4-FA07-8D42-289C-C8775010DFC3}"/>
          </ac:spMkLst>
        </pc:spChg>
        <pc:spChg chg="del">
          <ac:chgData name="David Hedengren" userId="658bef35-c023-4c34-ad89-ec78a9d95ca6" providerId="ADAL" clId="{8317C74B-24CA-4633-BE11-49587EB7BA64}" dt="2024-12-08T19:30:30.599" v="912" actId="478"/>
          <ac:spMkLst>
            <pc:docMk/>
            <pc:sldMk cId="2206535882" sldId="279"/>
            <ac:spMk id="179" creationId="{53E5D5DA-9B54-40C1-A8A2-12A37C0F5F32}"/>
          </ac:spMkLst>
        </pc:spChg>
        <pc:spChg chg="del">
          <ac:chgData name="David Hedengren" userId="658bef35-c023-4c34-ad89-ec78a9d95ca6" providerId="ADAL" clId="{8317C74B-24CA-4633-BE11-49587EB7BA64}" dt="2024-12-08T19:30:30.599" v="912" actId="478"/>
          <ac:spMkLst>
            <pc:docMk/>
            <pc:sldMk cId="2206535882" sldId="279"/>
            <ac:spMk id="180" creationId="{BC520E2E-2C56-8309-7ED1-17B44026870F}"/>
          </ac:spMkLst>
        </pc:spChg>
        <pc:spChg chg="del">
          <ac:chgData name="David Hedengren" userId="658bef35-c023-4c34-ad89-ec78a9d95ca6" providerId="ADAL" clId="{8317C74B-24CA-4633-BE11-49587EB7BA64}" dt="2024-12-08T19:30:30.599" v="912" actId="478"/>
          <ac:spMkLst>
            <pc:docMk/>
            <pc:sldMk cId="2206535882" sldId="279"/>
            <ac:spMk id="181" creationId="{AE9D378C-8ED8-7E47-6732-501F47A8A875}"/>
          </ac:spMkLst>
        </pc:spChg>
        <pc:spChg chg="del">
          <ac:chgData name="David Hedengren" userId="658bef35-c023-4c34-ad89-ec78a9d95ca6" providerId="ADAL" clId="{8317C74B-24CA-4633-BE11-49587EB7BA64}" dt="2024-12-08T19:30:30.599" v="912" actId="478"/>
          <ac:spMkLst>
            <pc:docMk/>
            <pc:sldMk cId="2206535882" sldId="279"/>
            <ac:spMk id="182" creationId="{32E5849E-480A-730F-0693-5680E87AD217}"/>
          </ac:spMkLst>
        </pc:spChg>
        <pc:spChg chg="del">
          <ac:chgData name="David Hedengren" userId="658bef35-c023-4c34-ad89-ec78a9d95ca6" providerId="ADAL" clId="{8317C74B-24CA-4633-BE11-49587EB7BA64}" dt="2024-12-08T19:30:30.599" v="912" actId="478"/>
          <ac:spMkLst>
            <pc:docMk/>
            <pc:sldMk cId="2206535882" sldId="279"/>
            <ac:spMk id="183" creationId="{28113F76-1525-6F2C-BC2D-79DC73F73BCA}"/>
          </ac:spMkLst>
        </pc:spChg>
        <pc:spChg chg="del">
          <ac:chgData name="David Hedengren" userId="658bef35-c023-4c34-ad89-ec78a9d95ca6" providerId="ADAL" clId="{8317C74B-24CA-4633-BE11-49587EB7BA64}" dt="2024-12-08T19:30:30.599" v="912" actId="478"/>
          <ac:spMkLst>
            <pc:docMk/>
            <pc:sldMk cId="2206535882" sldId="279"/>
            <ac:spMk id="184" creationId="{94C023BB-D0D4-6501-F2DB-7406D16C5C37}"/>
          </ac:spMkLst>
        </pc:spChg>
        <pc:spChg chg="del">
          <ac:chgData name="David Hedengren" userId="658bef35-c023-4c34-ad89-ec78a9d95ca6" providerId="ADAL" clId="{8317C74B-24CA-4633-BE11-49587EB7BA64}" dt="2024-12-08T19:30:30.599" v="912" actId="478"/>
          <ac:spMkLst>
            <pc:docMk/>
            <pc:sldMk cId="2206535882" sldId="279"/>
            <ac:spMk id="185" creationId="{3D31A302-B7ED-D6D9-623A-31845704AC03}"/>
          </ac:spMkLst>
        </pc:spChg>
        <pc:spChg chg="del">
          <ac:chgData name="David Hedengren" userId="658bef35-c023-4c34-ad89-ec78a9d95ca6" providerId="ADAL" clId="{8317C74B-24CA-4633-BE11-49587EB7BA64}" dt="2024-12-08T19:30:30.599" v="912" actId="478"/>
          <ac:spMkLst>
            <pc:docMk/>
            <pc:sldMk cId="2206535882" sldId="279"/>
            <ac:spMk id="186" creationId="{1AB4668E-BD7E-81E2-8532-3C56B9A0B2B6}"/>
          </ac:spMkLst>
        </pc:spChg>
        <pc:spChg chg="add mod">
          <ac:chgData name="David Hedengren" userId="658bef35-c023-4c34-ad89-ec78a9d95ca6" providerId="ADAL" clId="{8317C74B-24CA-4633-BE11-49587EB7BA64}" dt="2024-12-08T19:31:06.529" v="924" actId="1076"/>
          <ac:spMkLst>
            <pc:docMk/>
            <pc:sldMk cId="2206535882" sldId="279"/>
            <ac:spMk id="188" creationId="{CEB84CA6-EB8F-E9C6-CBB7-6E7F74C5D8D6}"/>
          </ac:spMkLst>
        </pc:spChg>
        <pc:spChg chg="add mod">
          <ac:chgData name="David Hedengren" userId="658bef35-c023-4c34-ad89-ec78a9d95ca6" providerId="ADAL" clId="{8317C74B-24CA-4633-BE11-49587EB7BA64}" dt="2024-12-08T19:31:10.508" v="926" actId="1076"/>
          <ac:spMkLst>
            <pc:docMk/>
            <pc:sldMk cId="2206535882" sldId="279"/>
            <ac:spMk id="190" creationId="{F6C9DA49-7351-C93F-E800-C36188F32382}"/>
          </ac:spMkLst>
        </pc:spChg>
        <pc:spChg chg="add mod">
          <ac:chgData name="David Hedengren" userId="658bef35-c023-4c34-ad89-ec78a9d95ca6" providerId="ADAL" clId="{8317C74B-24CA-4633-BE11-49587EB7BA64}" dt="2024-12-08T19:31:10.508" v="926" actId="1076"/>
          <ac:spMkLst>
            <pc:docMk/>
            <pc:sldMk cId="2206535882" sldId="279"/>
            <ac:spMk id="192" creationId="{BF1FF83C-81B3-BAA8-BB9C-E67DA0853251}"/>
          </ac:spMkLst>
        </pc:spChg>
        <pc:spChg chg="add mod">
          <ac:chgData name="David Hedengren" userId="658bef35-c023-4c34-ad89-ec78a9d95ca6" providerId="ADAL" clId="{8317C74B-24CA-4633-BE11-49587EB7BA64}" dt="2024-12-08T19:31:10.508" v="926" actId="1076"/>
          <ac:spMkLst>
            <pc:docMk/>
            <pc:sldMk cId="2206535882" sldId="279"/>
            <ac:spMk id="193" creationId="{AD7F0447-A662-40D6-89AE-9924D4FDBECE}"/>
          </ac:spMkLst>
        </pc:spChg>
        <pc:spChg chg="add mod">
          <ac:chgData name="David Hedengren" userId="658bef35-c023-4c34-ad89-ec78a9d95ca6" providerId="ADAL" clId="{8317C74B-24CA-4633-BE11-49587EB7BA64}" dt="2024-12-08T19:31:10.508" v="926" actId="1076"/>
          <ac:spMkLst>
            <pc:docMk/>
            <pc:sldMk cId="2206535882" sldId="279"/>
            <ac:spMk id="194" creationId="{BD09F337-DF0C-EE1F-0D73-1B19BD2CEFE2}"/>
          </ac:spMkLst>
        </pc:spChg>
        <pc:spChg chg="add mod">
          <ac:chgData name="David Hedengren" userId="658bef35-c023-4c34-ad89-ec78a9d95ca6" providerId="ADAL" clId="{8317C74B-24CA-4633-BE11-49587EB7BA64}" dt="2024-12-08T19:31:10.508" v="926" actId="1076"/>
          <ac:spMkLst>
            <pc:docMk/>
            <pc:sldMk cId="2206535882" sldId="279"/>
            <ac:spMk id="195" creationId="{CD89D142-0D0E-D496-7DD3-854707D6FC71}"/>
          </ac:spMkLst>
        </pc:spChg>
        <pc:spChg chg="add mod">
          <ac:chgData name="David Hedengren" userId="658bef35-c023-4c34-ad89-ec78a9d95ca6" providerId="ADAL" clId="{8317C74B-24CA-4633-BE11-49587EB7BA64}" dt="2024-12-08T19:31:10.508" v="926" actId="1076"/>
          <ac:spMkLst>
            <pc:docMk/>
            <pc:sldMk cId="2206535882" sldId="279"/>
            <ac:spMk id="198" creationId="{7A9D6490-FB5D-EDFA-03EE-A0FF4F58DA3B}"/>
          </ac:spMkLst>
        </pc:spChg>
        <pc:spChg chg="add mod">
          <ac:chgData name="David Hedengren" userId="658bef35-c023-4c34-ad89-ec78a9d95ca6" providerId="ADAL" clId="{8317C74B-24CA-4633-BE11-49587EB7BA64}" dt="2024-12-08T19:31:10.508" v="926" actId="1076"/>
          <ac:spMkLst>
            <pc:docMk/>
            <pc:sldMk cId="2206535882" sldId="279"/>
            <ac:spMk id="199" creationId="{AB095D93-F9A9-C045-3E46-655E480331E8}"/>
          </ac:spMkLst>
        </pc:spChg>
        <pc:spChg chg="add mod">
          <ac:chgData name="David Hedengren" userId="658bef35-c023-4c34-ad89-ec78a9d95ca6" providerId="ADAL" clId="{8317C74B-24CA-4633-BE11-49587EB7BA64}" dt="2024-12-08T19:31:10.508" v="926" actId="1076"/>
          <ac:spMkLst>
            <pc:docMk/>
            <pc:sldMk cId="2206535882" sldId="279"/>
            <ac:spMk id="200" creationId="{D54BB127-29FF-5FB4-73F8-AC87003A57EF}"/>
          </ac:spMkLst>
        </pc:spChg>
        <pc:spChg chg="add mod">
          <ac:chgData name="David Hedengren" userId="658bef35-c023-4c34-ad89-ec78a9d95ca6" providerId="ADAL" clId="{8317C74B-24CA-4633-BE11-49587EB7BA64}" dt="2024-12-08T19:31:10.508" v="926" actId="1076"/>
          <ac:spMkLst>
            <pc:docMk/>
            <pc:sldMk cId="2206535882" sldId="279"/>
            <ac:spMk id="202" creationId="{3030AB01-35C3-A292-D739-CAB8202B4541}"/>
          </ac:spMkLst>
        </pc:spChg>
        <pc:spChg chg="del">
          <ac:chgData name="David Hedengren" userId="658bef35-c023-4c34-ad89-ec78a9d95ca6" providerId="ADAL" clId="{8317C74B-24CA-4633-BE11-49587EB7BA64}" dt="2024-12-08T19:30:30.599" v="912" actId="478"/>
          <ac:spMkLst>
            <pc:docMk/>
            <pc:sldMk cId="2206535882" sldId="279"/>
            <ac:spMk id="210" creationId="{A23AD837-9279-65D0-8D06-C906FC034653}"/>
          </ac:spMkLst>
        </pc:spChg>
        <pc:spChg chg="del">
          <ac:chgData name="David Hedengren" userId="658bef35-c023-4c34-ad89-ec78a9d95ca6" providerId="ADAL" clId="{8317C74B-24CA-4633-BE11-49587EB7BA64}" dt="2024-12-08T19:30:30.599" v="912" actId="478"/>
          <ac:spMkLst>
            <pc:docMk/>
            <pc:sldMk cId="2206535882" sldId="279"/>
            <ac:spMk id="211" creationId="{BEA453E6-2A15-8E24-B911-9EEB04B5D2FF}"/>
          </ac:spMkLst>
        </pc:spChg>
        <pc:spChg chg="add mod">
          <ac:chgData name="David Hedengren" userId="658bef35-c023-4c34-ad89-ec78a9d95ca6" providerId="ADAL" clId="{8317C74B-24CA-4633-BE11-49587EB7BA64}" dt="2024-12-08T19:31:10.508" v="926" actId="1076"/>
          <ac:spMkLst>
            <pc:docMk/>
            <pc:sldMk cId="2206535882" sldId="279"/>
            <ac:spMk id="212" creationId="{4AA53A08-9B7A-36BC-0432-878112CFC568}"/>
          </ac:spMkLst>
        </pc:spChg>
        <pc:spChg chg="add mod">
          <ac:chgData name="David Hedengren" userId="658bef35-c023-4c34-ad89-ec78a9d95ca6" providerId="ADAL" clId="{8317C74B-24CA-4633-BE11-49587EB7BA64}" dt="2024-12-08T19:31:14.666" v="928" actId="1076"/>
          <ac:spMkLst>
            <pc:docMk/>
            <pc:sldMk cId="2206535882" sldId="279"/>
            <ac:spMk id="213" creationId="{0B499D06-E8BF-2FBD-75A3-F3F7C430052E}"/>
          </ac:spMkLst>
        </pc:spChg>
        <pc:spChg chg="add mod">
          <ac:chgData name="David Hedengren" userId="658bef35-c023-4c34-ad89-ec78a9d95ca6" providerId="ADAL" clId="{8317C74B-24CA-4633-BE11-49587EB7BA64}" dt="2024-12-08T19:31:14.666" v="928" actId="1076"/>
          <ac:spMkLst>
            <pc:docMk/>
            <pc:sldMk cId="2206535882" sldId="279"/>
            <ac:spMk id="214" creationId="{E6A1DD83-1FED-7496-71E1-F62A3E899867}"/>
          </ac:spMkLst>
        </pc:spChg>
        <pc:spChg chg="add mod">
          <ac:chgData name="David Hedengren" userId="658bef35-c023-4c34-ad89-ec78a9d95ca6" providerId="ADAL" clId="{8317C74B-24CA-4633-BE11-49587EB7BA64}" dt="2024-12-08T19:31:14.666" v="928" actId="1076"/>
          <ac:spMkLst>
            <pc:docMk/>
            <pc:sldMk cId="2206535882" sldId="279"/>
            <ac:spMk id="215" creationId="{AD20CDE5-026F-B528-C611-C17B21718D89}"/>
          </ac:spMkLst>
        </pc:spChg>
        <pc:spChg chg="add mod">
          <ac:chgData name="David Hedengren" userId="658bef35-c023-4c34-ad89-ec78a9d95ca6" providerId="ADAL" clId="{8317C74B-24CA-4633-BE11-49587EB7BA64}" dt="2024-12-08T19:31:14.666" v="928" actId="1076"/>
          <ac:spMkLst>
            <pc:docMk/>
            <pc:sldMk cId="2206535882" sldId="279"/>
            <ac:spMk id="216" creationId="{E357497B-B41E-247B-D883-0E912D04DF21}"/>
          </ac:spMkLst>
        </pc:spChg>
        <pc:spChg chg="add mod">
          <ac:chgData name="David Hedengren" userId="658bef35-c023-4c34-ad89-ec78a9d95ca6" providerId="ADAL" clId="{8317C74B-24CA-4633-BE11-49587EB7BA64}" dt="2024-12-08T19:31:14.666" v="928" actId="1076"/>
          <ac:spMkLst>
            <pc:docMk/>
            <pc:sldMk cId="2206535882" sldId="279"/>
            <ac:spMk id="217" creationId="{A27B793E-98E7-9893-18DD-9D97E90B4104}"/>
          </ac:spMkLst>
        </pc:spChg>
        <pc:spChg chg="add mod">
          <ac:chgData name="David Hedengren" userId="658bef35-c023-4c34-ad89-ec78a9d95ca6" providerId="ADAL" clId="{8317C74B-24CA-4633-BE11-49587EB7BA64}" dt="2024-12-08T19:31:14.666" v="928" actId="1076"/>
          <ac:spMkLst>
            <pc:docMk/>
            <pc:sldMk cId="2206535882" sldId="279"/>
            <ac:spMk id="218" creationId="{DD8945A3-198B-B65C-4303-72278A840795}"/>
          </ac:spMkLst>
        </pc:spChg>
        <pc:spChg chg="add mod">
          <ac:chgData name="David Hedengren" userId="658bef35-c023-4c34-ad89-ec78a9d95ca6" providerId="ADAL" clId="{8317C74B-24CA-4633-BE11-49587EB7BA64}" dt="2024-12-08T19:31:14.666" v="928" actId="1076"/>
          <ac:spMkLst>
            <pc:docMk/>
            <pc:sldMk cId="2206535882" sldId="279"/>
            <ac:spMk id="219" creationId="{1E33AE73-B862-546E-1524-527959F9C147}"/>
          </ac:spMkLst>
        </pc:spChg>
        <pc:spChg chg="add mod">
          <ac:chgData name="David Hedengren" userId="658bef35-c023-4c34-ad89-ec78a9d95ca6" providerId="ADAL" clId="{8317C74B-24CA-4633-BE11-49587EB7BA64}" dt="2024-12-08T19:31:14.666" v="928" actId="1076"/>
          <ac:spMkLst>
            <pc:docMk/>
            <pc:sldMk cId="2206535882" sldId="279"/>
            <ac:spMk id="220" creationId="{7B2FFFD3-B6C0-EEA3-D854-53EC6DB24294}"/>
          </ac:spMkLst>
        </pc:spChg>
        <pc:spChg chg="add mod">
          <ac:chgData name="David Hedengren" userId="658bef35-c023-4c34-ad89-ec78a9d95ca6" providerId="ADAL" clId="{8317C74B-24CA-4633-BE11-49587EB7BA64}" dt="2024-12-08T19:31:14.666" v="928" actId="1076"/>
          <ac:spMkLst>
            <pc:docMk/>
            <pc:sldMk cId="2206535882" sldId="279"/>
            <ac:spMk id="221" creationId="{7443A45F-25BB-7B55-537D-A068977FDB51}"/>
          </ac:spMkLst>
        </pc:spChg>
        <pc:spChg chg="add mod">
          <ac:chgData name="David Hedengren" userId="658bef35-c023-4c34-ad89-ec78a9d95ca6" providerId="ADAL" clId="{8317C74B-24CA-4633-BE11-49587EB7BA64}" dt="2024-12-08T19:31:14.666" v="928" actId="1076"/>
          <ac:spMkLst>
            <pc:docMk/>
            <pc:sldMk cId="2206535882" sldId="279"/>
            <ac:spMk id="222" creationId="{4CC49673-C246-E5B5-5877-B6CD7F3DE0BD}"/>
          </ac:spMkLst>
        </pc:spChg>
        <pc:cxnChg chg="del">
          <ac:chgData name="David Hedengren" userId="658bef35-c023-4c34-ad89-ec78a9d95ca6" providerId="ADAL" clId="{8317C74B-24CA-4633-BE11-49587EB7BA64}" dt="2024-12-08T19:30:21.525" v="907" actId="478"/>
          <ac:cxnSpMkLst>
            <pc:docMk/>
            <pc:sldMk cId="2206535882" sldId="279"/>
            <ac:cxnSpMk id="19" creationId="{0501DC84-A71C-96BD-FB41-DBB147796592}"/>
          </ac:cxnSpMkLst>
        </pc:cxnChg>
        <pc:cxnChg chg="mod">
          <ac:chgData name="David Hedengren" userId="658bef35-c023-4c34-ad89-ec78a9d95ca6" providerId="ADAL" clId="{8317C74B-24CA-4633-BE11-49587EB7BA64}" dt="2024-12-08T19:30:44.792" v="915" actId="14100"/>
          <ac:cxnSpMkLst>
            <pc:docMk/>
            <pc:sldMk cId="2206535882" sldId="279"/>
            <ac:cxnSpMk id="187" creationId="{CD792E9B-05D6-2C8A-34D8-96D06E81B102}"/>
          </ac:cxnSpMkLst>
        </pc:cxnChg>
        <pc:cxnChg chg="del">
          <ac:chgData name="David Hedengren" userId="658bef35-c023-4c34-ad89-ec78a9d95ca6" providerId="ADAL" clId="{8317C74B-24CA-4633-BE11-49587EB7BA64}" dt="2024-12-08T19:30:35.406" v="913" actId="478"/>
          <ac:cxnSpMkLst>
            <pc:docMk/>
            <pc:sldMk cId="2206535882" sldId="279"/>
            <ac:cxnSpMk id="189" creationId="{B7D4E74D-A248-1AAD-6B90-2C618405562C}"/>
          </ac:cxnSpMkLst>
        </pc:cxnChg>
        <pc:cxnChg chg="mod">
          <ac:chgData name="David Hedengren" userId="658bef35-c023-4c34-ad89-ec78a9d95ca6" providerId="ADAL" clId="{8317C74B-24CA-4633-BE11-49587EB7BA64}" dt="2024-12-08T19:30:59.752" v="922" actId="1076"/>
          <ac:cxnSpMkLst>
            <pc:docMk/>
            <pc:sldMk cId="2206535882" sldId="279"/>
            <ac:cxnSpMk id="191" creationId="{E3A649F4-B070-F7D2-C742-CFAB76D0CD9D}"/>
          </ac:cxnSpMkLst>
        </pc:cxnChg>
        <pc:cxnChg chg="del">
          <ac:chgData name="David Hedengren" userId="658bef35-c023-4c34-ad89-ec78a9d95ca6" providerId="ADAL" clId="{8317C74B-24CA-4633-BE11-49587EB7BA64}" dt="2024-12-08T19:30:30.599" v="912" actId="478"/>
          <ac:cxnSpMkLst>
            <pc:docMk/>
            <pc:sldMk cId="2206535882" sldId="279"/>
            <ac:cxnSpMk id="203" creationId="{47827D6B-C45D-2CBD-15DA-7813664D9995}"/>
          </ac:cxnSpMkLst>
        </pc:cxnChg>
        <pc:cxnChg chg="del">
          <ac:chgData name="David Hedengren" userId="658bef35-c023-4c34-ad89-ec78a9d95ca6" providerId="ADAL" clId="{8317C74B-24CA-4633-BE11-49587EB7BA64}" dt="2024-12-08T19:30:30.599" v="912" actId="478"/>
          <ac:cxnSpMkLst>
            <pc:docMk/>
            <pc:sldMk cId="2206535882" sldId="279"/>
            <ac:cxnSpMk id="204" creationId="{C0BA280E-0206-1AF0-8F20-62CBE32A726B}"/>
          </ac:cxnSpMkLst>
        </pc:cxnChg>
        <pc:cxnChg chg="del">
          <ac:chgData name="David Hedengren" userId="658bef35-c023-4c34-ad89-ec78a9d95ca6" providerId="ADAL" clId="{8317C74B-24CA-4633-BE11-49587EB7BA64}" dt="2024-12-08T19:30:30.599" v="912" actId="478"/>
          <ac:cxnSpMkLst>
            <pc:docMk/>
            <pc:sldMk cId="2206535882" sldId="279"/>
            <ac:cxnSpMk id="205" creationId="{48402C6A-6007-34F7-4850-EF3615158269}"/>
          </ac:cxnSpMkLst>
        </pc:cxnChg>
        <pc:cxnChg chg="del">
          <ac:chgData name="David Hedengren" userId="658bef35-c023-4c34-ad89-ec78a9d95ca6" providerId="ADAL" clId="{8317C74B-24CA-4633-BE11-49587EB7BA64}" dt="2024-12-08T19:30:30.599" v="912" actId="478"/>
          <ac:cxnSpMkLst>
            <pc:docMk/>
            <pc:sldMk cId="2206535882" sldId="279"/>
            <ac:cxnSpMk id="206" creationId="{D35D0220-E2BC-FAA7-8F28-DF85A44668EB}"/>
          </ac:cxnSpMkLst>
        </pc:cxnChg>
        <pc:cxnChg chg="del">
          <ac:chgData name="David Hedengren" userId="658bef35-c023-4c34-ad89-ec78a9d95ca6" providerId="ADAL" clId="{8317C74B-24CA-4633-BE11-49587EB7BA64}" dt="2024-12-08T19:30:30.599" v="912" actId="478"/>
          <ac:cxnSpMkLst>
            <pc:docMk/>
            <pc:sldMk cId="2206535882" sldId="279"/>
            <ac:cxnSpMk id="207" creationId="{A02A3ABD-A784-A233-8671-1F21FDDC797F}"/>
          </ac:cxnSpMkLst>
        </pc:cxnChg>
        <pc:cxnChg chg="del">
          <ac:chgData name="David Hedengren" userId="658bef35-c023-4c34-ad89-ec78a9d95ca6" providerId="ADAL" clId="{8317C74B-24CA-4633-BE11-49587EB7BA64}" dt="2024-12-08T19:30:30.599" v="912" actId="478"/>
          <ac:cxnSpMkLst>
            <pc:docMk/>
            <pc:sldMk cId="2206535882" sldId="279"/>
            <ac:cxnSpMk id="208" creationId="{4B3698FE-5C3E-0E08-395E-D470A7E8EA5E}"/>
          </ac:cxnSpMkLst>
        </pc:cxnChg>
      </pc:sldChg>
      <pc:sldChg chg="new del">
        <pc:chgData name="David Hedengren" userId="658bef35-c023-4c34-ad89-ec78a9d95ca6" providerId="ADAL" clId="{8317C74B-24CA-4633-BE11-49587EB7BA64}" dt="2024-12-09T08:41:14.899" v="1324" actId="47"/>
        <pc:sldMkLst>
          <pc:docMk/>
          <pc:sldMk cId="3184360369" sldId="279"/>
        </pc:sldMkLst>
      </pc:sldChg>
      <pc:sldChg chg="addSp modSp new del">
        <pc:chgData name="David Hedengren" userId="658bef35-c023-4c34-ad89-ec78a9d95ca6" providerId="ADAL" clId="{8317C74B-24CA-4633-BE11-49587EB7BA64}" dt="2024-12-09T08:12:13.632" v="933" actId="47"/>
        <pc:sldMkLst>
          <pc:docMk/>
          <pc:sldMk cId="828754647" sldId="280"/>
        </pc:sldMkLst>
        <pc:spChg chg="add mod">
          <ac:chgData name="David Hedengren" userId="658bef35-c023-4c34-ad89-ec78a9d95ca6" providerId="ADAL" clId="{8317C74B-24CA-4633-BE11-49587EB7BA64}" dt="2024-12-09T08:11:51.544" v="932"/>
          <ac:spMkLst>
            <pc:docMk/>
            <pc:sldMk cId="828754647" sldId="280"/>
            <ac:spMk id="2" creationId="{2DAD69AF-86B2-4D67-EB24-38394DAE39FD}"/>
          </ac:spMkLst>
        </pc:spChg>
      </pc:sldChg>
      <pc:sldChg chg="addSp delSp modSp new mod modAnim">
        <pc:chgData name="David Hedengren" userId="658bef35-c023-4c34-ad89-ec78a9d95ca6" providerId="ADAL" clId="{8317C74B-24CA-4633-BE11-49587EB7BA64}" dt="2024-12-09T08:40:01.519" v="1323" actId="20577"/>
        <pc:sldMkLst>
          <pc:docMk/>
          <pc:sldMk cId="1056074600" sldId="280"/>
        </pc:sldMkLst>
        <pc:spChg chg="add mod">
          <ac:chgData name="David Hedengren" userId="658bef35-c023-4c34-ad89-ec78a9d95ca6" providerId="ADAL" clId="{8317C74B-24CA-4633-BE11-49587EB7BA64}" dt="2024-12-09T08:40:01.519" v="1323" actId="20577"/>
          <ac:spMkLst>
            <pc:docMk/>
            <pc:sldMk cId="1056074600" sldId="280"/>
            <ac:spMk id="2" creationId="{367A1F92-6792-CF8B-EF35-8100E0BAD4C6}"/>
          </ac:spMkLst>
        </pc:spChg>
        <pc:spChg chg="add del mod">
          <ac:chgData name="David Hedengren" userId="658bef35-c023-4c34-ad89-ec78a9d95ca6" providerId="ADAL" clId="{8317C74B-24CA-4633-BE11-49587EB7BA64}" dt="2024-12-09T08:12:45.231" v="971"/>
          <ac:spMkLst>
            <pc:docMk/>
            <pc:sldMk cId="1056074600" sldId="280"/>
            <ac:spMk id="3" creationId="{61FA8876-A241-1955-48B2-683468EF57D6}"/>
          </ac:spMkLst>
        </pc:spChg>
        <pc:spChg chg="add del mod">
          <ac:chgData name="David Hedengren" userId="658bef35-c023-4c34-ad89-ec78a9d95ca6" providerId="ADAL" clId="{8317C74B-24CA-4633-BE11-49587EB7BA64}" dt="2024-12-09T08:12:45.231" v="971"/>
          <ac:spMkLst>
            <pc:docMk/>
            <pc:sldMk cId="1056074600" sldId="280"/>
            <ac:spMk id="4" creationId="{DECA740F-67FA-3373-9A97-1EA2854FA0C6}"/>
          </ac:spMkLst>
        </pc:spChg>
        <pc:spChg chg="add del mod">
          <ac:chgData name="David Hedengren" userId="658bef35-c023-4c34-ad89-ec78a9d95ca6" providerId="ADAL" clId="{8317C74B-24CA-4633-BE11-49587EB7BA64}" dt="2024-12-09T08:12:45.231" v="971"/>
          <ac:spMkLst>
            <pc:docMk/>
            <pc:sldMk cId="1056074600" sldId="280"/>
            <ac:spMk id="6" creationId="{7C3092BE-FE92-3A93-C85A-D323A5BD2524}"/>
          </ac:spMkLst>
        </pc:spChg>
        <pc:spChg chg="add del mod">
          <ac:chgData name="David Hedengren" userId="658bef35-c023-4c34-ad89-ec78a9d95ca6" providerId="ADAL" clId="{8317C74B-24CA-4633-BE11-49587EB7BA64}" dt="2024-12-09T08:12:45.231" v="971"/>
          <ac:spMkLst>
            <pc:docMk/>
            <pc:sldMk cId="1056074600" sldId="280"/>
            <ac:spMk id="7" creationId="{2977582A-BF11-8B35-1B0A-CE9BBD26E568}"/>
          </ac:spMkLst>
        </pc:spChg>
        <pc:spChg chg="add del mod">
          <ac:chgData name="David Hedengren" userId="658bef35-c023-4c34-ad89-ec78a9d95ca6" providerId="ADAL" clId="{8317C74B-24CA-4633-BE11-49587EB7BA64}" dt="2024-12-09T08:12:45.231" v="971"/>
          <ac:spMkLst>
            <pc:docMk/>
            <pc:sldMk cId="1056074600" sldId="280"/>
            <ac:spMk id="8" creationId="{912D8BE6-39DE-8EBF-3846-65FB23D8336E}"/>
          </ac:spMkLst>
        </pc:spChg>
        <pc:spChg chg="add del mod">
          <ac:chgData name="David Hedengren" userId="658bef35-c023-4c34-ad89-ec78a9d95ca6" providerId="ADAL" clId="{8317C74B-24CA-4633-BE11-49587EB7BA64}" dt="2024-12-09T08:12:45.231" v="971"/>
          <ac:spMkLst>
            <pc:docMk/>
            <pc:sldMk cId="1056074600" sldId="280"/>
            <ac:spMk id="9" creationId="{794196AD-80AC-FE40-6971-803A2346B13C}"/>
          </ac:spMkLst>
        </pc:spChg>
        <pc:spChg chg="add del mod">
          <ac:chgData name="David Hedengren" userId="658bef35-c023-4c34-ad89-ec78a9d95ca6" providerId="ADAL" clId="{8317C74B-24CA-4633-BE11-49587EB7BA64}" dt="2024-12-09T08:12:45.231" v="971"/>
          <ac:spMkLst>
            <pc:docMk/>
            <pc:sldMk cId="1056074600" sldId="280"/>
            <ac:spMk id="10" creationId="{175B0F2E-F42C-EB1E-AA83-937BA6005A8C}"/>
          </ac:spMkLst>
        </pc:spChg>
        <pc:spChg chg="add del mod">
          <ac:chgData name="David Hedengren" userId="658bef35-c023-4c34-ad89-ec78a9d95ca6" providerId="ADAL" clId="{8317C74B-24CA-4633-BE11-49587EB7BA64}" dt="2024-12-09T08:12:45.231" v="971"/>
          <ac:spMkLst>
            <pc:docMk/>
            <pc:sldMk cId="1056074600" sldId="280"/>
            <ac:spMk id="13" creationId="{45978AA3-9F81-1DF4-A8DE-D4CAFCBE9056}"/>
          </ac:spMkLst>
        </pc:spChg>
        <pc:spChg chg="add del mod">
          <ac:chgData name="David Hedengren" userId="658bef35-c023-4c34-ad89-ec78a9d95ca6" providerId="ADAL" clId="{8317C74B-24CA-4633-BE11-49587EB7BA64}" dt="2024-12-09T08:12:45.231" v="971"/>
          <ac:spMkLst>
            <pc:docMk/>
            <pc:sldMk cId="1056074600" sldId="280"/>
            <ac:spMk id="14" creationId="{F078C123-C47B-3EDC-F633-14B963061371}"/>
          </ac:spMkLst>
        </pc:spChg>
        <pc:spChg chg="add del mod">
          <ac:chgData name="David Hedengren" userId="658bef35-c023-4c34-ad89-ec78a9d95ca6" providerId="ADAL" clId="{8317C74B-24CA-4633-BE11-49587EB7BA64}" dt="2024-12-09T08:12:45.231" v="971"/>
          <ac:spMkLst>
            <pc:docMk/>
            <pc:sldMk cId="1056074600" sldId="280"/>
            <ac:spMk id="16" creationId="{9B7DF4A4-49AC-2C77-B74A-F741A79BEAF0}"/>
          </ac:spMkLst>
        </pc:spChg>
        <pc:spChg chg="add del mod">
          <ac:chgData name="David Hedengren" userId="658bef35-c023-4c34-ad89-ec78a9d95ca6" providerId="ADAL" clId="{8317C74B-24CA-4633-BE11-49587EB7BA64}" dt="2024-12-09T08:12:45.231" v="971"/>
          <ac:spMkLst>
            <pc:docMk/>
            <pc:sldMk cId="1056074600" sldId="280"/>
            <ac:spMk id="17" creationId="{27DA879D-CBE2-18F6-00A6-187F34C1C862}"/>
          </ac:spMkLst>
        </pc:spChg>
        <pc:spChg chg="add del mod">
          <ac:chgData name="David Hedengren" userId="658bef35-c023-4c34-ad89-ec78a9d95ca6" providerId="ADAL" clId="{8317C74B-24CA-4633-BE11-49587EB7BA64}" dt="2024-12-09T08:12:45.231" v="971"/>
          <ac:spMkLst>
            <pc:docMk/>
            <pc:sldMk cId="1056074600" sldId="280"/>
            <ac:spMk id="18" creationId="{5CBD1E0A-D9F2-736B-4B53-BB5E4BBAC2B7}"/>
          </ac:spMkLst>
        </pc:spChg>
        <pc:spChg chg="add del mod">
          <ac:chgData name="David Hedengren" userId="658bef35-c023-4c34-ad89-ec78a9d95ca6" providerId="ADAL" clId="{8317C74B-24CA-4633-BE11-49587EB7BA64}" dt="2024-12-09T08:12:45.231" v="971"/>
          <ac:spMkLst>
            <pc:docMk/>
            <pc:sldMk cId="1056074600" sldId="280"/>
            <ac:spMk id="19" creationId="{4B6AFE74-4538-60DE-FD2F-EE48A8F371C9}"/>
          </ac:spMkLst>
        </pc:spChg>
        <pc:spChg chg="add del mod">
          <ac:chgData name="David Hedengren" userId="658bef35-c023-4c34-ad89-ec78a9d95ca6" providerId="ADAL" clId="{8317C74B-24CA-4633-BE11-49587EB7BA64}" dt="2024-12-09T08:12:45.231" v="971"/>
          <ac:spMkLst>
            <pc:docMk/>
            <pc:sldMk cId="1056074600" sldId="280"/>
            <ac:spMk id="20" creationId="{B327860E-F88A-4BF8-0F98-C70AAB5A46C0}"/>
          </ac:spMkLst>
        </pc:spChg>
        <pc:spChg chg="add del mod">
          <ac:chgData name="David Hedengren" userId="658bef35-c023-4c34-ad89-ec78a9d95ca6" providerId="ADAL" clId="{8317C74B-24CA-4633-BE11-49587EB7BA64}" dt="2024-12-09T08:12:45.231" v="971"/>
          <ac:spMkLst>
            <pc:docMk/>
            <pc:sldMk cId="1056074600" sldId="280"/>
            <ac:spMk id="21" creationId="{A336DF35-5E56-1CAA-08D0-099F3FC642E1}"/>
          </ac:spMkLst>
        </pc:spChg>
        <pc:spChg chg="add del mod">
          <ac:chgData name="David Hedengren" userId="658bef35-c023-4c34-ad89-ec78a9d95ca6" providerId="ADAL" clId="{8317C74B-24CA-4633-BE11-49587EB7BA64}" dt="2024-12-09T08:12:45.231" v="971"/>
          <ac:spMkLst>
            <pc:docMk/>
            <pc:sldMk cId="1056074600" sldId="280"/>
            <ac:spMk id="24" creationId="{6D8E0E73-0F82-C977-6799-F22F4E2AFA56}"/>
          </ac:spMkLst>
        </pc:spChg>
        <pc:spChg chg="add del mod">
          <ac:chgData name="David Hedengren" userId="658bef35-c023-4c34-ad89-ec78a9d95ca6" providerId="ADAL" clId="{8317C74B-24CA-4633-BE11-49587EB7BA64}" dt="2024-12-09T08:12:45.231" v="971"/>
          <ac:spMkLst>
            <pc:docMk/>
            <pc:sldMk cId="1056074600" sldId="280"/>
            <ac:spMk id="25" creationId="{FA111133-8A64-A3FF-E544-099E9B500738}"/>
          </ac:spMkLst>
        </pc:spChg>
        <pc:spChg chg="add del mod">
          <ac:chgData name="David Hedengren" userId="658bef35-c023-4c34-ad89-ec78a9d95ca6" providerId="ADAL" clId="{8317C74B-24CA-4633-BE11-49587EB7BA64}" dt="2024-12-09T08:12:45.231" v="971"/>
          <ac:spMkLst>
            <pc:docMk/>
            <pc:sldMk cId="1056074600" sldId="280"/>
            <ac:spMk id="27" creationId="{7B798713-CF67-AEA0-8407-73681B8F9216}"/>
          </ac:spMkLst>
        </pc:spChg>
        <pc:spChg chg="add del mod">
          <ac:chgData name="David Hedengren" userId="658bef35-c023-4c34-ad89-ec78a9d95ca6" providerId="ADAL" clId="{8317C74B-24CA-4633-BE11-49587EB7BA64}" dt="2024-12-09T08:12:45.231" v="971"/>
          <ac:spMkLst>
            <pc:docMk/>
            <pc:sldMk cId="1056074600" sldId="280"/>
            <ac:spMk id="28" creationId="{0F919F74-84EB-C9D6-585F-1C8B616C02E0}"/>
          </ac:spMkLst>
        </pc:spChg>
        <pc:spChg chg="add del mod">
          <ac:chgData name="David Hedengren" userId="658bef35-c023-4c34-ad89-ec78a9d95ca6" providerId="ADAL" clId="{8317C74B-24CA-4633-BE11-49587EB7BA64}" dt="2024-12-09T08:12:45.231" v="971"/>
          <ac:spMkLst>
            <pc:docMk/>
            <pc:sldMk cId="1056074600" sldId="280"/>
            <ac:spMk id="29" creationId="{5153B487-E074-D21B-DF61-3222E2A54F6E}"/>
          </ac:spMkLst>
        </pc:spChg>
        <pc:spChg chg="add del mod">
          <ac:chgData name="David Hedengren" userId="658bef35-c023-4c34-ad89-ec78a9d95ca6" providerId="ADAL" clId="{8317C74B-24CA-4633-BE11-49587EB7BA64}" dt="2024-12-09T08:12:45.231" v="971"/>
          <ac:spMkLst>
            <pc:docMk/>
            <pc:sldMk cId="1056074600" sldId="280"/>
            <ac:spMk id="30" creationId="{6E79119A-4DC9-C26A-C3E4-0D6E0590D038}"/>
          </ac:spMkLst>
        </pc:spChg>
        <pc:spChg chg="add del mod">
          <ac:chgData name="David Hedengren" userId="658bef35-c023-4c34-ad89-ec78a9d95ca6" providerId="ADAL" clId="{8317C74B-24CA-4633-BE11-49587EB7BA64}" dt="2024-12-09T08:12:45.231" v="971"/>
          <ac:spMkLst>
            <pc:docMk/>
            <pc:sldMk cId="1056074600" sldId="280"/>
            <ac:spMk id="31" creationId="{7E7D71A6-8FBD-D84D-EB2E-967DED61D4B9}"/>
          </ac:spMkLst>
        </pc:spChg>
        <pc:spChg chg="add del mod">
          <ac:chgData name="David Hedengren" userId="658bef35-c023-4c34-ad89-ec78a9d95ca6" providerId="ADAL" clId="{8317C74B-24CA-4633-BE11-49587EB7BA64}" dt="2024-12-09T08:12:45.231" v="971"/>
          <ac:spMkLst>
            <pc:docMk/>
            <pc:sldMk cId="1056074600" sldId="280"/>
            <ac:spMk id="34" creationId="{5D4D3A5D-E53D-D165-C3A1-62A5BBE36A14}"/>
          </ac:spMkLst>
        </pc:spChg>
        <pc:spChg chg="add del mod">
          <ac:chgData name="David Hedengren" userId="658bef35-c023-4c34-ad89-ec78a9d95ca6" providerId="ADAL" clId="{8317C74B-24CA-4633-BE11-49587EB7BA64}" dt="2024-12-09T08:12:45.231" v="971"/>
          <ac:spMkLst>
            <pc:docMk/>
            <pc:sldMk cId="1056074600" sldId="280"/>
            <ac:spMk id="35" creationId="{8C6FE107-D8D6-792A-F0E8-A41DD7B676CC}"/>
          </ac:spMkLst>
        </pc:spChg>
        <pc:spChg chg="add del mod">
          <ac:chgData name="David Hedengren" userId="658bef35-c023-4c34-ad89-ec78a9d95ca6" providerId="ADAL" clId="{8317C74B-24CA-4633-BE11-49587EB7BA64}" dt="2024-12-09T08:12:45.231" v="971"/>
          <ac:spMkLst>
            <pc:docMk/>
            <pc:sldMk cId="1056074600" sldId="280"/>
            <ac:spMk id="37" creationId="{A1DCBD0D-C878-5A96-A899-2596DF2C7FDF}"/>
          </ac:spMkLst>
        </pc:spChg>
        <pc:spChg chg="add del mod">
          <ac:chgData name="David Hedengren" userId="658bef35-c023-4c34-ad89-ec78a9d95ca6" providerId="ADAL" clId="{8317C74B-24CA-4633-BE11-49587EB7BA64}" dt="2024-12-09T08:12:45.231" v="971"/>
          <ac:spMkLst>
            <pc:docMk/>
            <pc:sldMk cId="1056074600" sldId="280"/>
            <ac:spMk id="38" creationId="{78D0F013-6410-F93C-BD35-92EF191B957C}"/>
          </ac:spMkLst>
        </pc:spChg>
        <pc:spChg chg="add del mod">
          <ac:chgData name="David Hedengren" userId="658bef35-c023-4c34-ad89-ec78a9d95ca6" providerId="ADAL" clId="{8317C74B-24CA-4633-BE11-49587EB7BA64}" dt="2024-12-09T08:12:45.231" v="971"/>
          <ac:spMkLst>
            <pc:docMk/>
            <pc:sldMk cId="1056074600" sldId="280"/>
            <ac:spMk id="39" creationId="{C05FD1FC-2C9C-69CD-4E88-8BC2EF3D1934}"/>
          </ac:spMkLst>
        </pc:spChg>
        <pc:spChg chg="add del mod">
          <ac:chgData name="David Hedengren" userId="658bef35-c023-4c34-ad89-ec78a9d95ca6" providerId="ADAL" clId="{8317C74B-24CA-4633-BE11-49587EB7BA64}" dt="2024-12-09T08:12:45.231" v="971"/>
          <ac:spMkLst>
            <pc:docMk/>
            <pc:sldMk cId="1056074600" sldId="280"/>
            <ac:spMk id="40" creationId="{6F97073D-80EA-8719-B346-4AC6435A13CA}"/>
          </ac:spMkLst>
        </pc:spChg>
        <pc:spChg chg="add del mod">
          <ac:chgData name="David Hedengren" userId="658bef35-c023-4c34-ad89-ec78a9d95ca6" providerId="ADAL" clId="{8317C74B-24CA-4633-BE11-49587EB7BA64}" dt="2024-12-09T08:12:45.231" v="971"/>
          <ac:spMkLst>
            <pc:docMk/>
            <pc:sldMk cId="1056074600" sldId="280"/>
            <ac:spMk id="41" creationId="{62238BA0-DFCA-8F8B-BC10-DC7705DAA53E}"/>
          </ac:spMkLst>
        </pc:spChg>
        <pc:spChg chg="add del mod">
          <ac:chgData name="David Hedengren" userId="658bef35-c023-4c34-ad89-ec78a9d95ca6" providerId="ADAL" clId="{8317C74B-24CA-4633-BE11-49587EB7BA64}" dt="2024-12-09T08:12:45.231" v="971"/>
          <ac:spMkLst>
            <pc:docMk/>
            <pc:sldMk cId="1056074600" sldId="280"/>
            <ac:spMk id="42" creationId="{0419AA92-57BC-3253-7F5C-9CF0F6883254}"/>
          </ac:spMkLst>
        </pc:spChg>
        <pc:spChg chg="add del mod">
          <ac:chgData name="David Hedengren" userId="658bef35-c023-4c34-ad89-ec78a9d95ca6" providerId="ADAL" clId="{8317C74B-24CA-4633-BE11-49587EB7BA64}" dt="2024-12-09T08:12:45.231" v="971"/>
          <ac:spMkLst>
            <pc:docMk/>
            <pc:sldMk cId="1056074600" sldId="280"/>
            <ac:spMk id="45" creationId="{888C56D1-F70C-462F-A31A-1EDD5F7969AE}"/>
          </ac:spMkLst>
        </pc:spChg>
        <pc:spChg chg="add del mod">
          <ac:chgData name="David Hedengren" userId="658bef35-c023-4c34-ad89-ec78a9d95ca6" providerId="ADAL" clId="{8317C74B-24CA-4633-BE11-49587EB7BA64}" dt="2024-12-09T08:12:45.231" v="971"/>
          <ac:spMkLst>
            <pc:docMk/>
            <pc:sldMk cId="1056074600" sldId="280"/>
            <ac:spMk id="46" creationId="{29E25F9C-04BE-7930-133F-37FBC1235C35}"/>
          </ac:spMkLst>
        </pc:spChg>
        <pc:spChg chg="add del mod">
          <ac:chgData name="David Hedengren" userId="658bef35-c023-4c34-ad89-ec78a9d95ca6" providerId="ADAL" clId="{8317C74B-24CA-4633-BE11-49587EB7BA64}" dt="2024-12-09T08:12:45.231" v="971"/>
          <ac:spMkLst>
            <pc:docMk/>
            <pc:sldMk cId="1056074600" sldId="280"/>
            <ac:spMk id="48" creationId="{07E59A3C-6277-3184-1485-320EDD741612}"/>
          </ac:spMkLst>
        </pc:spChg>
        <pc:spChg chg="add del mod">
          <ac:chgData name="David Hedengren" userId="658bef35-c023-4c34-ad89-ec78a9d95ca6" providerId="ADAL" clId="{8317C74B-24CA-4633-BE11-49587EB7BA64}" dt="2024-12-09T08:12:45.231" v="971"/>
          <ac:spMkLst>
            <pc:docMk/>
            <pc:sldMk cId="1056074600" sldId="280"/>
            <ac:spMk id="49" creationId="{5F1A9F19-366F-4668-001F-CE52A9D0E1D8}"/>
          </ac:spMkLst>
        </pc:spChg>
        <pc:spChg chg="add del mod">
          <ac:chgData name="David Hedengren" userId="658bef35-c023-4c34-ad89-ec78a9d95ca6" providerId="ADAL" clId="{8317C74B-24CA-4633-BE11-49587EB7BA64}" dt="2024-12-09T08:12:45.231" v="971"/>
          <ac:spMkLst>
            <pc:docMk/>
            <pc:sldMk cId="1056074600" sldId="280"/>
            <ac:spMk id="50" creationId="{E313E009-DC48-9A1A-51C2-26DC9B437416}"/>
          </ac:spMkLst>
        </pc:spChg>
        <pc:spChg chg="add del mod">
          <ac:chgData name="David Hedengren" userId="658bef35-c023-4c34-ad89-ec78a9d95ca6" providerId="ADAL" clId="{8317C74B-24CA-4633-BE11-49587EB7BA64}" dt="2024-12-09T08:12:45.231" v="971"/>
          <ac:spMkLst>
            <pc:docMk/>
            <pc:sldMk cId="1056074600" sldId="280"/>
            <ac:spMk id="51" creationId="{324E2197-1301-2F07-A360-1710091AFEFA}"/>
          </ac:spMkLst>
        </pc:spChg>
        <pc:spChg chg="add del mod">
          <ac:chgData name="David Hedengren" userId="658bef35-c023-4c34-ad89-ec78a9d95ca6" providerId="ADAL" clId="{8317C74B-24CA-4633-BE11-49587EB7BA64}" dt="2024-12-09T08:12:45.231" v="971"/>
          <ac:spMkLst>
            <pc:docMk/>
            <pc:sldMk cId="1056074600" sldId="280"/>
            <ac:spMk id="52" creationId="{40F110C5-F4E8-7DD2-8EFE-0946E45C5764}"/>
          </ac:spMkLst>
        </pc:spChg>
        <pc:spChg chg="add del mod">
          <ac:chgData name="David Hedengren" userId="658bef35-c023-4c34-ad89-ec78a9d95ca6" providerId="ADAL" clId="{8317C74B-24CA-4633-BE11-49587EB7BA64}" dt="2024-12-09T08:12:45.231" v="971"/>
          <ac:spMkLst>
            <pc:docMk/>
            <pc:sldMk cId="1056074600" sldId="280"/>
            <ac:spMk id="55" creationId="{ABDCF412-69AB-3B4C-5DB7-DB8311B63C9C}"/>
          </ac:spMkLst>
        </pc:spChg>
        <pc:spChg chg="add del mod">
          <ac:chgData name="David Hedengren" userId="658bef35-c023-4c34-ad89-ec78a9d95ca6" providerId="ADAL" clId="{8317C74B-24CA-4633-BE11-49587EB7BA64}" dt="2024-12-09T08:12:45.231" v="971"/>
          <ac:spMkLst>
            <pc:docMk/>
            <pc:sldMk cId="1056074600" sldId="280"/>
            <ac:spMk id="56" creationId="{49CF0BF4-1AE5-DD57-E115-72BF742638EB}"/>
          </ac:spMkLst>
        </pc:spChg>
        <pc:spChg chg="add del mod">
          <ac:chgData name="David Hedengren" userId="658bef35-c023-4c34-ad89-ec78a9d95ca6" providerId="ADAL" clId="{8317C74B-24CA-4633-BE11-49587EB7BA64}" dt="2024-12-09T08:12:45.231" v="971"/>
          <ac:spMkLst>
            <pc:docMk/>
            <pc:sldMk cId="1056074600" sldId="280"/>
            <ac:spMk id="58" creationId="{D37B37FB-4209-821B-2960-3D05D9D54B01}"/>
          </ac:spMkLst>
        </pc:spChg>
        <pc:spChg chg="add del mod">
          <ac:chgData name="David Hedengren" userId="658bef35-c023-4c34-ad89-ec78a9d95ca6" providerId="ADAL" clId="{8317C74B-24CA-4633-BE11-49587EB7BA64}" dt="2024-12-09T08:12:45.231" v="971"/>
          <ac:spMkLst>
            <pc:docMk/>
            <pc:sldMk cId="1056074600" sldId="280"/>
            <ac:spMk id="59" creationId="{09DC5715-7791-8BA1-D91B-6E39D93ACB3E}"/>
          </ac:spMkLst>
        </pc:spChg>
        <pc:spChg chg="add del mod">
          <ac:chgData name="David Hedengren" userId="658bef35-c023-4c34-ad89-ec78a9d95ca6" providerId="ADAL" clId="{8317C74B-24CA-4633-BE11-49587EB7BA64}" dt="2024-12-09T08:12:45.231" v="971"/>
          <ac:spMkLst>
            <pc:docMk/>
            <pc:sldMk cId="1056074600" sldId="280"/>
            <ac:spMk id="60" creationId="{3E1D86BC-A9A8-DD39-4A25-9D6061EFBC57}"/>
          </ac:spMkLst>
        </pc:spChg>
        <pc:spChg chg="add del mod">
          <ac:chgData name="David Hedengren" userId="658bef35-c023-4c34-ad89-ec78a9d95ca6" providerId="ADAL" clId="{8317C74B-24CA-4633-BE11-49587EB7BA64}" dt="2024-12-09T08:12:45.231" v="971"/>
          <ac:spMkLst>
            <pc:docMk/>
            <pc:sldMk cId="1056074600" sldId="280"/>
            <ac:spMk id="61" creationId="{665B3A86-95D7-F8B6-8B97-32563C95B264}"/>
          </ac:spMkLst>
        </pc:spChg>
        <pc:spChg chg="add del mod">
          <ac:chgData name="David Hedengren" userId="658bef35-c023-4c34-ad89-ec78a9d95ca6" providerId="ADAL" clId="{8317C74B-24CA-4633-BE11-49587EB7BA64}" dt="2024-12-09T08:12:45.231" v="971"/>
          <ac:spMkLst>
            <pc:docMk/>
            <pc:sldMk cId="1056074600" sldId="280"/>
            <ac:spMk id="62" creationId="{5A21BFB7-2107-723E-2702-F7D1AD0D5AF2}"/>
          </ac:spMkLst>
        </pc:spChg>
        <pc:spChg chg="add del mod">
          <ac:chgData name="David Hedengren" userId="658bef35-c023-4c34-ad89-ec78a9d95ca6" providerId="ADAL" clId="{8317C74B-24CA-4633-BE11-49587EB7BA64}" dt="2024-12-09T08:12:45.231" v="971"/>
          <ac:spMkLst>
            <pc:docMk/>
            <pc:sldMk cId="1056074600" sldId="280"/>
            <ac:spMk id="63" creationId="{00422911-5948-52E6-1DFD-F8DDA69AEEEE}"/>
          </ac:spMkLst>
        </pc:spChg>
        <pc:spChg chg="add del mod">
          <ac:chgData name="David Hedengren" userId="658bef35-c023-4c34-ad89-ec78a9d95ca6" providerId="ADAL" clId="{8317C74B-24CA-4633-BE11-49587EB7BA64}" dt="2024-12-09T08:12:45.231" v="971"/>
          <ac:spMkLst>
            <pc:docMk/>
            <pc:sldMk cId="1056074600" sldId="280"/>
            <ac:spMk id="66" creationId="{4DC87562-1ED0-442F-2822-40232B03E426}"/>
          </ac:spMkLst>
        </pc:spChg>
        <pc:spChg chg="add del mod">
          <ac:chgData name="David Hedengren" userId="658bef35-c023-4c34-ad89-ec78a9d95ca6" providerId="ADAL" clId="{8317C74B-24CA-4633-BE11-49587EB7BA64}" dt="2024-12-09T08:12:45.231" v="971"/>
          <ac:spMkLst>
            <pc:docMk/>
            <pc:sldMk cId="1056074600" sldId="280"/>
            <ac:spMk id="67" creationId="{984BA986-DBAE-EC1F-8AEE-0F35CF010D7B}"/>
          </ac:spMkLst>
        </pc:spChg>
        <pc:spChg chg="add del mod">
          <ac:chgData name="David Hedengren" userId="658bef35-c023-4c34-ad89-ec78a9d95ca6" providerId="ADAL" clId="{8317C74B-24CA-4633-BE11-49587EB7BA64}" dt="2024-12-09T08:12:45.231" v="971"/>
          <ac:spMkLst>
            <pc:docMk/>
            <pc:sldMk cId="1056074600" sldId="280"/>
            <ac:spMk id="72" creationId="{82D5294A-119C-E1C2-B745-4A0F41A4E3D8}"/>
          </ac:spMkLst>
        </pc:spChg>
        <pc:spChg chg="add del mod">
          <ac:chgData name="David Hedengren" userId="658bef35-c023-4c34-ad89-ec78a9d95ca6" providerId="ADAL" clId="{8317C74B-24CA-4633-BE11-49587EB7BA64}" dt="2024-12-09T08:12:45.231" v="971"/>
          <ac:spMkLst>
            <pc:docMk/>
            <pc:sldMk cId="1056074600" sldId="280"/>
            <ac:spMk id="75" creationId="{28E1F6CB-E57A-9316-7BD7-010E00886886}"/>
          </ac:spMkLst>
        </pc:spChg>
        <pc:spChg chg="add del mod">
          <ac:chgData name="David Hedengren" userId="658bef35-c023-4c34-ad89-ec78a9d95ca6" providerId="ADAL" clId="{8317C74B-24CA-4633-BE11-49587EB7BA64}" dt="2024-12-09T08:12:45.231" v="971"/>
          <ac:spMkLst>
            <pc:docMk/>
            <pc:sldMk cId="1056074600" sldId="280"/>
            <ac:spMk id="76" creationId="{32665DED-B23D-D641-F2DD-B8B08816A802}"/>
          </ac:spMkLst>
        </pc:spChg>
        <pc:spChg chg="add del mod">
          <ac:chgData name="David Hedengren" userId="658bef35-c023-4c34-ad89-ec78a9d95ca6" providerId="ADAL" clId="{8317C74B-24CA-4633-BE11-49587EB7BA64}" dt="2024-12-09T08:12:45.231" v="971"/>
          <ac:spMkLst>
            <pc:docMk/>
            <pc:sldMk cId="1056074600" sldId="280"/>
            <ac:spMk id="77" creationId="{ECFF1BCE-7F76-1075-327B-198948BC50EA}"/>
          </ac:spMkLst>
        </pc:spChg>
        <pc:spChg chg="add del mod">
          <ac:chgData name="David Hedengren" userId="658bef35-c023-4c34-ad89-ec78a9d95ca6" providerId="ADAL" clId="{8317C74B-24CA-4633-BE11-49587EB7BA64}" dt="2024-12-09T08:12:45.231" v="971"/>
          <ac:spMkLst>
            <pc:docMk/>
            <pc:sldMk cId="1056074600" sldId="280"/>
            <ac:spMk id="78" creationId="{C1FF9B1C-5884-DDDD-C4E0-AF5762AE4F51}"/>
          </ac:spMkLst>
        </pc:spChg>
        <pc:spChg chg="add del mod">
          <ac:chgData name="David Hedengren" userId="658bef35-c023-4c34-ad89-ec78a9d95ca6" providerId="ADAL" clId="{8317C74B-24CA-4633-BE11-49587EB7BA64}" dt="2024-12-09T08:12:45.231" v="971"/>
          <ac:spMkLst>
            <pc:docMk/>
            <pc:sldMk cId="1056074600" sldId="280"/>
            <ac:spMk id="79" creationId="{BD7E4FF6-289E-8E76-02D9-A5CD1CF12C67}"/>
          </ac:spMkLst>
        </pc:spChg>
        <pc:spChg chg="add del mod">
          <ac:chgData name="David Hedengren" userId="658bef35-c023-4c34-ad89-ec78a9d95ca6" providerId="ADAL" clId="{8317C74B-24CA-4633-BE11-49587EB7BA64}" dt="2024-12-09T08:12:45.231" v="971"/>
          <ac:spMkLst>
            <pc:docMk/>
            <pc:sldMk cId="1056074600" sldId="280"/>
            <ac:spMk id="85" creationId="{1A21E3D4-4248-070B-2355-63473723488A}"/>
          </ac:spMkLst>
        </pc:spChg>
        <pc:spChg chg="add del mod">
          <ac:chgData name="David Hedengren" userId="658bef35-c023-4c34-ad89-ec78a9d95ca6" providerId="ADAL" clId="{8317C74B-24CA-4633-BE11-49587EB7BA64}" dt="2024-12-09T08:12:45.231" v="971"/>
          <ac:spMkLst>
            <pc:docMk/>
            <pc:sldMk cId="1056074600" sldId="280"/>
            <ac:spMk id="86" creationId="{D35F95E1-E965-2526-BDB7-AF61F7E95598}"/>
          </ac:spMkLst>
        </pc:spChg>
        <pc:spChg chg="add del mod">
          <ac:chgData name="David Hedengren" userId="658bef35-c023-4c34-ad89-ec78a9d95ca6" providerId="ADAL" clId="{8317C74B-24CA-4633-BE11-49587EB7BA64}" dt="2024-12-09T08:12:45.231" v="971"/>
          <ac:spMkLst>
            <pc:docMk/>
            <pc:sldMk cId="1056074600" sldId="280"/>
            <ac:spMk id="88" creationId="{3B3F1C03-C01E-223F-F265-7794DABF0914}"/>
          </ac:spMkLst>
        </pc:spChg>
        <pc:spChg chg="add del mod">
          <ac:chgData name="David Hedengren" userId="658bef35-c023-4c34-ad89-ec78a9d95ca6" providerId="ADAL" clId="{8317C74B-24CA-4633-BE11-49587EB7BA64}" dt="2024-12-09T08:12:45.231" v="971"/>
          <ac:spMkLst>
            <pc:docMk/>
            <pc:sldMk cId="1056074600" sldId="280"/>
            <ac:spMk id="89" creationId="{D1116C59-1E2F-28A1-B676-99F921CB1E5B}"/>
          </ac:spMkLst>
        </pc:spChg>
        <pc:spChg chg="add del mod">
          <ac:chgData name="David Hedengren" userId="658bef35-c023-4c34-ad89-ec78a9d95ca6" providerId="ADAL" clId="{8317C74B-24CA-4633-BE11-49587EB7BA64}" dt="2024-12-09T08:12:45.231" v="971"/>
          <ac:spMkLst>
            <pc:docMk/>
            <pc:sldMk cId="1056074600" sldId="280"/>
            <ac:spMk id="92" creationId="{E8EFF876-D092-50C6-C9FE-D28E752A2089}"/>
          </ac:spMkLst>
        </pc:spChg>
        <pc:spChg chg="add del mod">
          <ac:chgData name="David Hedengren" userId="658bef35-c023-4c34-ad89-ec78a9d95ca6" providerId="ADAL" clId="{8317C74B-24CA-4633-BE11-49587EB7BA64}" dt="2024-12-09T08:12:45.231" v="971"/>
          <ac:spMkLst>
            <pc:docMk/>
            <pc:sldMk cId="1056074600" sldId="280"/>
            <ac:spMk id="93" creationId="{9EB89863-682C-55C8-AFB1-AD5BCAC52D98}"/>
          </ac:spMkLst>
        </pc:spChg>
        <pc:spChg chg="add del mod">
          <ac:chgData name="David Hedengren" userId="658bef35-c023-4c34-ad89-ec78a9d95ca6" providerId="ADAL" clId="{8317C74B-24CA-4633-BE11-49587EB7BA64}" dt="2024-12-09T08:12:45.231" v="971"/>
          <ac:spMkLst>
            <pc:docMk/>
            <pc:sldMk cId="1056074600" sldId="280"/>
            <ac:spMk id="94" creationId="{F1E208CA-EA51-DCBC-61AB-E1D391B4BC97}"/>
          </ac:spMkLst>
        </pc:spChg>
        <pc:spChg chg="add del mod">
          <ac:chgData name="David Hedengren" userId="658bef35-c023-4c34-ad89-ec78a9d95ca6" providerId="ADAL" clId="{8317C74B-24CA-4633-BE11-49587EB7BA64}" dt="2024-12-09T08:12:45.231" v="971"/>
          <ac:spMkLst>
            <pc:docMk/>
            <pc:sldMk cId="1056074600" sldId="280"/>
            <ac:spMk id="95" creationId="{0EDE51D5-C819-4E35-C4B0-70EE45E120FC}"/>
          </ac:spMkLst>
        </pc:spChg>
        <pc:spChg chg="add del mod">
          <ac:chgData name="David Hedengren" userId="658bef35-c023-4c34-ad89-ec78a9d95ca6" providerId="ADAL" clId="{8317C74B-24CA-4633-BE11-49587EB7BA64}" dt="2024-12-09T08:12:45.231" v="971"/>
          <ac:spMkLst>
            <pc:docMk/>
            <pc:sldMk cId="1056074600" sldId="280"/>
            <ac:spMk id="96" creationId="{927585B1-2B9C-1EC3-212A-C14BB51239FA}"/>
          </ac:spMkLst>
        </pc:spChg>
        <pc:spChg chg="add del mod">
          <ac:chgData name="David Hedengren" userId="658bef35-c023-4c34-ad89-ec78a9d95ca6" providerId="ADAL" clId="{8317C74B-24CA-4633-BE11-49587EB7BA64}" dt="2024-12-09T08:12:45.231" v="971"/>
          <ac:spMkLst>
            <pc:docMk/>
            <pc:sldMk cId="1056074600" sldId="280"/>
            <ac:spMk id="97" creationId="{7E6503CF-258C-7EAA-0912-CD2B3BF291B0}"/>
          </ac:spMkLst>
        </pc:spChg>
        <pc:spChg chg="add del mod">
          <ac:chgData name="David Hedengren" userId="658bef35-c023-4c34-ad89-ec78a9d95ca6" providerId="ADAL" clId="{8317C74B-24CA-4633-BE11-49587EB7BA64}" dt="2024-12-09T08:12:45.231" v="971"/>
          <ac:spMkLst>
            <pc:docMk/>
            <pc:sldMk cId="1056074600" sldId="280"/>
            <ac:spMk id="98" creationId="{021D89FA-B8DE-2C1F-C69E-630DA4671EAA}"/>
          </ac:spMkLst>
        </pc:spChg>
        <pc:spChg chg="add del mod">
          <ac:chgData name="David Hedengren" userId="658bef35-c023-4c34-ad89-ec78a9d95ca6" providerId="ADAL" clId="{8317C74B-24CA-4633-BE11-49587EB7BA64}" dt="2024-12-09T08:12:45.231" v="971"/>
          <ac:spMkLst>
            <pc:docMk/>
            <pc:sldMk cId="1056074600" sldId="280"/>
            <ac:spMk id="99" creationId="{F9316937-CE0A-6D40-B8E6-949D16B30C0D}"/>
          </ac:spMkLst>
        </pc:spChg>
        <pc:spChg chg="add del mod">
          <ac:chgData name="David Hedengren" userId="658bef35-c023-4c34-ad89-ec78a9d95ca6" providerId="ADAL" clId="{8317C74B-24CA-4633-BE11-49587EB7BA64}" dt="2024-12-09T08:12:45.231" v="971"/>
          <ac:spMkLst>
            <pc:docMk/>
            <pc:sldMk cId="1056074600" sldId="280"/>
            <ac:spMk id="100" creationId="{A57FAA23-61B0-AF21-E1F0-EC7B5FA801C8}"/>
          </ac:spMkLst>
        </pc:spChg>
        <pc:spChg chg="add del mod">
          <ac:chgData name="David Hedengren" userId="658bef35-c023-4c34-ad89-ec78a9d95ca6" providerId="ADAL" clId="{8317C74B-24CA-4633-BE11-49587EB7BA64}" dt="2024-12-09T08:12:45.231" v="971"/>
          <ac:spMkLst>
            <pc:docMk/>
            <pc:sldMk cId="1056074600" sldId="280"/>
            <ac:spMk id="101" creationId="{812AA934-0D02-2DB7-A817-32C9247C8BA2}"/>
          </ac:spMkLst>
        </pc:spChg>
        <pc:spChg chg="add del mod">
          <ac:chgData name="David Hedengren" userId="658bef35-c023-4c34-ad89-ec78a9d95ca6" providerId="ADAL" clId="{8317C74B-24CA-4633-BE11-49587EB7BA64}" dt="2024-12-09T08:12:45.231" v="971"/>
          <ac:spMkLst>
            <pc:docMk/>
            <pc:sldMk cId="1056074600" sldId="280"/>
            <ac:spMk id="102" creationId="{1E562E9B-AFCC-2594-3004-AE8144DE7E92}"/>
          </ac:spMkLst>
        </pc:spChg>
        <pc:spChg chg="add del mod">
          <ac:chgData name="David Hedengren" userId="658bef35-c023-4c34-ad89-ec78a9d95ca6" providerId="ADAL" clId="{8317C74B-24CA-4633-BE11-49587EB7BA64}" dt="2024-12-09T08:12:45.231" v="971"/>
          <ac:spMkLst>
            <pc:docMk/>
            <pc:sldMk cId="1056074600" sldId="280"/>
            <ac:spMk id="103" creationId="{0284499B-CC4F-02BD-FAE7-45F88B1C2A7B}"/>
          </ac:spMkLst>
        </pc:spChg>
        <pc:spChg chg="add del mod">
          <ac:chgData name="David Hedengren" userId="658bef35-c023-4c34-ad89-ec78a9d95ca6" providerId="ADAL" clId="{8317C74B-24CA-4633-BE11-49587EB7BA64}" dt="2024-12-09T08:12:45.231" v="971"/>
          <ac:spMkLst>
            <pc:docMk/>
            <pc:sldMk cId="1056074600" sldId="280"/>
            <ac:spMk id="104" creationId="{2FA301BF-879A-BDF2-2787-A74D70BC1327}"/>
          </ac:spMkLst>
        </pc:spChg>
        <pc:spChg chg="add del mod">
          <ac:chgData name="David Hedengren" userId="658bef35-c023-4c34-ad89-ec78a9d95ca6" providerId="ADAL" clId="{8317C74B-24CA-4633-BE11-49587EB7BA64}" dt="2024-12-09T08:12:45.231" v="971"/>
          <ac:spMkLst>
            <pc:docMk/>
            <pc:sldMk cId="1056074600" sldId="280"/>
            <ac:spMk id="105" creationId="{51B226B5-BEBC-176F-0021-B2184DDF2C94}"/>
          </ac:spMkLst>
        </pc:spChg>
        <pc:spChg chg="add del mod">
          <ac:chgData name="David Hedengren" userId="658bef35-c023-4c34-ad89-ec78a9d95ca6" providerId="ADAL" clId="{8317C74B-24CA-4633-BE11-49587EB7BA64}" dt="2024-12-09T08:12:45.231" v="971"/>
          <ac:spMkLst>
            <pc:docMk/>
            <pc:sldMk cId="1056074600" sldId="280"/>
            <ac:spMk id="106" creationId="{3095C74C-CCA4-4511-26B9-22374E8588F4}"/>
          </ac:spMkLst>
        </pc:spChg>
        <pc:spChg chg="add del mod">
          <ac:chgData name="David Hedengren" userId="658bef35-c023-4c34-ad89-ec78a9d95ca6" providerId="ADAL" clId="{8317C74B-24CA-4633-BE11-49587EB7BA64}" dt="2024-12-09T08:12:45.231" v="971"/>
          <ac:spMkLst>
            <pc:docMk/>
            <pc:sldMk cId="1056074600" sldId="280"/>
            <ac:spMk id="107" creationId="{4430158B-F7B5-8DAB-BC41-BF5A4C7AFFA6}"/>
          </ac:spMkLst>
        </pc:spChg>
        <pc:spChg chg="add del mod">
          <ac:chgData name="David Hedengren" userId="658bef35-c023-4c34-ad89-ec78a9d95ca6" providerId="ADAL" clId="{8317C74B-24CA-4633-BE11-49587EB7BA64}" dt="2024-12-09T08:12:45.231" v="971"/>
          <ac:spMkLst>
            <pc:docMk/>
            <pc:sldMk cId="1056074600" sldId="280"/>
            <ac:spMk id="108" creationId="{4B635205-7E64-19B4-26B9-2EFB06F1FBF6}"/>
          </ac:spMkLst>
        </pc:spChg>
        <pc:spChg chg="add del mod">
          <ac:chgData name="David Hedengren" userId="658bef35-c023-4c34-ad89-ec78a9d95ca6" providerId="ADAL" clId="{8317C74B-24CA-4633-BE11-49587EB7BA64}" dt="2024-12-09T08:12:45.231" v="971"/>
          <ac:spMkLst>
            <pc:docMk/>
            <pc:sldMk cId="1056074600" sldId="280"/>
            <ac:spMk id="109" creationId="{F2B5DB01-B820-70DF-F558-705387C00DEC}"/>
          </ac:spMkLst>
        </pc:spChg>
        <pc:spChg chg="add del mod">
          <ac:chgData name="David Hedengren" userId="658bef35-c023-4c34-ad89-ec78a9d95ca6" providerId="ADAL" clId="{8317C74B-24CA-4633-BE11-49587EB7BA64}" dt="2024-12-09T08:12:45.231" v="971"/>
          <ac:spMkLst>
            <pc:docMk/>
            <pc:sldMk cId="1056074600" sldId="280"/>
            <ac:spMk id="110" creationId="{8C637C11-4D75-9B66-D92E-628256062231}"/>
          </ac:spMkLst>
        </pc:spChg>
        <pc:spChg chg="add del mod">
          <ac:chgData name="David Hedengren" userId="658bef35-c023-4c34-ad89-ec78a9d95ca6" providerId="ADAL" clId="{8317C74B-24CA-4633-BE11-49587EB7BA64}" dt="2024-12-09T08:12:45.231" v="971"/>
          <ac:spMkLst>
            <pc:docMk/>
            <pc:sldMk cId="1056074600" sldId="280"/>
            <ac:spMk id="111" creationId="{19930BFA-5105-EDD0-8550-D3C1707A9C1A}"/>
          </ac:spMkLst>
        </pc:spChg>
        <pc:spChg chg="add del mod">
          <ac:chgData name="David Hedengren" userId="658bef35-c023-4c34-ad89-ec78a9d95ca6" providerId="ADAL" clId="{8317C74B-24CA-4633-BE11-49587EB7BA64}" dt="2024-12-09T08:12:45.231" v="971"/>
          <ac:spMkLst>
            <pc:docMk/>
            <pc:sldMk cId="1056074600" sldId="280"/>
            <ac:spMk id="112" creationId="{CDD0333A-D895-83C0-25E7-AF039EDB2E13}"/>
          </ac:spMkLst>
        </pc:spChg>
        <pc:spChg chg="add del mod">
          <ac:chgData name="David Hedengren" userId="658bef35-c023-4c34-ad89-ec78a9d95ca6" providerId="ADAL" clId="{8317C74B-24CA-4633-BE11-49587EB7BA64}" dt="2024-12-09T08:12:45.231" v="971"/>
          <ac:spMkLst>
            <pc:docMk/>
            <pc:sldMk cId="1056074600" sldId="280"/>
            <ac:spMk id="113" creationId="{1A080507-AF20-93E5-0ACC-C542D663960F}"/>
          </ac:spMkLst>
        </pc:spChg>
        <pc:spChg chg="add del mod">
          <ac:chgData name="David Hedengren" userId="658bef35-c023-4c34-ad89-ec78a9d95ca6" providerId="ADAL" clId="{8317C74B-24CA-4633-BE11-49587EB7BA64}" dt="2024-12-09T08:12:45.231" v="971"/>
          <ac:spMkLst>
            <pc:docMk/>
            <pc:sldMk cId="1056074600" sldId="280"/>
            <ac:spMk id="114" creationId="{EBC93CCB-0A01-A770-1A1F-86E42DDD4FDB}"/>
          </ac:spMkLst>
        </pc:spChg>
        <pc:spChg chg="add del mod">
          <ac:chgData name="David Hedengren" userId="658bef35-c023-4c34-ad89-ec78a9d95ca6" providerId="ADAL" clId="{8317C74B-24CA-4633-BE11-49587EB7BA64}" dt="2024-12-09T08:12:45.231" v="971"/>
          <ac:spMkLst>
            <pc:docMk/>
            <pc:sldMk cId="1056074600" sldId="280"/>
            <ac:spMk id="115" creationId="{0AAC2FB1-CC80-67D2-B6C1-D8C076A283FF}"/>
          </ac:spMkLst>
        </pc:spChg>
        <pc:spChg chg="add del mod">
          <ac:chgData name="David Hedengren" userId="658bef35-c023-4c34-ad89-ec78a9d95ca6" providerId="ADAL" clId="{8317C74B-24CA-4633-BE11-49587EB7BA64}" dt="2024-12-09T08:12:45.231" v="971"/>
          <ac:spMkLst>
            <pc:docMk/>
            <pc:sldMk cId="1056074600" sldId="280"/>
            <ac:spMk id="116" creationId="{24F9DA98-DFED-A2B5-59A5-A92027250A8C}"/>
          </ac:spMkLst>
        </pc:spChg>
        <pc:spChg chg="add del mod">
          <ac:chgData name="David Hedengren" userId="658bef35-c023-4c34-ad89-ec78a9d95ca6" providerId="ADAL" clId="{8317C74B-24CA-4633-BE11-49587EB7BA64}" dt="2024-12-09T08:12:45.231" v="971"/>
          <ac:spMkLst>
            <pc:docMk/>
            <pc:sldMk cId="1056074600" sldId="280"/>
            <ac:spMk id="117" creationId="{CC757472-E8B9-4705-0523-E3C0EA9FCBA6}"/>
          </ac:spMkLst>
        </pc:spChg>
        <pc:spChg chg="add del mod">
          <ac:chgData name="David Hedengren" userId="658bef35-c023-4c34-ad89-ec78a9d95ca6" providerId="ADAL" clId="{8317C74B-24CA-4633-BE11-49587EB7BA64}" dt="2024-12-09T08:12:45.231" v="971"/>
          <ac:spMkLst>
            <pc:docMk/>
            <pc:sldMk cId="1056074600" sldId="280"/>
            <ac:spMk id="118" creationId="{F75581E2-6921-4835-6B72-778E050ABC4B}"/>
          </ac:spMkLst>
        </pc:spChg>
        <pc:spChg chg="add mod">
          <ac:chgData name="David Hedengren" userId="658bef35-c023-4c34-ad89-ec78a9d95ca6" providerId="ADAL" clId="{8317C74B-24CA-4633-BE11-49587EB7BA64}" dt="2024-12-09T08:14:09.375" v="1002" actId="164"/>
          <ac:spMkLst>
            <pc:docMk/>
            <pc:sldMk cId="1056074600" sldId="280"/>
            <ac:spMk id="119" creationId="{7C899263-4AD6-3AF2-8AC2-E0E0E8F73B2F}"/>
          </ac:spMkLst>
        </pc:spChg>
        <pc:spChg chg="add mod">
          <ac:chgData name="David Hedengren" userId="658bef35-c023-4c34-ad89-ec78a9d95ca6" providerId="ADAL" clId="{8317C74B-24CA-4633-BE11-49587EB7BA64}" dt="2024-12-09T08:14:44.774" v="1023" actId="164"/>
          <ac:spMkLst>
            <pc:docMk/>
            <pc:sldMk cId="1056074600" sldId="280"/>
            <ac:spMk id="120" creationId="{9AB93190-EB94-F101-D063-3BA2FA127197}"/>
          </ac:spMkLst>
        </pc:spChg>
        <pc:spChg chg="add del">
          <ac:chgData name="David Hedengren" userId="658bef35-c023-4c34-ad89-ec78a9d95ca6" providerId="ADAL" clId="{8317C74B-24CA-4633-BE11-49587EB7BA64}" dt="2024-12-09T08:13:38.336" v="984" actId="11529"/>
          <ac:spMkLst>
            <pc:docMk/>
            <pc:sldMk cId="1056074600" sldId="280"/>
            <ac:spMk id="121" creationId="{B3D0130C-0205-2192-F74B-CE26D9196A5C}"/>
          </ac:spMkLst>
        </pc:spChg>
        <pc:spChg chg="add mod">
          <ac:chgData name="David Hedengren" userId="658bef35-c023-4c34-ad89-ec78a9d95ca6" providerId="ADAL" clId="{8317C74B-24CA-4633-BE11-49587EB7BA64}" dt="2024-12-09T08:20:32.165" v="1124" actId="20577"/>
          <ac:spMkLst>
            <pc:docMk/>
            <pc:sldMk cId="1056074600" sldId="280"/>
            <ac:spMk id="122" creationId="{7118D6BF-5710-926E-14B7-E4C1C27F4FEC}"/>
          </ac:spMkLst>
        </pc:spChg>
        <pc:spChg chg="add mod">
          <ac:chgData name="David Hedengren" userId="658bef35-c023-4c34-ad89-ec78a9d95ca6" providerId="ADAL" clId="{8317C74B-24CA-4633-BE11-49587EB7BA64}" dt="2024-12-09T08:21:10.734" v="1140" actId="6549"/>
          <ac:spMkLst>
            <pc:docMk/>
            <pc:sldMk cId="1056074600" sldId="280"/>
            <ac:spMk id="124" creationId="{90B03466-0001-78C1-9368-3F47C7EC5F7F}"/>
          </ac:spMkLst>
        </pc:spChg>
        <pc:spChg chg="mod">
          <ac:chgData name="David Hedengren" userId="658bef35-c023-4c34-ad89-ec78a9d95ca6" providerId="ADAL" clId="{8317C74B-24CA-4633-BE11-49587EB7BA64}" dt="2024-12-09T08:14:52.122" v="1024"/>
          <ac:spMkLst>
            <pc:docMk/>
            <pc:sldMk cId="1056074600" sldId="280"/>
            <ac:spMk id="127" creationId="{FCBC15D1-F6E7-EAAE-37ED-4CD92CF1A47B}"/>
          </ac:spMkLst>
        </pc:spChg>
        <pc:spChg chg="mod">
          <ac:chgData name="David Hedengren" userId="658bef35-c023-4c34-ad89-ec78a9d95ca6" providerId="ADAL" clId="{8317C74B-24CA-4633-BE11-49587EB7BA64}" dt="2024-12-09T08:20:29.365" v="1121" actId="20577"/>
          <ac:spMkLst>
            <pc:docMk/>
            <pc:sldMk cId="1056074600" sldId="280"/>
            <ac:spMk id="128" creationId="{905FDB43-61F3-7313-046A-3779FFAF3381}"/>
          </ac:spMkLst>
        </pc:spChg>
        <pc:spChg chg="mod">
          <ac:chgData name="David Hedengren" userId="658bef35-c023-4c34-ad89-ec78a9d95ca6" providerId="ADAL" clId="{8317C74B-24CA-4633-BE11-49587EB7BA64}" dt="2024-12-09T08:14:57.293" v="1028"/>
          <ac:spMkLst>
            <pc:docMk/>
            <pc:sldMk cId="1056074600" sldId="280"/>
            <ac:spMk id="130" creationId="{0C9F87D8-025D-75FC-0523-39546BC0E510}"/>
          </ac:spMkLst>
        </pc:spChg>
        <pc:spChg chg="mod">
          <ac:chgData name="David Hedengren" userId="658bef35-c023-4c34-ad89-ec78a9d95ca6" providerId="ADAL" clId="{8317C74B-24CA-4633-BE11-49587EB7BA64}" dt="2024-12-09T08:14:57.293" v="1028"/>
          <ac:spMkLst>
            <pc:docMk/>
            <pc:sldMk cId="1056074600" sldId="280"/>
            <ac:spMk id="131" creationId="{6D1D95D1-F338-6865-784B-D96AA28344D8}"/>
          </ac:spMkLst>
        </pc:spChg>
        <pc:spChg chg="mod">
          <ac:chgData name="David Hedengren" userId="658bef35-c023-4c34-ad89-ec78a9d95ca6" providerId="ADAL" clId="{8317C74B-24CA-4633-BE11-49587EB7BA64}" dt="2024-12-09T08:15:00.984" v="1030"/>
          <ac:spMkLst>
            <pc:docMk/>
            <pc:sldMk cId="1056074600" sldId="280"/>
            <ac:spMk id="133" creationId="{99216D33-52AC-3054-AAC0-6B1AB1AF73EB}"/>
          </ac:spMkLst>
        </pc:spChg>
        <pc:spChg chg="mod">
          <ac:chgData name="David Hedengren" userId="658bef35-c023-4c34-ad89-ec78a9d95ca6" providerId="ADAL" clId="{8317C74B-24CA-4633-BE11-49587EB7BA64}" dt="2024-12-09T08:15:00.984" v="1030"/>
          <ac:spMkLst>
            <pc:docMk/>
            <pc:sldMk cId="1056074600" sldId="280"/>
            <ac:spMk id="134" creationId="{AFF70F32-958C-F3DC-1749-D6BA47944234}"/>
          </ac:spMkLst>
        </pc:spChg>
        <pc:spChg chg="mod">
          <ac:chgData name="David Hedengren" userId="658bef35-c023-4c34-ad89-ec78a9d95ca6" providerId="ADAL" clId="{8317C74B-24CA-4633-BE11-49587EB7BA64}" dt="2024-12-09T08:15:10.770" v="1033"/>
          <ac:spMkLst>
            <pc:docMk/>
            <pc:sldMk cId="1056074600" sldId="280"/>
            <ac:spMk id="136" creationId="{DFA787E5-AF86-DC76-8DEB-3ACEE6931AFD}"/>
          </ac:spMkLst>
        </pc:spChg>
        <pc:spChg chg="mod">
          <ac:chgData name="David Hedengren" userId="658bef35-c023-4c34-ad89-ec78a9d95ca6" providerId="ADAL" clId="{8317C74B-24CA-4633-BE11-49587EB7BA64}" dt="2024-12-09T08:21:04.482" v="1135" actId="6549"/>
          <ac:spMkLst>
            <pc:docMk/>
            <pc:sldMk cId="1056074600" sldId="280"/>
            <ac:spMk id="137" creationId="{EDC8D306-A7E6-9B79-B977-B0B138C1A6FD}"/>
          </ac:spMkLst>
        </pc:spChg>
        <pc:spChg chg="mod">
          <ac:chgData name="David Hedengren" userId="658bef35-c023-4c34-ad89-ec78a9d95ca6" providerId="ADAL" clId="{8317C74B-24CA-4633-BE11-49587EB7BA64}" dt="2024-12-09T08:15:12.501" v="1035"/>
          <ac:spMkLst>
            <pc:docMk/>
            <pc:sldMk cId="1056074600" sldId="280"/>
            <ac:spMk id="139" creationId="{3282C6D5-32DE-2A3F-01FF-1FE667F7919A}"/>
          </ac:spMkLst>
        </pc:spChg>
        <pc:spChg chg="mod">
          <ac:chgData name="David Hedengren" userId="658bef35-c023-4c34-ad89-ec78a9d95ca6" providerId="ADAL" clId="{8317C74B-24CA-4633-BE11-49587EB7BA64}" dt="2024-12-09T08:15:12.501" v="1035"/>
          <ac:spMkLst>
            <pc:docMk/>
            <pc:sldMk cId="1056074600" sldId="280"/>
            <ac:spMk id="140" creationId="{192F2772-B166-7572-B225-7FBFD4CBD46A}"/>
          </ac:spMkLst>
        </pc:spChg>
        <pc:spChg chg="mod">
          <ac:chgData name="David Hedengren" userId="658bef35-c023-4c34-ad89-ec78a9d95ca6" providerId="ADAL" clId="{8317C74B-24CA-4633-BE11-49587EB7BA64}" dt="2024-12-09T08:15:28.276" v="1043"/>
          <ac:spMkLst>
            <pc:docMk/>
            <pc:sldMk cId="1056074600" sldId="280"/>
            <ac:spMk id="142" creationId="{389EE478-DA2A-7E41-201A-AF5C4675F343}"/>
          </ac:spMkLst>
        </pc:spChg>
        <pc:spChg chg="mod">
          <ac:chgData name="David Hedengren" userId="658bef35-c023-4c34-ad89-ec78a9d95ca6" providerId="ADAL" clId="{8317C74B-24CA-4633-BE11-49587EB7BA64}" dt="2024-12-09T08:21:09.054" v="1139" actId="6549"/>
          <ac:spMkLst>
            <pc:docMk/>
            <pc:sldMk cId="1056074600" sldId="280"/>
            <ac:spMk id="143" creationId="{5A2B847A-6DC8-3B13-CB75-D6A62DCC8E5A}"/>
          </ac:spMkLst>
        </pc:spChg>
        <pc:spChg chg="mod">
          <ac:chgData name="David Hedengren" userId="658bef35-c023-4c34-ad89-ec78a9d95ca6" providerId="ADAL" clId="{8317C74B-24CA-4633-BE11-49587EB7BA64}" dt="2024-12-09T08:15:56.180" v="1050"/>
          <ac:spMkLst>
            <pc:docMk/>
            <pc:sldMk cId="1056074600" sldId="280"/>
            <ac:spMk id="145" creationId="{32C2B2DC-75F8-D789-E02A-388ED118266C}"/>
          </ac:spMkLst>
        </pc:spChg>
        <pc:spChg chg="mod">
          <ac:chgData name="David Hedengren" userId="658bef35-c023-4c34-ad89-ec78a9d95ca6" providerId="ADAL" clId="{8317C74B-24CA-4633-BE11-49587EB7BA64}" dt="2024-12-09T08:20:21.220" v="1118" actId="20577"/>
          <ac:spMkLst>
            <pc:docMk/>
            <pc:sldMk cId="1056074600" sldId="280"/>
            <ac:spMk id="146" creationId="{704810DE-B2F7-A376-01A4-D480DF728C15}"/>
          </ac:spMkLst>
        </pc:spChg>
        <pc:spChg chg="mod">
          <ac:chgData name="David Hedengren" userId="658bef35-c023-4c34-ad89-ec78a9d95ca6" providerId="ADAL" clId="{8317C74B-24CA-4633-BE11-49587EB7BA64}" dt="2024-12-09T08:16:07.298" v="1054"/>
          <ac:spMkLst>
            <pc:docMk/>
            <pc:sldMk cId="1056074600" sldId="280"/>
            <ac:spMk id="148" creationId="{F32BEDFF-45BC-D9A2-5ACE-48840F49054A}"/>
          </ac:spMkLst>
        </pc:spChg>
        <pc:spChg chg="mod">
          <ac:chgData name="David Hedengren" userId="658bef35-c023-4c34-ad89-ec78a9d95ca6" providerId="ADAL" clId="{8317C74B-24CA-4633-BE11-49587EB7BA64}" dt="2024-12-09T08:21:18.742" v="1143" actId="6549"/>
          <ac:spMkLst>
            <pc:docMk/>
            <pc:sldMk cId="1056074600" sldId="280"/>
            <ac:spMk id="149" creationId="{05E54162-DCDE-473B-783B-B92E918C57CC}"/>
          </ac:spMkLst>
        </pc:spChg>
        <pc:spChg chg="mod">
          <ac:chgData name="David Hedengren" userId="658bef35-c023-4c34-ad89-ec78a9d95ca6" providerId="ADAL" clId="{8317C74B-24CA-4633-BE11-49587EB7BA64}" dt="2024-12-09T08:16:32.371" v="1060"/>
          <ac:spMkLst>
            <pc:docMk/>
            <pc:sldMk cId="1056074600" sldId="280"/>
            <ac:spMk id="151" creationId="{E3FC690D-96A7-E571-B927-817E2E624F9B}"/>
          </ac:spMkLst>
        </pc:spChg>
        <pc:spChg chg="mod">
          <ac:chgData name="David Hedengren" userId="658bef35-c023-4c34-ad89-ec78a9d95ca6" providerId="ADAL" clId="{8317C74B-24CA-4633-BE11-49587EB7BA64}" dt="2024-12-09T08:20:59.581" v="1133" actId="6549"/>
          <ac:spMkLst>
            <pc:docMk/>
            <pc:sldMk cId="1056074600" sldId="280"/>
            <ac:spMk id="152" creationId="{3E0AFC4C-ED09-EDA6-C945-64FEE958E8A6}"/>
          </ac:spMkLst>
        </pc:spChg>
        <pc:spChg chg="mod">
          <ac:chgData name="David Hedengren" userId="658bef35-c023-4c34-ad89-ec78a9d95ca6" providerId="ADAL" clId="{8317C74B-24CA-4633-BE11-49587EB7BA64}" dt="2024-12-09T08:16:34.998" v="1062"/>
          <ac:spMkLst>
            <pc:docMk/>
            <pc:sldMk cId="1056074600" sldId="280"/>
            <ac:spMk id="154" creationId="{815F3937-CA2D-06DB-87BD-FCE8B2FCC02D}"/>
          </ac:spMkLst>
        </pc:spChg>
        <pc:spChg chg="mod">
          <ac:chgData name="David Hedengren" userId="658bef35-c023-4c34-ad89-ec78a9d95ca6" providerId="ADAL" clId="{8317C74B-24CA-4633-BE11-49587EB7BA64}" dt="2024-12-09T08:21:17.231" v="1142" actId="6549"/>
          <ac:spMkLst>
            <pc:docMk/>
            <pc:sldMk cId="1056074600" sldId="280"/>
            <ac:spMk id="155" creationId="{E9E6B518-EFAE-331B-C2A4-65F212026CE9}"/>
          </ac:spMkLst>
        </pc:spChg>
        <pc:spChg chg="mod">
          <ac:chgData name="David Hedengren" userId="658bef35-c023-4c34-ad89-ec78a9d95ca6" providerId="ADAL" clId="{8317C74B-24CA-4633-BE11-49587EB7BA64}" dt="2024-12-09T08:16:37.462" v="1064"/>
          <ac:spMkLst>
            <pc:docMk/>
            <pc:sldMk cId="1056074600" sldId="280"/>
            <ac:spMk id="157" creationId="{24F2AC8D-7EEE-6FB7-82E0-B84603DB3F7D}"/>
          </ac:spMkLst>
        </pc:spChg>
        <pc:spChg chg="mod">
          <ac:chgData name="David Hedengren" userId="658bef35-c023-4c34-ad89-ec78a9d95ca6" providerId="ADAL" clId="{8317C74B-24CA-4633-BE11-49587EB7BA64}" dt="2024-12-09T08:20:41.689" v="1126" actId="20577"/>
          <ac:spMkLst>
            <pc:docMk/>
            <pc:sldMk cId="1056074600" sldId="280"/>
            <ac:spMk id="158" creationId="{4B77B216-C07A-148F-C84A-A6F453A07D89}"/>
          </ac:spMkLst>
        </pc:spChg>
        <pc:spChg chg="mod">
          <ac:chgData name="David Hedengren" userId="658bef35-c023-4c34-ad89-ec78a9d95ca6" providerId="ADAL" clId="{8317C74B-24CA-4633-BE11-49587EB7BA64}" dt="2024-12-09T08:16:39.906" v="1066"/>
          <ac:spMkLst>
            <pc:docMk/>
            <pc:sldMk cId="1056074600" sldId="280"/>
            <ac:spMk id="160" creationId="{080494A1-EA18-6CFF-5459-4C92E7CBD92A}"/>
          </ac:spMkLst>
        </pc:spChg>
        <pc:spChg chg="mod">
          <ac:chgData name="David Hedengren" userId="658bef35-c023-4c34-ad89-ec78a9d95ca6" providerId="ADAL" clId="{8317C74B-24CA-4633-BE11-49587EB7BA64}" dt="2024-12-09T08:16:39.906" v="1066"/>
          <ac:spMkLst>
            <pc:docMk/>
            <pc:sldMk cId="1056074600" sldId="280"/>
            <ac:spMk id="161" creationId="{B423DAD1-BFAE-31F9-ADA9-D4DCC67E8A1F}"/>
          </ac:spMkLst>
        </pc:spChg>
        <pc:spChg chg="mod">
          <ac:chgData name="David Hedengren" userId="658bef35-c023-4c34-ad89-ec78a9d95ca6" providerId="ADAL" clId="{8317C74B-24CA-4633-BE11-49587EB7BA64}" dt="2024-12-09T08:16:42.077" v="1068"/>
          <ac:spMkLst>
            <pc:docMk/>
            <pc:sldMk cId="1056074600" sldId="280"/>
            <ac:spMk id="163" creationId="{0D559A63-D52B-DB07-8933-E0AAB66B86BF}"/>
          </ac:spMkLst>
        </pc:spChg>
        <pc:spChg chg="mod">
          <ac:chgData name="David Hedengren" userId="658bef35-c023-4c34-ad89-ec78a9d95ca6" providerId="ADAL" clId="{8317C74B-24CA-4633-BE11-49587EB7BA64}" dt="2024-12-09T08:16:42.077" v="1068"/>
          <ac:spMkLst>
            <pc:docMk/>
            <pc:sldMk cId="1056074600" sldId="280"/>
            <ac:spMk id="164" creationId="{30A83B88-F653-7083-53AD-40B0E77C3404}"/>
          </ac:spMkLst>
        </pc:spChg>
        <pc:spChg chg="mod">
          <ac:chgData name="David Hedengren" userId="658bef35-c023-4c34-ad89-ec78a9d95ca6" providerId="ADAL" clId="{8317C74B-24CA-4633-BE11-49587EB7BA64}" dt="2024-12-09T08:16:46.719" v="1071"/>
          <ac:spMkLst>
            <pc:docMk/>
            <pc:sldMk cId="1056074600" sldId="280"/>
            <ac:spMk id="166" creationId="{14DCCBB2-0F6E-9097-3E38-CFCDC9857A41}"/>
          </ac:spMkLst>
        </pc:spChg>
        <pc:spChg chg="mod">
          <ac:chgData name="David Hedengren" userId="658bef35-c023-4c34-ad89-ec78a9d95ca6" providerId="ADAL" clId="{8317C74B-24CA-4633-BE11-49587EB7BA64}" dt="2024-12-09T08:20:34.933" v="1125" actId="20577"/>
          <ac:spMkLst>
            <pc:docMk/>
            <pc:sldMk cId="1056074600" sldId="280"/>
            <ac:spMk id="167" creationId="{1CB0AB3E-F68A-D9FD-EC49-6CC7F6426EBB}"/>
          </ac:spMkLst>
        </pc:spChg>
        <pc:spChg chg="mod">
          <ac:chgData name="David Hedengren" userId="658bef35-c023-4c34-ad89-ec78a9d95ca6" providerId="ADAL" clId="{8317C74B-24CA-4633-BE11-49587EB7BA64}" dt="2024-12-09T08:16:52.125" v="1074"/>
          <ac:spMkLst>
            <pc:docMk/>
            <pc:sldMk cId="1056074600" sldId="280"/>
            <ac:spMk id="169" creationId="{C4FC1ED1-1DDB-3C1A-0776-A6D365211AA2}"/>
          </ac:spMkLst>
        </pc:spChg>
        <pc:spChg chg="mod">
          <ac:chgData name="David Hedengren" userId="658bef35-c023-4c34-ad89-ec78a9d95ca6" providerId="ADAL" clId="{8317C74B-24CA-4633-BE11-49587EB7BA64}" dt="2024-12-09T08:20:27.208" v="1120" actId="20577"/>
          <ac:spMkLst>
            <pc:docMk/>
            <pc:sldMk cId="1056074600" sldId="280"/>
            <ac:spMk id="170" creationId="{065EDE45-9095-F738-7A9A-85DFECDA63D9}"/>
          </ac:spMkLst>
        </pc:spChg>
        <pc:spChg chg="mod">
          <ac:chgData name="David Hedengren" userId="658bef35-c023-4c34-ad89-ec78a9d95ca6" providerId="ADAL" clId="{8317C74B-24CA-4633-BE11-49587EB7BA64}" dt="2024-12-09T08:16:52.125" v="1074"/>
          <ac:spMkLst>
            <pc:docMk/>
            <pc:sldMk cId="1056074600" sldId="280"/>
            <ac:spMk id="172" creationId="{5C134118-7396-E91D-0F9B-47F5484B7988}"/>
          </ac:spMkLst>
        </pc:spChg>
        <pc:spChg chg="mod">
          <ac:chgData name="David Hedengren" userId="658bef35-c023-4c34-ad89-ec78a9d95ca6" providerId="ADAL" clId="{8317C74B-24CA-4633-BE11-49587EB7BA64}" dt="2024-12-09T08:21:02.846" v="1134" actId="6549"/>
          <ac:spMkLst>
            <pc:docMk/>
            <pc:sldMk cId="1056074600" sldId="280"/>
            <ac:spMk id="173" creationId="{C7394BD9-6FA6-CA56-B961-A7E8F38071BE}"/>
          </ac:spMkLst>
        </pc:spChg>
        <pc:spChg chg="mod">
          <ac:chgData name="David Hedengren" userId="658bef35-c023-4c34-ad89-ec78a9d95ca6" providerId="ADAL" clId="{8317C74B-24CA-4633-BE11-49587EB7BA64}" dt="2024-12-09T08:16:52.125" v="1074"/>
          <ac:spMkLst>
            <pc:docMk/>
            <pc:sldMk cId="1056074600" sldId="280"/>
            <ac:spMk id="175" creationId="{E2BCFB0E-2E87-E70C-FD65-DEFB97F954E6}"/>
          </ac:spMkLst>
        </pc:spChg>
        <pc:spChg chg="mod">
          <ac:chgData name="David Hedengren" userId="658bef35-c023-4c34-ad89-ec78a9d95ca6" providerId="ADAL" clId="{8317C74B-24CA-4633-BE11-49587EB7BA64}" dt="2024-12-09T08:20:57.802" v="1132" actId="6549"/>
          <ac:spMkLst>
            <pc:docMk/>
            <pc:sldMk cId="1056074600" sldId="280"/>
            <ac:spMk id="176" creationId="{12A7D84F-B24A-7DD9-E912-EDCC8F19F9E3}"/>
          </ac:spMkLst>
        </pc:spChg>
        <pc:spChg chg="mod">
          <ac:chgData name="David Hedengren" userId="658bef35-c023-4c34-ad89-ec78a9d95ca6" providerId="ADAL" clId="{8317C74B-24CA-4633-BE11-49587EB7BA64}" dt="2024-12-09T08:17:51.399" v="1083"/>
          <ac:spMkLst>
            <pc:docMk/>
            <pc:sldMk cId="1056074600" sldId="280"/>
            <ac:spMk id="178" creationId="{98E2710B-7413-9AB5-161A-B8ED94675E95}"/>
          </ac:spMkLst>
        </pc:spChg>
        <pc:spChg chg="mod">
          <ac:chgData name="David Hedengren" userId="658bef35-c023-4c34-ad89-ec78a9d95ca6" providerId="ADAL" clId="{8317C74B-24CA-4633-BE11-49587EB7BA64}" dt="2024-12-09T08:21:05.893" v="1136" actId="6549"/>
          <ac:spMkLst>
            <pc:docMk/>
            <pc:sldMk cId="1056074600" sldId="280"/>
            <ac:spMk id="179" creationId="{49FFA7B8-59A5-68AB-22DA-E1CA5626D334}"/>
          </ac:spMkLst>
        </pc:spChg>
        <pc:spChg chg="mod">
          <ac:chgData name="David Hedengren" userId="658bef35-c023-4c34-ad89-ec78a9d95ca6" providerId="ADAL" clId="{8317C74B-24CA-4633-BE11-49587EB7BA64}" dt="2024-12-09T08:18:43.991" v="1094"/>
          <ac:spMkLst>
            <pc:docMk/>
            <pc:sldMk cId="1056074600" sldId="280"/>
            <ac:spMk id="181" creationId="{264A2459-C9D8-F299-58A4-B169F9B5D570}"/>
          </ac:spMkLst>
        </pc:spChg>
        <pc:spChg chg="mod">
          <ac:chgData name="David Hedengren" userId="658bef35-c023-4c34-ad89-ec78a9d95ca6" providerId="ADAL" clId="{8317C74B-24CA-4633-BE11-49587EB7BA64}" dt="2024-12-09T08:18:43.991" v="1094"/>
          <ac:spMkLst>
            <pc:docMk/>
            <pc:sldMk cId="1056074600" sldId="280"/>
            <ac:spMk id="182" creationId="{B291E874-16E1-2A7C-112A-5F5C8490E9A2}"/>
          </ac:spMkLst>
        </pc:spChg>
        <pc:spChg chg="mod">
          <ac:chgData name="David Hedengren" userId="658bef35-c023-4c34-ad89-ec78a9d95ca6" providerId="ADAL" clId="{8317C74B-24CA-4633-BE11-49587EB7BA64}" dt="2024-12-09T08:18:43.991" v="1094"/>
          <ac:spMkLst>
            <pc:docMk/>
            <pc:sldMk cId="1056074600" sldId="280"/>
            <ac:spMk id="184" creationId="{E64AF36D-8FA2-BB29-F2E0-861F487E2319}"/>
          </ac:spMkLst>
        </pc:spChg>
        <pc:spChg chg="mod">
          <ac:chgData name="David Hedengren" userId="658bef35-c023-4c34-ad89-ec78a9d95ca6" providerId="ADAL" clId="{8317C74B-24CA-4633-BE11-49587EB7BA64}" dt="2024-12-09T08:21:14.945" v="1141" actId="20577"/>
          <ac:spMkLst>
            <pc:docMk/>
            <pc:sldMk cId="1056074600" sldId="280"/>
            <ac:spMk id="185" creationId="{94588038-1725-23E0-BA6B-328977FFFC49}"/>
          </ac:spMkLst>
        </pc:spChg>
        <pc:spChg chg="mod">
          <ac:chgData name="David Hedengren" userId="658bef35-c023-4c34-ad89-ec78a9d95ca6" providerId="ADAL" clId="{8317C74B-24CA-4633-BE11-49587EB7BA64}" dt="2024-12-09T08:18:54.170" v="1096"/>
          <ac:spMkLst>
            <pc:docMk/>
            <pc:sldMk cId="1056074600" sldId="280"/>
            <ac:spMk id="187" creationId="{E76F3C4B-5A26-5C1C-DB6D-BC7D8934ED9C}"/>
          </ac:spMkLst>
        </pc:spChg>
        <pc:spChg chg="mod">
          <ac:chgData name="David Hedengren" userId="658bef35-c023-4c34-ad89-ec78a9d95ca6" providerId="ADAL" clId="{8317C74B-24CA-4633-BE11-49587EB7BA64}" dt="2024-12-09T08:20:45.308" v="1127" actId="20577"/>
          <ac:spMkLst>
            <pc:docMk/>
            <pc:sldMk cId="1056074600" sldId="280"/>
            <ac:spMk id="188" creationId="{DEC6537B-622B-34B1-AB6F-9615D0E4605F}"/>
          </ac:spMkLst>
        </pc:spChg>
        <pc:spChg chg="mod">
          <ac:chgData name="David Hedengren" userId="658bef35-c023-4c34-ad89-ec78a9d95ca6" providerId="ADAL" clId="{8317C74B-24CA-4633-BE11-49587EB7BA64}" dt="2024-12-09T08:18:54.170" v="1096"/>
          <ac:spMkLst>
            <pc:docMk/>
            <pc:sldMk cId="1056074600" sldId="280"/>
            <ac:spMk id="190" creationId="{E75E3256-2C4C-7E68-0248-C338F335668C}"/>
          </ac:spMkLst>
        </pc:spChg>
        <pc:spChg chg="mod">
          <ac:chgData name="David Hedengren" userId="658bef35-c023-4c34-ad89-ec78a9d95ca6" providerId="ADAL" clId="{8317C74B-24CA-4633-BE11-49587EB7BA64}" dt="2024-12-09T08:20:56.074" v="1131" actId="6549"/>
          <ac:spMkLst>
            <pc:docMk/>
            <pc:sldMk cId="1056074600" sldId="280"/>
            <ac:spMk id="191" creationId="{70EC12D5-59BF-C5CF-3748-4308BA338A11}"/>
          </ac:spMkLst>
        </pc:spChg>
        <pc:spChg chg="mod">
          <ac:chgData name="David Hedengren" userId="658bef35-c023-4c34-ad89-ec78a9d95ca6" providerId="ADAL" clId="{8317C74B-24CA-4633-BE11-49587EB7BA64}" dt="2024-12-09T08:20:47.250" v="1128"/>
          <ac:spMkLst>
            <pc:docMk/>
            <pc:sldMk cId="1056074600" sldId="280"/>
            <ac:spMk id="193" creationId="{65C63CC7-0403-B019-FE92-D84166384F12}"/>
          </ac:spMkLst>
        </pc:spChg>
        <pc:spChg chg="mod">
          <ac:chgData name="David Hedengren" userId="658bef35-c023-4c34-ad89-ec78a9d95ca6" providerId="ADAL" clId="{8317C74B-24CA-4633-BE11-49587EB7BA64}" dt="2024-12-09T08:20:53.452" v="1130" actId="20577"/>
          <ac:spMkLst>
            <pc:docMk/>
            <pc:sldMk cId="1056074600" sldId="280"/>
            <ac:spMk id="194" creationId="{664ECEA1-57F5-16FE-450A-F47999AF61A9}"/>
          </ac:spMkLst>
        </pc:spChg>
        <pc:spChg chg="add mod">
          <ac:chgData name="David Hedengren" userId="658bef35-c023-4c34-ad89-ec78a9d95ca6" providerId="ADAL" clId="{8317C74B-24CA-4633-BE11-49587EB7BA64}" dt="2024-12-09T08:32:42.833" v="1305" actId="1076"/>
          <ac:spMkLst>
            <pc:docMk/>
            <pc:sldMk cId="1056074600" sldId="280"/>
            <ac:spMk id="277" creationId="{59605CAB-6E99-D77B-8D88-0D00028339A4}"/>
          </ac:spMkLst>
        </pc:spChg>
        <pc:grpChg chg="add mod">
          <ac:chgData name="David Hedengren" userId="658bef35-c023-4c34-ad89-ec78a9d95ca6" providerId="ADAL" clId="{8317C74B-24CA-4633-BE11-49587EB7BA64}" dt="2024-12-09T08:33:38.629" v="1317" actId="1076"/>
          <ac:grpSpMkLst>
            <pc:docMk/>
            <pc:sldMk cId="1056074600" sldId="280"/>
            <ac:grpSpMk id="123" creationId="{FC8795FD-8495-0044-F11A-391D193CAF36}"/>
          </ac:grpSpMkLst>
        </pc:grpChg>
        <pc:grpChg chg="add mod">
          <ac:chgData name="David Hedengren" userId="658bef35-c023-4c34-ad89-ec78a9d95ca6" providerId="ADAL" clId="{8317C74B-24CA-4633-BE11-49587EB7BA64}" dt="2024-12-09T08:32:23.490" v="1298" actId="1076"/>
          <ac:grpSpMkLst>
            <pc:docMk/>
            <pc:sldMk cId="1056074600" sldId="280"/>
            <ac:grpSpMk id="125" creationId="{E0D0AA5E-640D-C51F-0E2C-73477C081AD7}"/>
          </ac:grpSpMkLst>
        </pc:grpChg>
        <pc:grpChg chg="add mod">
          <ac:chgData name="David Hedengren" userId="658bef35-c023-4c34-ad89-ec78a9d95ca6" providerId="ADAL" clId="{8317C74B-24CA-4633-BE11-49587EB7BA64}" dt="2024-12-09T08:33:38.629" v="1317" actId="1076"/>
          <ac:grpSpMkLst>
            <pc:docMk/>
            <pc:sldMk cId="1056074600" sldId="280"/>
            <ac:grpSpMk id="126" creationId="{4B4B1BF3-3DA1-FAD7-4A5D-942874D500DF}"/>
          </ac:grpSpMkLst>
        </pc:grpChg>
        <pc:grpChg chg="add del mod">
          <ac:chgData name="David Hedengren" userId="658bef35-c023-4c34-ad89-ec78a9d95ca6" providerId="ADAL" clId="{8317C74B-24CA-4633-BE11-49587EB7BA64}" dt="2024-12-09T08:18:14.753" v="1088" actId="478"/>
          <ac:grpSpMkLst>
            <pc:docMk/>
            <pc:sldMk cId="1056074600" sldId="280"/>
            <ac:grpSpMk id="129" creationId="{F34EAA7B-7AEF-9077-705F-A30EBE56FCE8}"/>
          </ac:grpSpMkLst>
        </pc:grpChg>
        <pc:grpChg chg="add mod">
          <ac:chgData name="David Hedengren" userId="658bef35-c023-4c34-ad89-ec78a9d95ca6" providerId="ADAL" clId="{8317C74B-24CA-4633-BE11-49587EB7BA64}" dt="2024-12-09T08:32:23.490" v="1298" actId="1076"/>
          <ac:grpSpMkLst>
            <pc:docMk/>
            <pc:sldMk cId="1056074600" sldId="280"/>
            <ac:grpSpMk id="132" creationId="{C6EDBEDD-E629-7B38-6C78-4A94D4CAE902}"/>
          </ac:grpSpMkLst>
        </pc:grpChg>
        <pc:grpChg chg="add mod">
          <ac:chgData name="David Hedengren" userId="658bef35-c023-4c34-ad89-ec78a9d95ca6" providerId="ADAL" clId="{8317C74B-24CA-4633-BE11-49587EB7BA64}" dt="2024-12-09T08:28:48.323" v="1252" actId="1076"/>
          <ac:grpSpMkLst>
            <pc:docMk/>
            <pc:sldMk cId="1056074600" sldId="280"/>
            <ac:grpSpMk id="135" creationId="{5137BD78-85F5-9158-2B4A-00550143A628}"/>
          </ac:grpSpMkLst>
        </pc:grpChg>
        <pc:grpChg chg="add del mod">
          <ac:chgData name="David Hedengren" userId="658bef35-c023-4c34-ad89-ec78a9d95ca6" providerId="ADAL" clId="{8317C74B-24CA-4633-BE11-49587EB7BA64}" dt="2024-12-09T08:16:17.095" v="1056" actId="478"/>
          <ac:grpSpMkLst>
            <pc:docMk/>
            <pc:sldMk cId="1056074600" sldId="280"/>
            <ac:grpSpMk id="138" creationId="{14C1DE56-DC7A-00AC-AF21-5A110A264197}"/>
          </ac:grpSpMkLst>
        </pc:grpChg>
        <pc:grpChg chg="add mod">
          <ac:chgData name="David Hedengren" userId="658bef35-c023-4c34-ad89-ec78a9d95ca6" providerId="ADAL" clId="{8317C74B-24CA-4633-BE11-49587EB7BA64}" dt="2024-12-09T08:28:48.323" v="1252" actId="1076"/>
          <ac:grpSpMkLst>
            <pc:docMk/>
            <pc:sldMk cId="1056074600" sldId="280"/>
            <ac:grpSpMk id="141" creationId="{96B387AE-7331-CF65-C057-75083C5890D1}"/>
          </ac:grpSpMkLst>
        </pc:grpChg>
        <pc:grpChg chg="add mod">
          <ac:chgData name="David Hedengren" userId="658bef35-c023-4c34-ad89-ec78a9d95ca6" providerId="ADAL" clId="{8317C74B-24CA-4633-BE11-49587EB7BA64}" dt="2024-12-09T08:32:23.490" v="1298" actId="1076"/>
          <ac:grpSpMkLst>
            <pc:docMk/>
            <pc:sldMk cId="1056074600" sldId="280"/>
            <ac:grpSpMk id="144" creationId="{2713191F-CBFE-B8CB-E0A4-280DBB12F2F1}"/>
          </ac:grpSpMkLst>
        </pc:grpChg>
        <pc:grpChg chg="add mod">
          <ac:chgData name="David Hedengren" userId="658bef35-c023-4c34-ad89-ec78a9d95ca6" providerId="ADAL" clId="{8317C74B-24CA-4633-BE11-49587EB7BA64}" dt="2024-12-09T08:33:13.049" v="1310" actId="1076"/>
          <ac:grpSpMkLst>
            <pc:docMk/>
            <pc:sldMk cId="1056074600" sldId="280"/>
            <ac:grpSpMk id="147" creationId="{BC479B03-BCFD-FB05-108D-2AD5D61CA323}"/>
          </ac:grpSpMkLst>
        </pc:grpChg>
        <pc:grpChg chg="add mod">
          <ac:chgData name="David Hedengren" userId="658bef35-c023-4c34-ad89-ec78a9d95ca6" providerId="ADAL" clId="{8317C74B-24CA-4633-BE11-49587EB7BA64}" dt="2024-12-09T08:33:38.629" v="1317" actId="1076"/>
          <ac:grpSpMkLst>
            <pc:docMk/>
            <pc:sldMk cId="1056074600" sldId="280"/>
            <ac:grpSpMk id="150" creationId="{0C0D4514-B148-B3F6-FFCB-C37FEF656867}"/>
          </ac:grpSpMkLst>
        </pc:grpChg>
        <pc:grpChg chg="add mod">
          <ac:chgData name="David Hedengren" userId="658bef35-c023-4c34-ad89-ec78a9d95ca6" providerId="ADAL" clId="{8317C74B-24CA-4633-BE11-49587EB7BA64}" dt="2024-12-09T08:33:24.530" v="1314" actId="1076"/>
          <ac:grpSpMkLst>
            <pc:docMk/>
            <pc:sldMk cId="1056074600" sldId="280"/>
            <ac:grpSpMk id="153" creationId="{522577C6-8914-FFC4-0104-905953FEA6E2}"/>
          </ac:grpSpMkLst>
        </pc:grpChg>
        <pc:grpChg chg="add mod">
          <ac:chgData name="David Hedengren" userId="658bef35-c023-4c34-ad89-ec78a9d95ca6" providerId="ADAL" clId="{8317C74B-24CA-4633-BE11-49587EB7BA64}" dt="2024-12-09T08:33:38.629" v="1317" actId="1076"/>
          <ac:grpSpMkLst>
            <pc:docMk/>
            <pc:sldMk cId="1056074600" sldId="280"/>
            <ac:grpSpMk id="156" creationId="{EB6B0FCF-5D76-B33C-7540-8EC9EF29420B}"/>
          </ac:grpSpMkLst>
        </pc:grpChg>
        <pc:grpChg chg="add mod">
          <ac:chgData name="David Hedengren" userId="658bef35-c023-4c34-ad89-ec78a9d95ca6" providerId="ADAL" clId="{8317C74B-24CA-4633-BE11-49587EB7BA64}" dt="2024-12-09T08:33:38.629" v="1317" actId="1076"/>
          <ac:grpSpMkLst>
            <pc:docMk/>
            <pc:sldMk cId="1056074600" sldId="280"/>
            <ac:grpSpMk id="159" creationId="{CE8C4E65-7924-09A9-FE1F-CB84BA18F3B0}"/>
          </ac:grpSpMkLst>
        </pc:grpChg>
        <pc:grpChg chg="add del mod">
          <ac:chgData name="David Hedengren" userId="658bef35-c023-4c34-ad89-ec78a9d95ca6" providerId="ADAL" clId="{8317C74B-24CA-4633-BE11-49587EB7BA64}" dt="2024-12-09T08:16:44.861" v="1070" actId="478"/>
          <ac:grpSpMkLst>
            <pc:docMk/>
            <pc:sldMk cId="1056074600" sldId="280"/>
            <ac:grpSpMk id="162" creationId="{ED2DB884-97FB-BD6D-DE1B-7BF6443894B5}"/>
          </ac:grpSpMkLst>
        </pc:grpChg>
        <pc:grpChg chg="add mod">
          <ac:chgData name="David Hedengren" userId="658bef35-c023-4c34-ad89-ec78a9d95ca6" providerId="ADAL" clId="{8317C74B-24CA-4633-BE11-49587EB7BA64}" dt="2024-12-09T08:33:38.629" v="1317" actId="1076"/>
          <ac:grpSpMkLst>
            <pc:docMk/>
            <pc:sldMk cId="1056074600" sldId="280"/>
            <ac:grpSpMk id="165" creationId="{557FDCFF-F426-2F90-568D-87EF5AC7AE12}"/>
          </ac:grpSpMkLst>
        </pc:grpChg>
        <pc:grpChg chg="add mod">
          <ac:chgData name="David Hedengren" userId="658bef35-c023-4c34-ad89-ec78a9d95ca6" providerId="ADAL" clId="{8317C74B-24CA-4633-BE11-49587EB7BA64}" dt="2024-12-09T08:33:38.629" v="1317" actId="1076"/>
          <ac:grpSpMkLst>
            <pc:docMk/>
            <pc:sldMk cId="1056074600" sldId="280"/>
            <ac:grpSpMk id="168" creationId="{969D08F6-971B-F7AE-63EF-7A5006FC5DA9}"/>
          </ac:grpSpMkLst>
        </pc:grpChg>
        <pc:grpChg chg="add mod">
          <ac:chgData name="David Hedengren" userId="658bef35-c023-4c34-ad89-ec78a9d95ca6" providerId="ADAL" clId="{8317C74B-24CA-4633-BE11-49587EB7BA64}" dt="2024-12-09T08:33:38.629" v="1317" actId="1076"/>
          <ac:grpSpMkLst>
            <pc:docMk/>
            <pc:sldMk cId="1056074600" sldId="280"/>
            <ac:grpSpMk id="171" creationId="{13D6A938-F0E2-FAA8-0C27-BE6003BE4703}"/>
          </ac:grpSpMkLst>
        </pc:grpChg>
        <pc:grpChg chg="add mod">
          <ac:chgData name="David Hedengren" userId="658bef35-c023-4c34-ad89-ec78a9d95ca6" providerId="ADAL" clId="{8317C74B-24CA-4633-BE11-49587EB7BA64}" dt="2024-12-09T08:33:38.629" v="1317" actId="1076"/>
          <ac:grpSpMkLst>
            <pc:docMk/>
            <pc:sldMk cId="1056074600" sldId="280"/>
            <ac:grpSpMk id="174" creationId="{65C8747F-A38C-1A65-6922-4702BE9FF4D3}"/>
          </ac:grpSpMkLst>
        </pc:grpChg>
        <pc:grpChg chg="add mod">
          <ac:chgData name="David Hedengren" userId="658bef35-c023-4c34-ad89-ec78a9d95ca6" providerId="ADAL" clId="{8317C74B-24CA-4633-BE11-49587EB7BA64}" dt="2024-12-09T08:32:42.833" v="1305" actId="1076"/>
          <ac:grpSpMkLst>
            <pc:docMk/>
            <pc:sldMk cId="1056074600" sldId="280"/>
            <ac:grpSpMk id="177" creationId="{0880180E-B759-A168-78B4-5522D8D140C2}"/>
          </ac:grpSpMkLst>
        </pc:grpChg>
        <pc:grpChg chg="add mod">
          <ac:chgData name="David Hedengren" userId="658bef35-c023-4c34-ad89-ec78a9d95ca6" providerId="ADAL" clId="{8317C74B-24CA-4633-BE11-49587EB7BA64}" dt="2024-12-09T08:33:24.530" v="1314" actId="1076"/>
          <ac:grpSpMkLst>
            <pc:docMk/>
            <pc:sldMk cId="1056074600" sldId="280"/>
            <ac:grpSpMk id="180" creationId="{7519CFC8-6C94-AA3A-7E55-454C1D58E0B0}"/>
          </ac:grpSpMkLst>
        </pc:grpChg>
        <pc:grpChg chg="add mod">
          <ac:chgData name="David Hedengren" userId="658bef35-c023-4c34-ad89-ec78a9d95ca6" providerId="ADAL" clId="{8317C74B-24CA-4633-BE11-49587EB7BA64}" dt="2024-12-09T08:33:24.530" v="1314" actId="1076"/>
          <ac:grpSpMkLst>
            <pc:docMk/>
            <pc:sldMk cId="1056074600" sldId="280"/>
            <ac:grpSpMk id="183" creationId="{9178D0D9-ED64-C310-836F-DF3FBEFF0543}"/>
          </ac:grpSpMkLst>
        </pc:grpChg>
        <pc:grpChg chg="add mod">
          <ac:chgData name="David Hedengren" userId="658bef35-c023-4c34-ad89-ec78a9d95ca6" providerId="ADAL" clId="{8317C74B-24CA-4633-BE11-49587EB7BA64}" dt="2024-12-09T08:33:38.629" v="1317" actId="1076"/>
          <ac:grpSpMkLst>
            <pc:docMk/>
            <pc:sldMk cId="1056074600" sldId="280"/>
            <ac:grpSpMk id="186" creationId="{FF998B1E-5188-9D9B-A162-E1921A69FD14}"/>
          </ac:grpSpMkLst>
        </pc:grpChg>
        <pc:grpChg chg="add mod">
          <ac:chgData name="David Hedengren" userId="658bef35-c023-4c34-ad89-ec78a9d95ca6" providerId="ADAL" clId="{8317C74B-24CA-4633-BE11-49587EB7BA64}" dt="2024-12-09T08:33:38.629" v="1317" actId="1076"/>
          <ac:grpSpMkLst>
            <pc:docMk/>
            <pc:sldMk cId="1056074600" sldId="280"/>
            <ac:grpSpMk id="189" creationId="{A793068F-A8BE-200E-B19A-BAFF740A77B0}"/>
          </ac:grpSpMkLst>
        </pc:grpChg>
        <pc:grpChg chg="add mod">
          <ac:chgData name="David Hedengren" userId="658bef35-c023-4c34-ad89-ec78a9d95ca6" providerId="ADAL" clId="{8317C74B-24CA-4633-BE11-49587EB7BA64}" dt="2024-12-09T08:33:38.629" v="1317" actId="1076"/>
          <ac:grpSpMkLst>
            <pc:docMk/>
            <pc:sldMk cId="1056074600" sldId="280"/>
            <ac:grpSpMk id="192" creationId="{55346089-4470-4FA2-6A48-4F3B4206FFFF}"/>
          </ac:grpSpMkLst>
        </pc:grpChg>
        <pc:cxnChg chg="add del mod">
          <ac:chgData name="David Hedengren" userId="658bef35-c023-4c34-ad89-ec78a9d95ca6" providerId="ADAL" clId="{8317C74B-24CA-4633-BE11-49587EB7BA64}" dt="2024-12-09T08:12:45.231" v="971"/>
          <ac:cxnSpMkLst>
            <pc:docMk/>
            <pc:sldMk cId="1056074600" sldId="280"/>
            <ac:cxnSpMk id="5" creationId="{7CA5AF79-2F80-4715-F437-2519763483C1}"/>
          </ac:cxnSpMkLst>
        </pc:cxnChg>
        <pc:cxnChg chg="add del mod">
          <ac:chgData name="David Hedengren" userId="658bef35-c023-4c34-ad89-ec78a9d95ca6" providerId="ADAL" clId="{8317C74B-24CA-4633-BE11-49587EB7BA64}" dt="2024-12-09T08:12:45.231" v="971"/>
          <ac:cxnSpMkLst>
            <pc:docMk/>
            <pc:sldMk cId="1056074600" sldId="280"/>
            <ac:cxnSpMk id="11" creationId="{EBFB05B4-60F3-E42C-E0AB-21D3704EA936}"/>
          </ac:cxnSpMkLst>
        </pc:cxnChg>
        <pc:cxnChg chg="add del mod">
          <ac:chgData name="David Hedengren" userId="658bef35-c023-4c34-ad89-ec78a9d95ca6" providerId="ADAL" clId="{8317C74B-24CA-4633-BE11-49587EB7BA64}" dt="2024-12-09T08:12:45.231" v="971"/>
          <ac:cxnSpMkLst>
            <pc:docMk/>
            <pc:sldMk cId="1056074600" sldId="280"/>
            <ac:cxnSpMk id="12" creationId="{0E05A375-5DEE-F07D-D0C3-DB0201E2795E}"/>
          </ac:cxnSpMkLst>
        </pc:cxnChg>
        <pc:cxnChg chg="add del mod">
          <ac:chgData name="David Hedengren" userId="658bef35-c023-4c34-ad89-ec78a9d95ca6" providerId="ADAL" clId="{8317C74B-24CA-4633-BE11-49587EB7BA64}" dt="2024-12-09T08:12:45.231" v="971"/>
          <ac:cxnSpMkLst>
            <pc:docMk/>
            <pc:sldMk cId="1056074600" sldId="280"/>
            <ac:cxnSpMk id="15" creationId="{1036894A-905C-27FD-BF94-83842922F4DA}"/>
          </ac:cxnSpMkLst>
        </pc:cxnChg>
        <pc:cxnChg chg="add del mod">
          <ac:chgData name="David Hedengren" userId="658bef35-c023-4c34-ad89-ec78a9d95ca6" providerId="ADAL" clId="{8317C74B-24CA-4633-BE11-49587EB7BA64}" dt="2024-12-09T08:12:45.231" v="971"/>
          <ac:cxnSpMkLst>
            <pc:docMk/>
            <pc:sldMk cId="1056074600" sldId="280"/>
            <ac:cxnSpMk id="22" creationId="{043D0C9B-8A42-69E8-DB82-926F36552F9A}"/>
          </ac:cxnSpMkLst>
        </pc:cxnChg>
        <pc:cxnChg chg="add del mod">
          <ac:chgData name="David Hedengren" userId="658bef35-c023-4c34-ad89-ec78a9d95ca6" providerId="ADAL" clId="{8317C74B-24CA-4633-BE11-49587EB7BA64}" dt="2024-12-09T08:12:45.231" v="971"/>
          <ac:cxnSpMkLst>
            <pc:docMk/>
            <pc:sldMk cId="1056074600" sldId="280"/>
            <ac:cxnSpMk id="23" creationId="{209BD9FB-8BC7-52C7-3AC5-EEC943E37882}"/>
          </ac:cxnSpMkLst>
        </pc:cxnChg>
        <pc:cxnChg chg="add del mod">
          <ac:chgData name="David Hedengren" userId="658bef35-c023-4c34-ad89-ec78a9d95ca6" providerId="ADAL" clId="{8317C74B-24CA-4633-BE11-49587EB7BA64}" dt="2024-12-09T08:12:45.231" v="971"/>
          <ac:cxnSpMkLst>
            <pc:docMk/>
            <pc:sldMk cId="1056074600" sldId="280"/>
            <ac:cxnSpMk id="26" creationId="{565DD8CA-D84A-D087-6CC4-F084E2C19419}"/>
          </ac:cxnSpMkLst>
        </pc:cxnChg>
        <pc:cxnChg chg="add del mod">
          <ac:chgData name="David Hedengren" userId="658bef35-c023-4c34-ad89-ec78a9d95ca6" providerId="ADAL" clId="{8317C74B-24CA-4633-BE11-49587EB7BA64}" dt="2024-12-09T08:12:45.231" v="971"/>
          <ac:cxnSpMkLst>
            <pc:docMk/>
            <pc:sldMk cId="1056074600" sldId="280"/>
            <ac:cxnSpMk id="32" creationId="{C45CC58F-ADAD-548C-10B7-5DB12162AE8D}"/>
          </ac:cxnSpMkLst>
        </pc:cxnChg>
        <pc:cxnChg chg="add del mod">
          <ac:chgData name="David Hedengren" userId="658bef35-c023-4c34-ad89-ec78a9d95ca6" providerId="ADAL" clId="{8317C74B-24CA-4633-BE11-49587EB7BA64}" dt="2024-12-09T08:12:45.231" v="971"/>
          <ac:cxnSpMkLst>
            <pc:docMk/>
            <pc:sldMk cId="1056074600" sldId="280"/>
            <ac:cxnSpMk id="33" creationId="{B412FAB8-6F5D-866D-60DF-B75B65E7FCE0}"/>
          </ac:cxnSpMkLst>
        </pc:cxnChg>
        <pc:cxnChg chg="add del mod">
          <ac:chgData name="David Hedengren" userId="658bef35-c023-4c34-ad89-ec78a9d95ca6" providerId="ADAL" clId="{8317C74B-24CA-4633-BE11-49587EB7BA64}" dt="2024-12-09T08:12:45.231" v="971"/>
          <ac:cxnSpMkLst>
            <pc:docMk/>
            <pc:sldMk cId="1056074600" sldId="280"/>
            <ac:cxnSpMk id="36" creationId="{AC1756BB-5814-2B81-D19E-96567041D190}"/>
          </ac:cxnSpMkLst>
        </pc:cxnChg>
        <pc:cxnChg chg="add del mod">
          <ac:chgData name="David Hedengren" userId="658bef35-c023-4c34-ad89-ec78a9d95ca6" providerId="ADAL" clId="{8317C74B-24CA-4633-BE11-49587EB7BA64}" dt="2024-12-09T08:12:45.231" v="971"/>
          <ac:cxnSpMkLst>
            <pc:docMk/>
            <pc:sldMk cId="1056074600" sldId="280"/>
            <ac:cxnSpMk id="43" creationId="{7E476CE7-DA9A-3E00-811B-13AFCE54C7AF}"/>
          </ac:cxnSpMkLst>
        </pc:cxnChg>
        <pc:cxnChg chg="add del mod">
          <ac:chgData name="David Hedengren" userId="658bef35-c023-4c34-ad89-ec78a9d95ca6" providerId="ADAL" clId="{8317C74B-24CA-4633-BE11-49587EB7BA64}" dt="2024-12-09T08:12:45.231" v="971"/>
          <ac:cxnSpMkLst>
            <pc:docMk/>
            <pc:sldMk cId="1056074600" sldId="280"/>
            <ac:cxnSpMk id="44" creationId="{B092C68E-0FA6-E6C8-4D1C-7D89173A5E9D}"/>
          </ac:cxnSpMkLst>
        </pc:cxnChg>
        <pc:cxnChg chg="add del mod">
          <ac:chgData name="David Hedengren" userId="658bef35-c023-4c34-ad89-ec78a9d95ca6" providerId="ADAL" clId="{8317C74B-24CA-4633-BE11-49587EB7BA64}" dt="2024-12-09T08:12:45.231" v="971"/>
          <ac:cxnSpMkLst>
            <pc:docMk/>
            <pc:sldMk cId="1056074600" sldId="280"/>
            <ac:cxnSpMk id="47" creationId="{E8B819E1-0C28-37FE-B5CF-8D354E6B4332}"/>
          </ac:cxnSpMkLst>
        </pc:cxnChg>
        <pc:cxnChg chg="add del mod">
          <ac:chgData name="David Hedengren" userId="658bef35-c023-4c34-ad89-ec78a9d95ca6" providerId="ADAL" clId="{8317C74B-24CA-4633-BE11-49587EB7BA64}" dt="2024-12-09T08:12:45.231" v="971"/>
          <ac:cxnSpMkLst>
            <pc:docMk/>
            <pc:sldMk cId="1056074600" sldId="280"/>
            <ac:cxnSpMk id="53" creationId="{B0E58901-4AE9-09BA-BC3C-1C2CA7058EED}"/>
          </ac:cxnSpMkLst>
        </pc:cxnChg>
        <pc:cxnChg chg="add del mod">
          <ac:chgData name="David Hedengren" userId="658bef35-c023-4c34-ad89-ec78a9d95ca6" providerId="ADAL" clId="{8317C74B-24CA-4633-BE11-49587EB7BA64}" dt="2024-12-09T08:12:45.231" v="971"/>
          <ac:cxnSpMkLst>
            <pc:docMk/>
            <pc:sldMk cId="1056074600" sldId="280"/>
            <ac:cxnSpMk id="54" creationId="{7342F9C7-EC69-AC3F-7A4F-4E7583E940E4}"/>
          </ac:cxnSpMkLst>
        </pc:cxnChg>
        <pc:cxnChg chg="add del mod">
          <ac:chgData name="David Hedengren" userId="658bef35-c023-4c34-ad89-ec78a9d95ca6" providerId="ADAL" clId="{8317C74B-24CA-4633-BE11-49587EB7BA64}" dt="2024-12-09T08:12:45.231" v="971"/>
          <ac:cxnSpMkLst>
            <pc:docMk/>
            <pc:sldMk cId="1056074600" sldId="280"/>
            <ac:cxnSpMk id="57" creationId="{B4054011-55AE-A715-F5D6-5C690EBF55C7}"/>
          </ac:cxnSpMkLst>
        </pc:cxnChg>
        <pc:cxnChg chg="add del mod">
          <ac:chgData name="David Hedengren" userId="658bef35-c023-4c34-ad89-ec78a9d95ca6" providerId="ADAL" clId="{8317C74B-24CA-4633-BE11-49587EB7BA64}" dt="2024-12-09T08:12:45.231" v="971"/>
          <ac:cxnSpMkLst>
            <pc:docMk/>
            <pc:sldMk cId="1056074600" sldId="280"/>
            <ac:cxnSpMk id="64" creationId="{51F493EA-3A43-6484-90C2-9BA887FD6E4C}"/>
          </ac:cxnSpMkLst>
        </pc:cxnChg>
        <pc:cxnChg chg="add del mod">
          <ac:chgData name="David Hedengren" userId="658bef35-c023-4c34-ad89-ec78a9d95ca6" providerId="ADAL" clId="{8317C74B-24CA-4633-BE11-49587EB7BA64}" dt="2024-12-09T08:12:45.231" v="971"/>
          <ac:cxnSpMkLst>
            <pc:docMk/>
            <pc:sldMk cId="1056074600" sldId="280"/>
            <ac:cxnSpMk id="65" creationId="{1A91700F-9982-E8D5-C00C-6178810EDBD3}"/>
          </ac:cxnSpMkLst>
        </pc:cxnChg>
        <pc:cxnChg chg="add del mod">
          <ac:chgData name="David Hedengren" userId="658bef35-c023-4c34-ad89-ec78a9d95ca6" providerId="ADAL" clId="{8317C74B-24CA-4633-BE11-49587EB7BA64}" dt="2024-12-09T08:12:45.231" v="971"/>
          <ac:cxnSpMkLst>
            <pc:docMk/>
            <pc:sldMk cId="1056074600" sldId="280"/>
            <ac:cxnSpMk id="68" creationId="{D102461D-EBC5-A89D-821E-E0864B907F21}"/>
          </ac:cxnSpMkLst>
        </pc:cxnChg>
        <pc:cxnChg chg="add del mod">
          <ac:chgData name="David Hedengren" userId="658bef35-c023-4c34-ad89-ec78a9d95ca6" providerId="ADAL" clId="{8317C74B-24CA-4633-BE11-49587EB7BA64}" dt="2024-12-09T08:12:45.231" v="971"/>
          <ac:cxnSpMkLst>
            <pc:docMk/>
            <pc:sldMk cId="1056074600" sldId="280"/>
            <ac:cxnSpMk id="69" creationId="{54ADEE5E-4D84-7132-2B7B-335A3623F510}"/>
          </ac:cxnSpMkLst>
        </pc:cxnChg>
        <pc:cxnChg chg="add del mod">
          <ac:chgData name="David Hedengren" userId="658bef35-c023-4c34-ad89-ec78a9d95ca6" providerId="ADAL" clId="{8317C74B-24CA-4633-BE11-49587EB7BA64}" dt="2024-12-09T08:12:45.231" v="971"/>
          <ac:cxnSpMkLst>
            <pc:docMk/>
            <pc:sldMk cId="1056074600" sldId="280"/>
            <ac:cxnSpMk id="70" creationId="{46F2D1CB-913F-3E68-F7B7-91CF00392E4E}"/>
          </ac:cxnSpMkLst>
        </pc:cxnChg>
        <pc:cxnChg chg="add del mod">
          <ac:chgData name="David Hedengren" userId="658bef35-c023-4c34-ad89-ec78a9d95ca6" providerId="ADAL" clId="{8317C74B-24CA-4633-BE11-49587EB7BA64}" dt="2024-12-09T08:12:45.231" v="971"/>
          <ac:cxnSpMkLst>
            <pc:docMk/>
            <pc:sldMk cId="1056074600" sldId="280"/>
            <ac:cxnSpMk id="71" creationId="{F439DB09-C6A5-09C8-F439-6C806F35E2BA}"/>
          </ac:cxnSpMkLst>
        </pc:cxnChg>
        <pc:cxnChg chg="add del mod">
          <ac:chgData name="David Hedengren" userId="658bef35-c023-4c34-ad89-ec78a9d95ca6" providerId="ADAL" clId="{8317C74B-24CA-4633-BE11-49587EB7BA64}" dt="2024-12-09T08:12:45.231" v="971"/>
          <ac:cxnSpMkLst>
            <pc:docMk/>
            <pc:sldMk cId="1056074600" sldId="280"/>
            <ac:cxnSpMk id="73" creationId="{45E87053-4E5A-2DCE-BC03-0E9EF55411DD}"/>
          </ac:cxnSpMkLst>
        </pc:cxnChg>
        <pc:cxnChg chg="add del mod">
          <ac:chgData name="David Hedengren" userId="658bef35-c023-4c34-ad89-ec78a9d95ca6" providerId="ADAL" clId="{8317C74B-24CA-4633-BE11-49587EB7BA64}" dt="2024-12-09T08:12:45.231" v="971"/>
          <ac:cxnSpMkLst>
            <pc:docMk/>
            <pc:sldMk cId="1056074600" sldId="280"/>
            <ac:cxnSpMk id="74" creationId="{0A95607C-36E4-FE0B-BF64-750AE9F72A2A}"/>
          </ac:cxnSpMkLst>
        </pc:cxnChg>
        <pc:cxnChg chg="add del mod">
          <ac:chgData name="David Hedengren" userId="658bef35-c023-4c34-ad89-ec78a9d95ca6" providerId="ADAL" clId="{8317C74B-24CA-4633-BE11-49587EB7BA64}" dt="2024-12-09T08:12:45.231" v="971"/>
          <ac:cxnSpMkLst>
            <pc:docMk/>
            <pc:sldMk cId="1056074600" sldId="280"/>
            <ac:cxnSpMk id="80" creationId="{79375693-E4C5-1158-907B-087B69073C71}"/>
          </ac:cxnSpMkLst>
        </pc:cxnChg>
        <pc:cxnChg chg="add del mod">
          <ac:chgData name="David Hedengren" userId="658bef35-c023-4c34-ad89-ec78a9d95ca6" providerId="ADAL" clId="{8317C74B-24CA-4633-BE11-49587EB7BA64}" dt="2024-12-09T08:12:45.231" v="971"/>
          <ac:cxnSpMkLst>
            <pc:docMk/>
            <pc:sldMk cId="1056074600" sldId="280"/>
            <ac:cxnSpMk id="81" creationId="{98AD48D4-2468-4733-7F00-3211219DA458}"/>
          </ac:cxnSpMkLst>
        </pc:cxnChg>
        <pc:cxnChg chg="add del mod">
          <ac:chgData name="David Hedengren" userId="658bef35-c023-4c34-ad89-ec78a9d95ca6" providerId="ADAL" clId="{8317C74B-24CA-4633-BE11-49587EB7BA64}" dt="2024-12-09T08:12:45.231" v="971"/>
          <ac:cxnSpMkLst>
            <pc:docMk/>
            <pc:sldMk cId="1056074600" sldId="280"/>
            <ac:cxnSpMk id="82" creationId="{4F18B761-3209-CA91-C06F-7DC224735C9A}"/>
          </ac:cxnSpMkLst>
        </pc:cxnChg>
        <pc:cxnChg chg="add del mod">
          <ac:chgData name="David Hedengren" userId="658bef35-c023-4c34-ad89-ec78a9d95ca6" providerId="ADAL" clId="{8317C74B-24CA-4633-BE11-49587EB7BA64}" dt="2024-12-09T08:12:45.231" v="971"/>
          <ac:cxnSpMkLst>
            <pc:docMk/>
            <pc:sldMk cId="1056074600" sldId="280"/>
            <ac:cxnSpMk id="83" creationId="{9768265E-11F5-493F-9D32-22236625A8DB}"/>
          </ac:cxnSpMkLst>
        </pc:cxnChg>
        <pc:cxnChg chg="add del mod">
          <ac:chgData name="David Hedengren" userId="658bef35-c023-4c34-ad89-ec78a9d95ca6" providerId="ADAL" clId="{8317C74B-24CA-4633-BE11-49587EB7BA64}" dt="2024-12-09T08:12:45.231" v="971"/>
          <ac:cxnSpMkLst>
            <pc:docMk/>
            <pc:sldMk cId="1056074600" sldId="280"/>
            <ac:cxnSpMk id="84" creationId="{95161232-A21C-E638-9069-F4DAB2BD38F1}"/>
          </ac:cxnSpMkLst>
        </pc:cxnChg>
        <pc:cxnChg chg="add del mod">
          <ac:chgData name="David Hedengren" userId="658bef35-c023-4c34-ad89-ec78a9d95ca6" providerId="ADAL" clId="{8317C74B-24CA-4633-BE11-49587EB7BA64}" dt="2024-12-09T08:12:45.231" v="971"/>
          <ac:cxnSpMkLst>
            <pc:docMk/>
            <pc:sldMk cId="1056074600" sldId="280"/>
            <ac:cxnSpMk id="87" creationId="{7AAA23B9-BEFE-080A-A4A7-7D6FBEDDFAF4}"/>
          </ac:cxnSpMkLst>
        </pc:cxnChg>
        <pc:cxnChg chg="add del mod">
          <ac:chgData name="David Hedengren" userId="658bef35-c023-4c34-ad89-ec78a9d95ca6" providerId="ADAL" clId="{8317C74B-24CA-4633-BE11-49587EB7BA64}" dt="2024-12-09T08:12:45.231" v="971"/>
          <ac:cxnSpMkLst>
            <pc:docMk/>
            <pc:sldMk cId="1056074600" sldId="280"/>
            <ac:cxnSpMk id="90" creationId="{8D5AC73E-E3C2-2C81-BC45-C9922E660F1A}"/>
          </ac:cxnSpMkLst>
        </pc:cxnChg>
        <pc:cxnChg chg="add del mod">
          <ac:chgData name="David Hedengren" userId="658bef35-c023-4c34-ad89-ec78a9d95ca6" providerId="ADAL" clId="{8317C74B-24CA-4633-BE11-49587EB7BA64}" dt="2024-12-09T08:12:45.231" v="971"/>
          <ac:cxnSpMkLst>
            <pc:docMk/>
            <pc:sldMk cId="1056074600" sldId="280"/>
            <ac:cxnSpMk id="91" creationId="{B2005E6C-A412-2452-FA17-20082A1B8205}"/>
          </ac:cxnSpMkLst>
        </pc:cxnChg>
        <pc:cxnChg chg="add mod">
          <ac:chgData name="David Hedengren" userId="658bef35-c023-4c34-ad89-ec78a9d95ca6" providerId="ADAL" clId="{8317C74B-24CA-4633-BE11-49587EB7BA64}" dt="2024-12-09T08:32:25.737" v="1299" actId="14100"/>
          <ac:cxnSpMkLst>
            <pc:docMk/>
            <pc:sldMk cId="1056074600" sldId="280"/>
            <ac:cxnSpMk id="195" creationId="{5A7A91DC-E014-87E4-5285-94D408309B9B}"/>
          </ac:cxnSpMkLst>
        </pc:cxnChg>
        <pc:cxnChg chg="add mod">
          <ac:chgData name="David Hedengren" userId="658bef35-c023-4c34-ad89-ec78a9d95ca6" providerId="ADAL" clId="{8317C74B-24CA-4633-BE11-49587EB7BA64}" dt="2024-12-09T08:28:48.323" v="1252" actId="1076"/>
          <ac:cxnSpMkLst>
            <pc:docMk/>
            <pc:sldMk cId="1056074600" sldId="280"/>
            <ac:cxnSpMk id="197" creationId="{960908F5-17FA-9964-9DF4-41DF183FD28A}"/>
          </ac:cxnSpMkLst>
        </pc:cxnChg>
        <pc:cxnChg chg="add mod">
          <ac:chgData name="David Hedengren" userId="658bef35-c023-4c34-ad89-ec78a9d95ca6" providerId="ADAL" clId="{8317C74B-24CA-4633-BE11-49587EB7BA64}" dt="2024-12-09T08:32:23.490" v="1298" actId="1076"/>
          <ac:cxnSpMkLst>
            <pc:docMk/>
            <pc:sldMk cId="1056074600" sldId="280"/>
            <ac:cxnSpMk id="202" creationId="{BDBC6FA1-815D-11EE-B0FF-174FD94E6658}"/>
          </ac:cxnSpMkLst>
        </pc:cxnChg>
        <pc:cxnChg chg="add mod">
          <ac:chgData name="David Hedengren" userId="658bef35-c023-4c34-ad89-ec78a9d95ca6" providerId="ADAL" clId="{8317C74B-24CA-4633-BE11-49587EB7BA64}" dt="2024-12-09T08:32:23.490" v="1298" actId="1076"/>
          <ac:cxnSpMkLst>
            <pc:docMk/>
            <pc:sldMk cId="1056074600" sldId="280"/>
            <ac:cxnSpMk id="207" creationId="{51A84B04-D027-CAB4-7C47-11816830CD0F}"/>
          </ac:cxnSpMkLst>
        </pc:cxnChg>
        <pc:cxnChg chg="add mod">
          <ac:chgData name="David Hedengren" userId="658bef35-c023-4c34-ad89-ec78a9d95ca6" providerId="ADAL" clId="{8317C74B-24CA-4633-BE11-49587EB7BA64}" dt="2024-12-09T08:32:33.993" v="1302" actId="14100"/>
          <ac:cxnSpMkLst>
            <pc:docMk/>
            <pc:sldMk cId="1056074600" sldId="280"/>
            <ac:cxnSpMk id="209" creationId="{7E339A5D-FD86-3ADD-4515-0FBA8600DA7A}"/>
          </ac:cxnSpMkLst>
        </pc:cxnChg>
        <pc:cxnChg chg="add mod">
          <ac:chgData name="David Hedengren" userId="658bef35-c023-4c34-ad89-ec78a9d95ca6" providerId="ADAL" clId="{8317C74B-24CA-4633-BE11-49587EB7BA64}" dt="2024-12-09T08:32:50.785" v="1306" actId="14100"/>
          <ac:cxnSpMkLst>
            <pc:docMk/>
            <pc:sldMk cId="1056074600" sldId="280"/>
            <ac:cxnSpMk id="212" creationId="{31F8879E-E9E7-A9B9-D403-0287BB97851B}"/>
          </ac:cxnSpMkLst>
        </pc:cxnChg>
        <pc:cxnChg chg="add mod">
          <ac:chgData name="David Hedengren" userId="658bef35-c023-4c34-ad89-ec78a9d95ca6" providerId="ADAL" clId="{8317C74B-24CA-4633-BE11-49587EB7BA64}" dt="2024-12-09T08:33:47.593" v="1319" actId="14100"/>
          <ac:cxnSpMkLst>
            <pc:docMk/>
            <pc:sldMk cId="1056074600" sldId="280"/>
            <ac:cxnSpMk id="214" creationId="{ED9734DC-C8C7-9062-6FF3-838BFC060F0B}"/>
          </ac:cxnSpMkLst>
        </pc:cxnChg>
        <pc:cxnChg chg="add mod">
          <ac:chgData name="David Hedengren" userId="658bef35-c023-4c34-ad89-ec78a9d95ca6" providerId="ADAL" clId="{8317C74B-24CA-4633-BE11-49587EB7BA64}" dt="2024-12-09T08:33:50.897" v="1321" actId="14100"/>
          <ac:cxnSpMkLst>
            <pc:docMk/>
            <pc:sldMk cId="1056074600" sldId="280"/>
            <ac:cxnSpMk id="216" creationId="{AD11CB32-0873-849F-FF82-6500186A0C5A}"/>
          </ac:cxnSpMkLst>
        </pc:cxnChg>
        <pc:cxnChg chg="add mod">
          <ac:chgData name="David Hedengren" userId="658bef35-c023-4c34-ad89-ec78a9d95ca6" providerId="ADAL" clId="{8317C74B-24CA-4633-BE11-49587EB7BA64}" dt="2024-12-09T08:33:38.629" v="1317" actId="1076"/>
          <ac:cxnSpMkLst>
            <pc:docMk/>
            <pc:sldMk cId="1056074600" sldId="280"/>
            <ac:cxnSpMk id="218" creationId="{5F698678-41AF-33CD-811F-7ED176FD5292}"/>
          </ac:cxnSpMkLst>
        </pc:cxnChg>
        <pc:cxnChg chg="add mod">
          <ac:chgData name="David Hedengren" userId="658bef35-c023-4c34-ad89-ec78a9d95ca6" providerId="ADAL" clId="{8317C74B-24CA-4633-BE11-49587EB7BA64}" dt="2024-12-09T08:33:38.629" v="1317" actId="1076"/>
          <ac:cxnSpMkLst>
            <pc:docMk/>
            <pc:sldMk cId="1056074600" sldId="280"/>
            <ac:cxnSpMk id="221" creationId="{9CDA4B2D-357D-8912-15A0-364EB3960D36}"/>
          </ac:cxnSpMkLst>
        </pc:cxnChg>
        <pc:cxnChg chg="add mod">
          <ac:chgData name="David Hedengren" userId="658bef35-c023-4c34-ad89-ec78a9d95ca6" providerId="ADAL" clId="{8317C74B-24CA-4633-BE11-49587EB7BA64}" dt="2024-12-09T08:33:38.629" v="1317" actId="1076"/>
          <ac:cxnSpMkLst>
            <pc:docMk/>
            <pc:sldMk cId="1056074600" sldId="280"/>
            <ac:cxnSpMk id="224" creationId="{E8B6B307-A965-50A6-4A93-556EB693D902}"/>
          </ac:cxnSpMkLst>
        </pc:cxnChg>
        <pc:cxnChg chg="add mod">
          <ac:chgData name="David Hedengren" userId="658bef35-c023-4c34-ad89-ec78a9d95ca6" providerId="ADAL" clId="{8317C74B-24CA-4633-BE11-49587EB7BA64}" dt="2024-12-09T08:33:24.530" v="1314" actId="1076"/>
          <ac:cxnSpMkLst>
            <pc:docMk/>
            <pc:sldMk cId="1056074600" sldId="280"/>
            <ac:cxnSpMk id="227" creationId="{CD35324D-ACE5-411A-E93E-564535C9A108}"/>
          </ac:cxnSpMkLst>
        </pc:cxnChg>
        <pc:cxnChg chg="add mod">
          <ac:chgData name="David Hedengren" userId="658bef35-c023-4c34-ad89-ec78a9d95ca6" providerId="ADAL" clId="{8317C74B-24CA-4633-BE11-49587EB7BA64}" dt="2024-12-09T08:33:24.530" v="1314" actId="1076"/>
          <ac:cxnSpMkLst>
            <pc:docMk/>
            <pc:sldMk cId="1056074600" sldId="280"/>
            <ac:cxnSpMk id="229" creationId="{D4B52536-4CC6-CCC3-D5BF-E55ED832C3FF}"/>
          </ac:cxnSpMkLst>
        </pc:cxnChg>
        <pc:cxnChg chg="add mod">
          <ac:chgData name="David Hedengren" userId="658bef35-c023-4c34-ad89-ec78a9d95ca6" providerId="ADAL" clId="{8317C74B-24CA-4633-BE11-49587EB7BA64}" dt="2024-12-09T08:33:38.629" v="1317" actId="1076"/>
          <ac:cxnSpMkLst>
            <pc:docMk/>
            <pc:sldMk cId="1056074600" sldId="280"/>
            <ac:cxnSpMk id="258" creationId="{22A94BA5-B036-77B9-66D9-F6B67C89DE55}"/>
          </ac:cxnSpMkLst>
        </pc:cxnChg>
        <pc:cxnChg chg="add mod">
          <ac:chgData name="David Hedengren" userId="658bef35-c023-4c34-ad89-ec78a9d95ca6" providerId="ADAL" clId="{8317C74B-24CA-4633-BE11-49587EB7BA64}" dt="2024-12-09T08:33:38.629" v="1317" actId="1076"/>
          <ac:cxnSpMkLst>
            <pc:docMk/>
            <pc:sldMk cId="1056074600" sldId="280"/>
            <ac:cxnSpMk id="260" creationId="{7D338047-11A0-4355-D563-9325EC89E1DB}"/>
          </ac:cxnSpMkLst>
        </pc:cxnChg>
        <pc:cxnChg chg="add mod">
          <ac:chgData name="David Hedengren" userId="658bef35-c023-4c34-ad89-ec78a9d95ca6" providerId="ADAL" clId="{8317C74B-24CA-4633-BE11-49587EB7BA64}" dt="2024-12-09T08:33:38.629" v="1317" actId="1076"/>
          <ac:cxnSpMkLst>
            <pc:docMk/>
            <pc:sldMk cId="1056074600" sldId="280"/>
            <ac:cxnSpMk id="263" creationId="{E62B8C6E-78AA-A1E9-E4A3-F8520EBA5918}"/>
          </ac:cxnSpMkLst>
        </pc:cxnChg>
        <pc:cxnChg chg="add mod">
          <ac:chgData name="David Hedengren" userId="658bef35-c023-4c34-ad89-ec78a9d95ca6" providerId="ADAL" clId="{8317C74B-24CA-4633-BE11-49587EB7BA64}" dt="2024-12-09T08:33:38.629" v="1317" actId="1076"/>
          <ac:cxnSpMkLst>
            <pc:docMk/>
            <pc:sldMk cId="1056074600" sldId="280"/>
            <ac:cxnSpMk id="265" creationId="{DD60284D-93B4-4CE0-B844-7D36203D6AF3}"/>
          </ac:cxnSpMkLst>
        </pc:cxnChg>
        <pc:cxnChg chg="add mod">
          <ac:chgData name="David Hedengren" userId="658bef35-c023-4c34-ad89-ec78a9d95ca6" providerId="ADAL" clId="{8317C74B-24CA-4633-BE11-49587EB7BA64}" dt="2024-12-09T08:33:38.629" v="1317" actId="1076"/>
          <ac:cxnSpMkLst>
            <pc:docMk/>
            <pc:sldMk cId="1056074600" sldId="280"/>
            <ac:cxnSpMk id="269" creationId="{0706B124-C64B-F23D-92DF-5F7CDF1FEAFD}"/>
          </ac:cxnSpMkLst>
        </pc:cxnChg>
        <pc:cxnChg chg="add mod">
          <ac:chgData name="David Hedengren" userId="658bef35-c023-4c34-ad89-ec78a9d95ca6" providerId="ADAL" clId="{8317C74B-24CA-4633-BE11-49587EB7BA64}" dt="2024-12-09T08:33:38.629" v="1317" actId="1076"/>
          <ac:cxnSpMkLst>
            <pc:docMk/>
            <pc:sldMk cId="1056074600" sldId="280"/>
            <ac:cxnSpMk id="270" creationId="{5DACBAC6-EF65-437F-068E-403625C8A56B}"/>
          </ac:cxnSpMkLst>
        </pc:cxnChg>
        <pc:cxnChg chg="add mod">
          <ac:chgData name="David Hedengren" userId="658bef35-c023-4c34-ad89-ec78a9d95ca6" providerId="ADAL" clId="{8317C74B-24CA-4633-BE11-49587EB7BA64}" dt="2024-12-09T08:33:38.629" v="1317" actId="1076"/>
          <ac:cxnSpMkLst>
            <pc:docMk/>
            <pc:sldMk cId="1056074600" sldId="280"/>
            <ac:cxnSpMk id="272" creationId="{1E51749A-59C0-9D17-B029-4814A6A77F50}"/>
          </ac:cxnSpMkLst>
        </pc:cxnChg>
        <pc:cxnChg chg="add mod">
          <ac:chgData name="David Hedengren" userId="658bef35-c023-4c34-ad89-ec78a9d95ca6" providerId="ADAL" clId="{8317C74B-24CA-4633-BE11-49587EB7BA64}" dt="2024-12-09T08:33:38.629" v="1317" actId="1076"/>
          <ac:cxnSpMkLst>
            <pc:docMk/>
            <pc:sldMk cId="1056074600" sldId="280"/>
            <ac:cxnSpMk id="273" creationId="{03AA231A-6DCE-C205-48B0-DBB80B6DF07E}"/>
          </ac:cxnSpMkLst>
        </pc:cxnChg>
      </pc:sldChg>
      <pc:sldChg chg="addSp delSp modSp new mod modAnim">
        <pc:chgData name="David Hedengren" userId="658bef35-c023-4c34-ad89-ec78a9d95ca6" providerId="ADAL" clId="{8317C74B-24CA-4633-BE11-49587EB7BA64}" dt="2024-12-09T19:55:45.502" v="2659" actId="20577"/>
        <pc:sldMkLst>
          <pc:docMk/>
          <pc:sldMk cId="3880573560" sldId="281"/>
        </pc:sldMkLst>
        <pc:spChg chg="add mod">
          <ac:chgData name="David Hedengren" userId="658bef35-c023-4c34-ad89-ec78a9d95ca6" providerId="ADAL" clId="{8317C74B-24CA-4633-BE11-49587EB7BA64}" dt="2024-12-09T08:41:50.488" v="1349" actId="20577"/>
          <ac:spMkLst>
            <pc:docMk/>
            <pc:sldMk cId="3880573560" sldId="281"/>
            <ac:spMk id="2" creationId="{25DF456A-1874-50EF-F160-5D7EA33D7D3B}"/>
          </ac:spMkLst>
        </pc:spChg>
        <pc:spChg chg="add mod">
          <ac:chgData name="David Hedengren" userId="658bef35-c023-4c34-ad89-ec78a9d95ca6" providerId="ADAL" clId="{8317C74B-24CA-4633-BE11-49587EB7BA64}" dt="2024-12-09T09:29:51.996" v="1828" actId="1035"/>
          <ac:spMkLst>
            <pc:docMk/>
            <pc:sldMk cId="3880573560" sldId="281"/>
            <ac:spMk id="3" creationId="{AACDD34A-AF08-351C-35F9-D36DE79B528B}"/>
          </ac:spMkLst>
        </pc:spChg>
        <pc:spChg chg="add mod">
          <ac:chgData name="David Hedengren" userId="658bef35-c023-4c34-ad89-ec78a9d95ca6" providerId="ADAL" clId="{8317C74B-24CA-4633-BE11-49587EB7BA64}" dt="2024-12-09T09:29:51.996" v="1828" actId="1035"/>
          <ac:spMkLst>
            <pc:docMk/>
            <pc:sldMk cId="3880573560" sldId="281"/>
            <ac:spMk id="4" creationId="{A5C77198-E2E8-9682-6EA8-4EE201784633}"/>
          </ac:spMkLst>
        </pc:spChg>
        <pc:spChg chg="add mod">
          <ac:chgData name="David Hedengren" userId="658bef35-c023-4c34-ad89-ec78a9d95ca6" providerId="ADAL" clId="{8317C74B-24CA-4633-BE11-49587EB7BA64}" dt="2024-12-09T09:29:51.996" v="1828" actId="1035"/>
          <ac:spMkLst>
            <pc:docMk/>
            <pc:sldMk cId="3880573560" sldId="281"/>
            <ac:spMk id="5" creationId="{D2557946-ACE1-7116-1457-096B87DE292E}"/>
          </ac:spMkLst>
        </pc:spChg>
        <pc:spChg chg="add mod">
          <ac:chgData name="David Hedengren" userId="658bef35-c023-4c34-ad89-ec78a9d95ca6" providerId="ADAL" clId="{8317C74B-24CA-4633-BE11-49587EB7BA64}" dt="2024-12-09T09:29:51.996" v="1828" actId="1035"/>
          <ac:spMkLst>
            <pc:docMk/>
            <pc:sldMk cId="3880573560" sldId="281"/>
            <ac:spMk id="6" creationId="{DADCE06C-8CBA-D168-C8CA-FDB45FACEBA5}"/>
          </ac:spMkLst>
        </pc:spChg>
        <pc:spChg chg="add mod">
          <ac:chgData name="David Hedengren" userId="658bef35-c023-4c34-ad89-ec78a9d95ca6" providerId="ADAL" clId="{8317C74B-24CA-4633-BE11-49587EB7BA64}" dt="2024-12-09T09:29:51.996" v="1828" actId="1035"/>
          <ac:spMkLst>
            <pc:docMk/>
            <pc:sldMk cId="3880573560" sldId="281"/>
            <ac:spMk id="7" creationId="{9B8606DE-E78F-F52F-2201-5E821F7B45A3}"/>
          </ac:spMkLst>
        </pc:spChg>
        <pc:spChg chg="add mod">
          <ac:chgData name="David Hedengren" userId="658bef35-c023-4c34-ad89-ec78a9d95ca6" providerId="ADAL" clId="{8317C74B-24CA-4633-BE11-49587EB7BA64}" dt="2024-12-09T09:29:51.996" v="1828" actId="1035"/>
          <ac:spMkLst>
            <pc:docMk/>
            <pc:sldMk cId="3880573560" sldId="281"/>
            <ac:spMk id="8" creationId="{D1BE85D7-7695-AAB9-7FF1-27E5AFBA6CD0}"/>
          </ac:spMkLst>
        </pc:spChg>
        <pc:spChg chg="add mod">
          <ac:chgData name="David Hedengren" userId="658bef35-c023-4c34-ad89-ec78a9d95ca6" providerId="ADAL" clId="{8317C74B-24CA-4633-BE11-49587EB7BA64}" dt="2024-12-09T09:29:51.996" v="1828" actId="1035"/>
          <ac:spMkLst>
            <pc:docMk/>
            <pc:sldMk cId="3880573560" sldId="281"/>
            <ac:spMk id="9" creationId="{73AAD4C3-C1B4-CC37-A7DE-9D62A0346308}"/>
          </ac:spMkLst>
        </pc:spChg>
        <pc:spChg chg="add mod">
          <ac:chgData name="David Hedengren" userId="658bef35-c023-4c34-ad89-ec78a9d95ca6" providerId="ADAL" clId="{8317C74B-24CA-4633-BE11-49587EB7BA64}" dt="2024-12-09T09:29:51.996" v="1828" actId="1035"/>
          <ac:spMkLst>
            <pc:docMk/>
            <pc:sldMk cId="3880573560" sldId="281"/>
            <ac:spMk id="10" creationId="{21B15821-3A45-D12B-09C8-D33DBFB7848B}"/>
          </ac:spMkLst>
        </pc:spChg>
        <pc:spChg chg="add mod">
          <ac:chgData name="David Hedengren" userId="658bef35-c023-4c34-ad89-ec78a9d95ca6" providerId="ADAL" clId="{8317C74B-24CA-4633-BE11-49587EB7BA64}" dt="2024-12-09T09:29:51.996" v="1828" actId="1035"/>
          <ac:spMkLst>
            <pc:docMk/>
            <pc:sldMk cId="3880573560" sldId="281"/>
            <ac:spMk id="11" creationId="{4C30E437-8BAC-B443-4A7A-624BAEA6E578}"/>
          </ac:spMkLst>
        </pc:spChg>
        <pc:spChg chg="add mod">
          <ac:chgData name="David Hedengren" userId="658bef35-c023-4c34-ad89-ec78a9d95ca6" providerId="ADAL" clId="{8317C74B-24CA-4633-BE11-49587EB7BA64}" dt="2024-12-09T19:55:14.111" v="2657" actId="20577"/>
          <ac:spMkLst>
            <pc:docMk/>
            <pc:sldMk cId="3880573560" sldId="281"/>
            <ac:spMk id="12" creationId="{7931D5C8-47E7-BE58-77D5-B1DF43069763}"/>
          </ac:spMkLst>
        </pc:spChg>
        <pc:spChg chg="add mod">
          <ac:chgData name="David Hedengren" userId="658bef35-c023-4c34-ad89-ec78a9d95ca6" providerId="ADAL" clId="{8317C74B-24CA-4633-BE11-49587EB7BA64}" dt="2024-12-09T19:55:43.592" v="2658" actId="20577"/>
          <ac:spMkLst>
            <pc:docMk/>
            <pc:sldMk cId="3880573560" sldId="281"/>
            <ac:spMk id="13" creationId="{8F51C8B9-5363-214D-7DED-32E656D28530}"/>
          </ac:spMkLst>
        </pc:spChg>
        <pc:spChg chg="add mod">
          <ac:chgData name="David Hedengren" userId="658bef35-c023-4c34-ad89-ec78a9d95ca6" providerId="ADAL" clId="{8317C74B-24CA-4633-BE11-49587EB7BA64}" dt="2024-12-09T19:55:45.502" v="2659" actId="20577"/>
          <ac:spMkLst>
            <pc:docMk/>
            <pc:sldMk cId="3880573560" sldId="281"/>
            <ac:spMk id="14" creationId="{92D39E0F-D847-3D4C-A6AD-927423247646}"/>
          </ac:spMkLst>
        </pc:spChg>
        <pc:spChg chg="add mod">
          <ac:chgData name="David Hedengren" userId="658bef35-c023-4c34-ad89-ec78a9d95ca6" providerId="ADAL" clId="{8317C74B-24CA-4633-BE11-49587EB7BA64}" dt="2024-12-09T09:29:51.996" v="1828" actId="1035"/>
          <ac:spMkLst>
            <pc:docMk/>
            <pc:sldMk cId="3880573560" sldId="281"/>
            <ac:spMk id="15" creationId="{65006D7A-2BB9-2643-2A9E-5044C69DE154}"/>
          </ac:spMkLst>
        </pc:spChg>
        <pc:picChg chg="add del mod">
          <ac:chgData name="David Hedengren" userId="658bef35-c023-4c34-ad89-ec78a9d95ca6" providerId="ADAL" clId="{8317C74B-24CA-4633-BE11-49587EB7BA64}" dt="2024-12-09T19:50:37.520" v="2403" actId="22"/>
          <ac:picMkLst>
            <pc:docMk/>
            <pc:sldMk cId="3880573560" sldId="281"/>
            <ac:picMk id="17" creationId="{FE77D9B9-36A8-ECBD-AF1F-1C1464FBD6BF}"/>
          </ac:picMkLst>
        </pc:picChg>
      </pc:sldChg>
      <pc:sldChg chg="modSp add mod">
        <pc:chgData name="David Hedengren" userId="658bef35-c023-4c34-ad89-ec78a9d95ca6" providerId="ADAL" clId="{8317C74B-24CA-4633-BE11-49587EB7BA64}" dt="2024-12-10T14:36:08.556" v="2706" actId="20577"/>
        <pc:sldMkLst>
          <pc:docMk/>
          <pc:sldMk cId="541563152" sldId="282"/>
        </pc:sldMkLst>
        <pc:spChg chg="mod">
          <ac:chgData name="David Hedengren" userId="658bef35-c023-4c34-ad89-ec78a9d95ca6" providerId="ADAL" clId="{8317C74B-24CA-4633-BE11-49587EB7BA64}" dt="2024-12-09T19:59:38.277" v="2674" actId="20577"/>
          <ac:spMkLst>
            <pc:docMk/>
            <pc:sldMk cId="541563152" sldId="282"/>
            <ac:spMk id="144" creationId="{4CD033C9-93CE-1F61-ACC5-DFE64E92863D}"/>
          </ac:spMkLst>
        </pc:spChg>
        <pc:spChg chg="mod">
          <ac:chgData name="David Hedengren" userId="658bef35-c023-4c34-ad89-ec78a9d95ca6" providerId="ADAL" clId="{8317C74B-24CA-4633-BE11-49587EB7BA64}" dt="2024-12-10T14:36:08.556" v="2706" actId="20577"/>
          <ac:spMkLst>
            <pc:docMk/>
            <pc:sldMk cId="541563152" sldId="282"/>
            <ac:spMk id="147" creationId="{FCEF75C2-84CF-6730-9343-05B6B3555563}"/>
          </ac:spMkLst>
        </pc:spChg>
        <pc:spChg chg="mod">
          <ac:chgData name="David Hedengren" userId="658bef35-c023-4c34-ad89-ec78a9d95ca6" providerId="ADAL" clId="{8317C74B-24CA-4633-BE11-49587EB7BA64}" dt="2024-12-09T19:59:38.601" v="2675" actId="6549"/>
          <ac:spMkLst>
            <pc:docMk/>
            <pc:sldMk cId="541563152" sldId="282"/>
            <ac:spMk id="149" creationId="{591B23E5-A1A6-10A2-2CE7-5E2084A3BB36}"/>
          </ac:spMkLst>
        </pc:spChg>
        <pc:spChg chg="mod">
          <ac:chgData name="David Hedengren" userId="658bef35-c023-4c34-ad89-ec78a9d95ca6" providerId="ADAL" clId="{8317C74B-24CA-4633-BE11-49587EB7BA64}" dt="2024-12-09T19:59:38.936" v="2676" actId="6549"/>
          <ac:spMkLst>
            <pc:docMk/>
            <pc:sldMk cId="541563152" sldId="282"/>
            <ac:spMk id="151" creationId="{04F4834B-E356-D7EA-1B2A-6BEE63EC898F}"/>
          </ac:spMkLst>
        </pc:spChg>
        <pc:spChg chg="mod">
          <ac:chgData name="David Hedengren" userId="658bef35-c023-4c34-ad89-ec78a9d95ca6" providerId="ADAL" clId="{8317C74B-24CA-4633-BE11-49587EB7BA64}" dt="2024-12-09T19:59:36.482" v="2672" actId="6549"/>
          <ac:spMkLst>
            <pc:docMk/>
            <pc:sldMk cId="541563152" sldId="282"/>
            <ac:spMk id="157" creationId="{30F94F03-6A43-297C-BB10-6BE3EE5F8E6C}"/>
          </ac:spMkLst>
        </pc:spChg>
      </pc:sldChg>
      <pc:sldChg chg="delSp modSp add mod ord delAnim">
        <pc:chgData name="David Hedengren" userId="658bef35-c023-4c34-ad89-ec78a9d95ca6" providerId="ADAL" clId="{8317C74B-24CA-4633-BE11-49587EB7BA64}" dt="2024-12-09T20:00:13.800" v="2702"/>
        <pc:sldMkLst>
          <pc:docMk/>
          <pc:sldMk cId="567126150" sldId="283"/>
        </pc:sldMkLst>
        <pc:spChg chg="del mod">
          <ac:chgData name="David Hedengren" userId="658bef35-c023-4c34-ad89-ec78a9d95ca6" providerId="ADAL" clId="{8317C74B-24CA-4633-BE11-49587EB7BA64}" dt="2024-12-09T19:59:59.548" v="2685"/>
          <ac:spMkLst>
            <pc:docMk/>
            <pc:sldMk cId="567126150" sldId="283"/>
            <ac:spMk id="144" creationId="{4CD033C9-93CE-1F61-ACC5-DFE64E92863D}"/>
          </ac:spMkLst>
        </pc:spChg>
        <pc:spChg chg="del mod">
          <ac:chgData name="David Hedengren" userId="658bef35-c023-4c34-ad89-ec78a9d95ca6" providerId="ADAL" clId="{8317C74B-24CA-4633-BE11-49587EB7BA64}" dt="2024-12-09T20:00:13.797" v="2696"/>
          <ac:spMkLst>
            <pc:docMk/>
            <pc:sldMk cId="567126150" sldId="283"/>
            <ac:spMk id="147" creationId="{FCEF75C2-84CF-6730-9343-05B6B3555563}"/>
          </ac:spMkLst>
        </pc:spChg>
        <pc:spChg chg="del mod">
          <ac:chgData name="David Hedengren" userId="658bef35-c023-4c34-ad89-ec78a9d95ca6" providerId="ADAL" clId="{8317C74B-24CA-4633-BE11-49587EB7BA64}" dt="2024-12-09T19:59:59.548" v="2689"/>
          <ac:spMkLst>
            <pc:docMk/>
            <pc:sldMk cId="567126150" sldId="283"/>
            <ac:spMk id="149" creationId="{591B23E5-A1A6-10A2-2CE7-5E2084A3BB36}"/>
          </ac:spMkLst>
        </pc:spChg>
        <pc:spChg chg="del mod">
          <ac:chgData name="David Hedengren" userId="658bef35-c023-4c34-ad89-ec78a9d95ca6" providerId="ADAL" clId="{8317C74B-24CA-4633-BE11-49587EB7BA64}" dt="2024-12-09T19:59:59.548" v="2687"/>
          <ac:spMkLst>
            <pc:docMk/>
            <pc:sldMk cId="567126150" sldId="283"/>
            <ac:spMk id="151" creationId="{04F4834B-E356-D7EA-1B2A-6BEE63EC898F}"/>
          </ac:spMkLst>
        </pc:spChg>
        <pc:spChg chg="del mod">
          <ac:chgData name="David Hedengren" userId="658bef35-c023-4c34-ad89-ec78a9d95ca6" providerId="ADAL" clId="{8317C74B-24CA-4633-BE11-49587EB7BA64}" dt="2024-12-09T20:00:13.799" v="2700"/>
          <ac:spMkLst>
            <pc:docMk/>
            <pc:sldMk cId="567126150" sldId="283"/>
            <ac:spMk id="153" creationId="{4ECC7EA0-F461-FCBF-D4CA-64027C71B9CD}"/>
          </ac:spMkLst>
        </pc:spChg>
        <pc:spChg chg="del mod">
          <ac:chgData name="David Hedengren" userId="658bef35-c023-4c34-ad89-ec78a9d95ca6" providerId="ADAL" clId="{8317C74B-24CA-4633-BE11-49587EB7BA64}" dt="2024-12-09T20:00:13.800" v="2702"/>
          <ac:spMkLst>
            <pc:docMk/>
            <pc:sldMk cId="567126150" sldId="283"/>
            <ac:spMk id="155" creationId="{BB381C2F-A147-6FEC-BE02-7B09037DD799}"/>
          </ac:spMkLst>
        </pc:spChg>
        <pc:spChg chg="del mod">
          <ac:chgData name="David Hedengren" userId="658bef35-c023-4c34-ad89-ec78a9d95ca6" providerId="ADAL" clId="{8317C74B-24CA-4633-BE11-49587EB7BA64}" dt="2024-12-09T20:00:13.799" v="2698"/>
          <ac:spMkLst>
            <pc:docMk/>
            <pc:sldMk cId="567126150" sldId="283"/>
            <ac:spMk id="157" creationId="{30F94F03-6A43-297C-BB10-6BE3EE5F8E6C}"/>
          </ac:spMkLst>
        </pc:spChg>
        <pc:cxnChg chg="del">
          <ac:chgData name="David Hedengren" userId="658bef35-c023-4c34-ad89-ec78a9d95ca6" providerId="ADAL" clId="{8317C74B-24CA-4633-BE11-49587EB7BA64}" dt="2024-12-09T19:59:59.548" v="2683" actId="478"/>
          <ac:cxnSpMkLst>
            <pc:docMk/>
            <pc:sldMk cId="567126150" sldId="283"/>
            <ac:cxnSpMk id="134" creationId="{C4D6017C-F08C-0A47-04B9-96BC4DECB673}"/>
          </ac:cxnSpMkLst>
        </pc:cxnChg>
        <pc:cxnChg chg="del">
          <ac:chgData name="David Hedengren" userId="658bef35-c023-4c34-ad89-ec78a9d95ca6" providerId="ADAL" clId="{8317C74B-24CA-4633-BE11-49587EB7BA64}" dt="2024-12-09T20:00:01.180" v="2690" actId="478"/>
          <ac:cxnSpMkLst>
            <pc:docMk/>
            <pc:sldMk cId="567126150" sldId="283"/>
            <ac:cxnSpMk id="135" creationId="{C0F97E3B-8CB2-D735-BB9A-24BADBD18067}"/>
          </ac:cxnSpMkLst>
        </pc:cxnChg>
      </pc:sldChg>
    </pc:docChg>
  </pc:docChgLst>
  <pc:docChgLst>
    <pc:chgData name="David Hedengren" userId="658bef35-c023-4c34-ad89-ec78a9d95ca6" providerId="ADAL" clId="{FBAF32F6-F88B-4240-8933-014DB28A2515}"/>
    <pc:docChg chg="undo custSel addSld delSld modSld sldOrd modMainMaster">
      <pc:chgData name="David Hedengren" userId="658bef35-c023-4c34-ad89-ec78a9d95ca6" providerId="ADAL" clId="{FBAF32F6-F88B-4240-8933-014DB28A2515}" dt="2024-09-04T12:43:31.659" v="6106" actId="1076"/>
      <pc:docMkLst>
        <pc:docMk/>
      </pc:docMkLst>
      <pc:sldChg chg="addSp delSp modSp mod modAnim">
        <pc:chgData name="David Hedengren" userId="658bef35-c023-4c34-ad89-ec78a9d95ca6" providerId="ADAL" clId="{FBAF32F6-F88B-4240-8933-014DB28A2515}" dt="2024-09-04T07:21:53.884" v="5447"/>
        <pc:sldMkLst>
          <pc:docMk/>
          <pc:sldMk cId="3841091875" sldId="256"/>
        </pc:sldMkLst>
        <pc:spChg chg="add mod">
          <ac:chgData name="David Hedengren" userId="658bef35-c023-4c34-ad89-ec78a9d95ca6" providerId="ADAL" clId="{FBAF32F6-F88B-4240-8933-014DB28A2515}" dt="2024-09-03T06:23:16.823" v="249" actId="1076"/>
          <ac:spMkLst>
            <pc:docMk/>
            <pc:sldMk cId="3841091875" sldId="256"/>
            <ac:spMk id="4" creationId="{C25E4549-BBE3-372A-116E-C29B9C362EBD}"/>
          </ac:spMkLst>
        </pc:spChg>
        <pc:spChg chg="add del mod">
          <ac:chgData name="David Hedengren" userId="658bef35-c023-4c34-ad89-ec78a9d95ca6" providerId="ADAL" clId="{FBAF32F6-F88B-4240-8933-014DB28A2515}" dt="2024-09-03T06:46:03.524" v="637" actId="20577"/>
          <ac:spMkLst>
            <pc:docMk/>
            <pc:sldMk cId="3841091875" sldId="256"/>
            <ac:spMk id="7" creationId="{5345FC4B-39BE-3D74-CC41-057129798FA9}"/>
          </ac:spMkLst>
        </pc:spChg>
        <pc:spChg chg="add del mod">
          <ac:chgData name="David Hedengren" userId="658bef35-c023-4c34-ad89-ec78a9d95ca6" providerId="ADAL" clId="{FBAF32F6-F88B-4240-8933-014DB28A2515}" dt="2024-09-03T06:22:11.690" v="189" actId="478"/>
          <ac:spMkLst>
            <pc:docMk/>
            <pc:sldMk cId="3841091875" sldId="256"/>
            <ac:spMk id="8" creationId="{50CDCCD7-6AB7-BA40-59B3-CFECA9BEE3C3}"/>
          </ac:spMkLst>
        </pc:spChg>
        <pc:spChg chg="add del mod">
          <ac:chgData name="David Hedengren" userId="658bef35-c023-4c34-ad89-ec78a9d95ca6" providerId="ADAL" clId="{FBAF32F6-F88B-4240-8933-014DB28A2515}" dt="2024-09-03T06:30:42.054" v="377" actId="478"/>
          <ac:spMkLst>
            <pc:docMk/>
            <pc:sldMk cId="3841091875" sldId="256"/>
            <ac:spMk id="9" creationId="{6288D83C-49EF-779E-23CE-3F7F2AA0DCE1}"/>
          </ac:spMkLst>
        </pc:spChg>
        <pc:spChg chg="add mod">
          <ac:chgData name="David Hedengren" userId="658bef35-c023-4c34-ad89-ec78a9d95ca6" providerId="ADAL" clId="{FBAF32F6-F88B-4240-8933-014DB28A2515}" dt="2024-09-03T06:47:00.726" v="822" actId="1076"/>
          <ac:spMkLst>
            <pc:docMk/>
            <pc:sldMk cId="3841091875" sldId="256"/>
            <ac:spMk id="10" creationId="{543AEB6F-B047-2DAF-475D-4D111E27656A}"/>
          </ac:spMkLst>
        </pc:spChg>
        <pc:spChg chg="add mod">
          <ac:chgData name="David Hedengren" userId="658bef35-c023-4c34-ad89-ec78a9d95ca6" providerId="ADAL" clId="{FBAF32F6-F88B-4240-8933-014DB28A2515}" dt="2024-09-03T06:41:06.707" v="579" actId="1076"/>
          <ac:spMkLst>
            <pc:docMk/>
            <pc:sldMk cId="3841091875" sldId="256"/>
            <ac:spMk id="11" creationId="{3C7E1405-DCA2-5D4A-F30B-0ECF52C4D20D}"/>
          </ac:spMkLst>
        </pc:spChg>
        <pc:picChg chg="add mod">
          <ac:chgData name="David Hedengren" userId="658bef35-c023-4c34-ad89-ec78a9d95ca6" providerId="ADAL" clId="{FBAF32F6-F88B-4240-8933-014DB28A2515}" dt="2024-09-03T06:18:02.693" v="53" actId="14100"/>
          <ac:picMkLst>
            <pc:docMk/>
            <pc:sldMk cId="3841091875" sldId="256"/>
            <ac:picMk id="5" creationId="{DA3C44F3-CB28-2CED-F441-8CDD59794917}"/>
          </ac:picMkLst>
        </pc:picChg>
      </pc:sldChg>
      <pc:sldChg chg="addSp delSp modSp mod ord">
        <pc:chgData name="David Hedengren" userId="658bef35-c023-4c34-ad89-ec78a9d95ca6" providerId="ADAL" clId="{FBAF32F6-F88B-4240-8933-014DB28A2515}" dt="2024-09-03T06:16:59.562" v="47" actId="14100"/>
        <pc:sldMkLst>
          <pc:docMk/>
          <pc:sldMk cId="0" sldId="257"/>
        </pc:sldMkLst>
        <pc:spChg chg="del">
          <ac:chgData name="David Hedengren" userId="658bef35-c023-4c34-ad89-ec78a9d95ca6" providerId="ADAL" clId="{FBAF32F6-F88B-4240-8933-014DB28A2515}" dt="2024-09-03T06:14:25.561" v="35" actId="478"/>
          <ac:spMkLst>
            <pc:docMk/>
            <pc:sldMk cId="0" sldId="257"/>
            <ac:spMk id="3" creationId="{00000000-0000-0000-0000-000000000000}"/>
          </ac:spMkLst>
        </pc:spChg>
        <pc:spChg chg="mod">
          <ac:chgData name="David Hedengren" userId="658bef35-c023-4c34-ad89-ec78a9d95ca6" providerId="ADAL" clId="{FBAF32F6-F88B-4240-8933-014DB28A2515}" dt="2024-09-03T06:16:05.704" v="41" actId="1076"/>
          <ac:spMkLst>
            <pc:docMk/>
            <pc:sldMk cId="0" sldId="257"/>
            <ac:spMk id="5" creationId="{00000000-0000-0000-0000-000000000000}"/>
          </ac:spMkLst>
        </pc:spChg>
        <pc:spChg chg="del">
          <ac:chgData name="David Hedengren" userId="658bef35-c023-4c34-ad89-ec78a9d95ca6" providerId="ADAL" clId="{FBAF32F6-F88B-4240-8933-014DB28A2515}" dt="2024-09-03T06:16:03.279" v="40" actId="478"/>
          <ac:spMkLst>
            <pc:docMk/>
            <pc:sldMk cId="0" sldId="257"/>
            <ac:spMk id="12" creationId="{12BF0673-0BB0-361E-2261-73A5E26F27DC}"/>
          </ac:spMkLst>
        </pc:spChg>
        <pc:picChg chg="del">
          <ac:chgData name="David Hedengren" userId="658bef35-c023-4c34-ad89-ec78a9d95ca6" providerId="ADAL" clId="{FBAF32F6-F88B-4240-8933-014DB28A2515}" dt="2024-09-03T06:14:26.203" v="36" actId="478"/>
          <ac:picMkLst>
            <pc:docMk/>
            <pc:sldMk cId="0" sldId="257"/>
            <ac:picMk id="2" creationId="{00000000-0000-0000-0000-000000000000}"/>
          </ac:picMkLst>
        </pc:picChg>
        <pc:picChg chg="del">
          <ac:chgData name="David Hedengren" userId="658bef35-c023-4c34-ad89-ec78a9d95ca6" providerId="ADAL" clId="{FBAF32F6-F88B-4240-8933-014DB28A2515}" dt="2024-09-03T06:16:41.550" v="42" actId="478"/>
          <ac:picMkLst>
            <pc:docMk/>
            <pc:sldMk cId="0" sldId="257"/>
            <ac:picMk id="4" creationId="{00000000-0000-0000-0000-000000000000}"/>
          </ac:picMkLst>
        </pc:picChg>
        <pc:picChg chg="add mod">
          <ac:chgData name="David Hedengren" userId="658bef35-c023-4c34-ad89-ec78a9d95ca6" providerId="ADAL" clId="{FBAF32F6-F88B-4240-8933-014DB28A2515}" dt="2024-09-03T06:16:59.562" v="47" actId="14100"/>
          <ac:picMkLst>
            <pc:docMk/>
            <pc:sldMk cId="0" sldId="257"/>
            <ac:picMk id="7" creationId="{B08806BA-A50C-2EC1-803B-111CED54FD72}"/>
          </ac:picMkLst>
        </pc:picChg>
        <pc:picChg chg="del mod">
          <ac:chgData name="David Hedengren" userId="658bef35-c023-4c34-ad89-ec78a9d95ca6" providerId="ADAL" clId="{FBAF32F6-F88B-4240-8933-014DB28A2515}" dt="2024-09-03T06:14:27.196" v="37" actId="478"/>
          <ac:picMkLst>
            <pc:docMk/>
            <pc:sldMk cId="0" sldId="257"/>
            <ac:picMk id="13" creationId="{1C8AF591-DDFA-8F9C-26DE-54E01AF24895}"/>
          </ac:picMkLst>
        </pc:picChg>
      </pc:sldChg>
      <pc:sldChg chg="addSp delSp modSp add mod ord setBg modAnim">
        <pc:chgData name="David Hedengren" userId="658bef35-c023-4c34-ad89-ec78a9d95ca6" providerId="ADAL" clId="{FBAF32F6-F88B-4240-8933-014DB28A2515}" dt="2024-09-04T07:22:10.559" v="5450"/>
        <pc:sldMkLst>
          <pc:docMk/>
          <pc:sldMk cId="0" sldId="258"/>
        </pc:sldMkLst>
        <pc:spChg chg="del">
          <ac:chgData name="David Hedengren" userId="658bef35-c023-4c34-ad89-ec78a9d95ca6" providerId="ADAL" clId="{FBAF32F6-F88B-4240-8933-014DB28A2515}" dt="2024-09-03T06:34:54.507" v="459" actId="478"/>
          <ac:spMkLst>
            <pc:docMk/>
            <pc:sldMk cId="0" sldId="258"/>
            <ac:spMk id="3" creationId="{00000000-0000-0000-0000-000000000000}"/>
          </ac:spMkLst>
        </pc:spChg>
        <pc:spChg chg="del">
          <ac:chgData name="David Hedengren" userId="658bef35-c023-4c34-ad89-ec78a9d95ca6" providerId="ADAL" clId="{FBAF32F6-F88B-4240-8933-014DB28A2515}" dt="2024-09-03T06:13:10.296" v="23" actId="478"/>
          <ac:spMkLst>
            <pc:docMk/>
            <pc:sldMk cId="0" sldId="258"/>
            <ac:spMk id="5" creationId="{00000000-0000-0000-0000-000000000000}"/>
          </ac:spMkLst>
        </pc:spChg>
        <pc:spChg chg="del">
          <ac:chgData name="David Hedengren" userId="658bef35-c023-4c34-ad89-ec78a9d95ca6" providerId="ADAL" clId="{FBAF32F6-F88B-4240-8933-014DB28A2515}" dt="2024-09-03T06:36:23.854" v="483" actId="478"/>
          <ac:spMkLst>
            <pc:docMk/>
            <pc:sldMk cId="0" sldId="258"/>
            <ac:spMk id="6" creationId="{00000000-0000-0000-0000-000000000000}"/>
          </ac:spMkLst>
        </pc:spChg>
        <pc:spChg chg="add mod">
          <ac:chgData name="David Hedengren" userId="658bef35-c023-4c34-ad89-ec78a9d95ca6" providerId="ADAL" clId="{FBAF32F6-F88B-4240-8933-014DB28A2515}" dt="2024-09-03T06:36:03.414" v="477" actId="1076"/>
          <ac:spMkLst>
            <pc:docMk/>
            <pc:sldMk cId="0" sldId="258"/>
            <ac:spMk id="8" creationId="{FADFE567-9EEE-E633-D9DE-93EAA8369499}"/>
          </ac:spMkLst>
        </pc:spChg>
        <pc:spChg chg="add del mod">
          <ac:chgData name="David Hedengren" userId="658bef35-c023-4c34-ad89-ec78a9d95ca6" providerId="ADAL" clId="{FBAF32F6-F88B-4240-8933-014DB28A2515}" dt="2024-09-03T06:36:21.949" v="482"/>
          <ac:spMkLst>
            <pc:docMk/>
            <pc:sldMk cId="0" sldId="258"/>
            <ac:spMk id="10" creationId="{0A7155C4-DCBC-287B-113F-22B5E0D7B1C0}"/>
          </ac:spMkLst>
        </pc:spChg>
        <pc:spChg chg="add del mod">
          <ac:chgData name="David Hedengren" userId="658bef35-c023-4c34-ad89-ec78a9d95ca6" providerId="ADAL" clId="{FBAF32F6-F88B-4240-8933-014DB28A2515}" dt="2024-09-03T06:36:21.949" v="482"/>
          <ac:spMkLst>
            <pc:docMk/>
            <pc:sldMk cId="0" sldId="258"/>
            <ac:spMk id="11" creationId="{3F0FAA9D-29FA-0A11-908C-8B2EB5BC57F2}"/>
          </ac:spMkLst>
        </pc:spChg>
        <pc:spChg chg="del">
          <ac:chgData name="David Hedengren" userId="658bef35-c023-4c34-ad89-ec78a9d95ca6" providerId="ADAL" clId="{FBAF32F6-F88B-4240-8933-014DB28A2515}" dt="2024-09-03T06:13:13.376" v="25" actId="478"/>
          <ac:spMkLst>
            <pc:docMk/>
            <pc:sldMk cId="0" sldId="258"/>
            <ac:spMk id="12" creationId="{12BF0673-0BB0-361E-2261-73A5E26F27DC}"/>
          </ac:spMkLst>
        </pc:spChg>
        <pc:spChg chg="add del mod">
          <ac:chgData name="David Hedengren" userId="658bef35-c023-4c34-ad89-ec78a9d95ca6" providerId="ADAL" clId="{FBAF32F6-F88B-4240-8933-014DB28A2515}" dt="2024-09-03T06:36:21.949" v="482"/>
          <ac:spMkLst>
            <pc:docMk/>
            <pc:sldMk cId="0" sldId="258"/>
            <ac:spMk id="14" creationId="{D29D29EE-EBA4-5081-DB60-F61A2D26447C}"/>
          </ac:spMkLst>
        </pc:spChg>
        <pc:spChg chg="add del mod">
          <ac:chgData name="David Hedengren" userId="658bef35-c023-4c34-ad89-ec78a9d95ca6" providerId="ADAL" clId="{FBAF32F6-F88B-4240-8933-014DB28A2515}" dt="2024-09-03T06:36:57.229" v="489" actId="478"/>
          <ac:spMkLst>
            <pc:docMk/>
            <pc:sldMk cId="0" sldId="258"/>
            <ac:spMk id="15" creationId="{1679A0BA-F51F-8285-897A-842DE5E79262}"/>
          </ac:spMkLst>
        </pc:spChg>
        <pc:spChg chg="add del mod">
          <ac:chgData name="David Hedengren" userId="658bef35-c023-4c34-ad89-ec78a9d95ca6" providerId="ADAL" clId="{FBAF32F6-F88B-4240-8933-014DB28A2515}" dt="2024-09-03T06:36:57.229" v="489" actId="478"/>
          <ac:spMkLst>
            <pc:docMk/>
            <pc:sldMk cId="0" sldId="258"/>
            <ac:spMk id="16" creationId="{6FF596DD-4E1F-B6F4-686C-C7E6A9D98D4A}"/>
          </ac:spMkLst>
        </pc:spChg>
        <pc:spChg chg="add del mod">
          <ac:chgData name="David Hedengren" userId="658bef35-c023-4c34-ad89-ec78a9d95ca6" providerId="ADAL" clId="{FBAF32F6-F88B-4240-8933-014DB28A2515}" dt="2024-09-03T06:36:57.229" v="489" actId="478"/>
          <ac:spMkLst>
            <pc:docMk/>
            <pc:sldMk cId="0" sldId="258"/>
            <ac:spMk id="17" creationId="{966C022B-4BFC-4C59-DD8D-473FD96C5709}"/>
          </ac:spMkLst>
        </pc:spChg>
        <pc:spChg chg="add mod">
          <ac:chgData name="David Hedengren" userId="658bef35-c023-4c34-ad89-ec78a9d95ca6" providerId="ADAL" clId="{FBAF32F6-F88B-4240-8933-014DB28A2515}" dt="2024-09-03T06:37:04.577" v="491" actId="1076"/>
          <ac:spMkLst>
            <pc:docMk/>
            <pc:sldMk cId="0" sldId="258"/>
            <ac:spMk id="18" creationId="{D7040668-9924-1C83-6492-F40C86715484}"/>
          </ac:spMkLst>
        </pc:spChg>
        <pc:spChg chg="add mod">
          <ac:chgData name="David Hedengren" userId="658bef35-c023-4c34-ad89-ec78a9d95ca6" providerId="ADAL" clId="{FBAF32F6-F88B-4240-8933-014DB28A2515}" dt="2024-09-03T06:37:04.577" v="491" actId="1076"/>
          <ac:spMkLst>
            <pc:docMk/>
            <pc:sldMk cId="0" sldId="258"/>
            <ac:spMk id="19" creationId="{1924FFA3-CC84-5FEE-7DFC-1F8E74F77011}"/>
          </ac:spMkLst>
        </pc:spChg>
        <pc:spChg chg="add mod">
          <ac:chgData name="David Hedengren" userId="658bef35-c023-4c34-ad89-ec78a9d95ca6" providerId="ADAL" clId="{FBAF32F6-F88B-4240-8933-014DB28A2515}" dt="2024-09-03T06:37:22.353" v="495" actId="1076"/>
          <ac:spMkLst>
            <pc:docMk/>
            <pc:sldMk cId="0" sldId="258"/>
            <ac:spMk id="20" creationId="{6F53EC57-A078-E236-D769-0FF73C8EDD9B}"/>
          </ac:spMkLst>
        </pc:spChg>
        <pc:spChg chg="add mod">
          <ac:chgData name="David Hedengren" userId="658bef35-c023-4c34-ad89-ec78a9d95ca6" providerId="ADAL" clId="{FBAF32F6-F88B-4240-8933-014DB28A2515}" dt="2024-09-03T10:29:58.939" v="3656" actId="404"/>
          <ac:spMkLst>
            <pc:docMk/>
            <pc:sldMk cId="0" sldId="258"/>
            <ac:spMk id="21" creationId="{F82F80BD-C480-5B43-79E3-07B7B4FA7565}"/>
          </ac:spMkLst>
        </pc:spChg>
        <pc:spChg chg="add del mod">
          <ac:chgData name="David Hedengren" userId="658bef35-c023-4c34-ad89-ec78a9d95ca6" providerId="ADAL" clId="{FBAF32F6-F88B-4240-8933-014DB28A2515}" dt="2024-09-03T06:37:19.166" v="494" actId="478"/>
          <ac:spMkLst>
            <pc:docMk/>
            <pc:sldMk cId="0" sldId="258"/>
            <ac:spMk id="22" creationId="{049AB46F-839F-7D87-430D-691B84E2ACB6}"/>
          </ac:spMkLst>
        </pc:spChg>
        <pc:spChg chg="add mod">
          <ac:chgData name="David Hedengren" userId="658bef35-c023-4c34-ad89-ec78a9d95ca6" providerId="ADAL" clId="{FBAF32F6-F88B-4240-8933-014DB28A2515}" dt="2024-09-03T06:37:04.577" v="491" actId="1076"/>
          <ac:spMkLst>
            <pc:docMk/>
            <pc:sldMk cId="0" sldId="258"/>
            <ac:spMk id="23" creationId="{5A69B8B4-EEF6-5F4D-9B56-B3BAEE174D1E}"/>
          </ac:spMkLst>
        </pc:spChg>
        <pc:spChg chg="add mod">
          <ac:chgData name="David Hedengren" userId="658bef35-c023-4c34-ad89-ec78a9d95ca6" providerId="ADAL" clId="{FBAF32F6-F88B-4240-8933-014DB28A2515}" dt="2024-09-03T06:37:24.858" v="496" actId="1076"/>
          <ac:spMkLst>
            <pc:docMk/>
            <pc:sldMk cId="0" sldId="258"/>
            <ac:spMk id="24" creationId="{41113C29-A743-0E30-9DA3-62DC99233A05}"/>
          </ac:spMkLst>
        </pc:spChg>
        <pc:spChg chg="add mod">
          <ac:chgData name="David Hedengren" userId="658bef35-c023-4c34-ad89-ec78a9d95ca6" providerId="ADAL" clId="{FBAF32F6-F88B-4240-8933-014DB28A2515}" dt="2024-09-03T10:30:02.646" v="3657" actId="404"/>
          <ac:spMkLst>
            <pc:docMk/>
            <pc:sldMk cId="0" sldId="258"/>
            <ac:spMk id="25" creationId="{025A083F-54D5-A0D1-522D-FCB1390A366F}"/>
          </ac:spMkLst>
        </pc:spChg>
        <pc:spChg chg="add del mod">
          <ac:chgData name="David Hedengren" userId="658bef35-c023-4c34-ad89-ec78a9d95ca6" providerId="ADAL" clId="{FBAF32F6-F88B-4240-8933-014DB28A2515}" dt="2024-09-03T06:37:36.347" v="499" actId="478"/>
          <ac:spMkLst>
            <pc:docMk/>
            <pc:sldMk cId="0" sldId="258"/>
            <ac:spMk id="26" creationId="{6F3BED53-54F7-86F0-B77F-2AB9D20A29D0}"/>
          </ac:spMkLst>
        </pc:spChg>
        <pc:spChg chg="add mod">
          <ac:chgData name="David Hedengren" userId="658bef35-c023-4c34-ad89-ec78a9d95ca6" providerId="ADAL" clId="{FBAF32F6-F88B-4240-8933-014DB28A2515}" dt="2024-09-03T06:37:04.577" v="491" actId="1076"/>
          <ac:spMkLst>
            <pc:docMk/>
            <pc:sldMk cId="0" sldId="258"/>
            <ac:spMk id="27" creationId="{F75E48EE-3A18-93A0-7C45-11431346D4DD}"/>
          </ac:spMkLst>
        </pc:spChg>
        <pc:spChg chg="add mod">
          <ac:chgData name="David Hedengren" userId="658bef35-c023-4c34-ad89-ec78a9d95ca6" providerId="ADAL" clId="{FBAF32F6-F88B-4240-8933-014DB28A2515}" dt="2024-09-03T06:37:26.963" v="497" actId="1076"/>
          <ac:spMkLst>
            <pc:docMk/>
            <pc:sldMk cId="0" sldId="258"/>
            <ac:spMk id="28" creationId="{CD5670DD-86C0-871E-516B-331C036F07AA}"/>
          </ac:spMkLst>
        </pc:spChg>
        <pc:spChg chg="add mod">
          <ac:chgData name="David Hedengren" userId="658bef35-c023-4c34-ad89-ec78a9d95ca6" providerId="ADAL" clId="{FBAF32F6-F88B-4240-8933-014DB28A2515}" dt="2024-09-03T10:30:05.122" v="3658" actId="404"/>
          <ac:spMkLst>
            <pc:docMk/>
            <pc:sldMk cId="0" sldId="258"/>
            <ac:spMk id="29" creationId="{02FB579D-DAF3-3AFD-00DD-1352D0BF72B4}"/>
          </ac:spMkLst>
        </pc:spChg>
        <pc:picChg chg="del">
          <ac:chgData name="David Hedengren" userId="658bef35-c023-4c34-ad89-ec78a9d95ca6" providerId="ADAL" clId="{FBAF32F6-F88B-4240-8933-014DB28A2515}" dt="2024-09-03T06:34:54.942" v="460" actId="478"/>
          <ac:picMkLst>
            <pc:docMk/>
            <pc:sldMk cId="0" sldId="258"/>
            <ac:picMk id="2" creationId="{00000000-0000-0000-0000-000000000000}"/>
          </ac:picMkLst>
        </pc:picChg>
        <pc:picChg chg="del">
          <ac:chgData name="David Hedengren" userId="658bef35-c023-4c34-ad89-ec78a9d95ca6" providerId="ADAL" clId="{FBAF32F6-F88B-4240-8933-014DB28A2515}" dt="2024-09-03T06:13:12.073" v="24" actId="478"/>
          <ac:picMkLst>
            <pc:docMk/>
            <pc:sldMk cId="0" sldId="258"/>
            <ac:picMk id="4" creationId="{00000000-0000-0000-0000-000000000000}"/>
          </ac:picMkLst>
        </pc:picChg>
        <pc:picChg chg="add del mod">
          <ac:chgData name="David Hedengren" userId="658bef35-c023-4c34-ad89-ec78a9d95ca6" providerId="ADAL" clId="{FBAF32F6-F88B-4240-8933-014DB28A2515}" dt="2024-09-03T06:34:53.704" v="458" actId="478"/>
          <ac:picMkLst>
            <pc:docMk/>
            <pc:sldMk cId="0" sldId="258"/>
            <ac:picMk id="7" creationId="{40E9ED5C-24CA-D208-31CC-4820B83B8D6D}"/>
          </ac:picMkLst>
        </pc:picChg>
        <pc:picChg chg="add mod">
          <ac:chgData name="David Hedengren" userId="658bef35-c023-4c34-ad89-ec78a9d95ca6" providerId="ADAL" clId="{FBAF32F6-F88B-4240-8933-014DB28A2515}" dt="2024-09-03T06:36:21.134" v="481" actId="1076"/>
          <ac:picMkLst>
            <pc:docMk/>
            <pc:sldMk cId="0" sldId="258"/>
            <ac:picMk id="9" creationId="{D19DB894-1096-38F2-4A53-68B72374081B}"/>
          </ac:picMkLst>
        </pc:picChg>
        <pc:picChg chg="del ord">
          <ac:chgData name="David Hedengren" userId="658bef35-c023-4c34-ad89-ec78a9d95ca6" providerId="ADAL" clId="{FBAF32F6-F88B-4240-8933-014DB28A2515}" dt="2024-09-03T06:36:18.195" v="478" actId="478"/>
          <ac:picMkLst>
            <pc:docMk/>
            <pc:sldMk cId="0" sldId="258"/>
            <ac:picMk id="13" creationId="{1C8AF591-DDFA-8F9C-26DE-54E01AF24895}"/>
          </ac:picMkLst>
        </pc:picChg>
      </pc:sldChg>
      <pc:sldChg chg="addSp delSp modSp new mod ord modAnim">
        <pc:chgData name="David Hedengren" userId="658bef35-c023-4c34-ad89-ec78a9d95ca6" providerId="ADAL" clId="{FBAF32F6-F88B-4240-8933-014DB28A2515}" dt="2024-09-04T07:25:27.056" v="5500" actId="14100"/>
        <pc:sldMkLst>
          <pc:docMk/>
          <pc:sldMk cId="1276726258" sldId="259"/>
        </pc:sldMkLst>
        <pc:spChg chg="add mod">
          <ac:chgData name="David Hedengren" userId="658bef35-c023-4c34-ad89-ec78a9d95ca6" providerId="ADAL" clId="{FBAF32F6-F88B-4240-8933-014DB28A2515}" dt="2024-09-04T07:25:27.056" v="5500" actId="14100"/>
          <ac:spMkLst>
            <pc:docMk/>
            <pc:sldMk cId="1276726258" sldId="259"/>
            <ac:spMk id="2" creationId="{537C2493-90A2-0F74-4FBF-A2EFE34AF956}"/>
          </ac:spMkLst>
        </pc:spChg>
        <pc:spChg chg="add del mod">
          <ac:chgData name="David Hedengren" userId="658bef35-c023-4c34-ad89-ec78a9d95ca6" providerId="ADAL" clId="{FBAF32F6-F88B-4240-8933-014DB28A2515}" dt="2024-09-03T06:59:22.539" v="979" actId="478"/>
          <ac:spMkLst>
            <pc:docMk/>
            <pc:sldMk cId="1276726258" sldId="259"/>
            <ac:spMk id="7" creationId="{14A3AA3D-8F95-AD38-88A0-AFF90095DC61}"/>
          </ac:spMkLst>
        </pc:spChg>
        <pc:spChg chg="add mod">
          <ac:chgData name="David Hedengren" userId="658bef35-c023-4c34-ad89-ec78a9d95ca6" providerId="ADAL" clId="{FBAF32F6-F88B-4240-8933-014DB28A2515}" dt="2024-09-04T07:24:23.411" v="5496" actId="1038"/>
          <ac:spMkLst>
            <pc:docMk/>
            <pc:sldMk cId="1276726258" sldId="259"/>
            <ac:spMk id="8" creationId="{F86284F1-9856-7640-C321-3DDDF451B149}"/>
          </ac:spMkLst>
        </pc:spChg>
        <pc:spChg chg="add del mod">
          <ac:chgData name="David Hedengren" userId="658bef35-c023-4c34-ad89-ec78a9d95ca6" providerId="ADAL" clId="{FBAF32F6-F88B-4240-8933-014DB28A2515}" dt="2024-09-03T07:00:13.575" v="993" actId="478"/>
          <ac:spMkLst>
            <pc:docMk/>
            <pc:sldMk cId="1276726258" sldId="259"/>
            <ac:spMk id="10" creationId="{AA718A92-C88C-CDEE-D481-051FF4FE3A0A}"/>
          </ac:spMkLst>
        </pc:spChg>
        <pc:spChg chg="add mod">
          <ac:chgData name="David Hedengren" userId="658bef35-c023-4c34-ad89-ec78a9d95ca6" providerId="ADAL" clId="{FBAF32F6-F88B-4240-8933-014DB28A2515}" dt="2024-09-04T07:24:23.411" v="5496" actId="1038"/>
          <ac:spMkLst>
            <pc:docMk/>
            <pc:sldMk cId="1276726258" sldId="259"/>
            <ac:spMk id="11" creationId="{B5836224-B6A8-BBA7-49C8-421787525915}"/>
          </ac:spMkLst>
        </pc:spChg>
        <pc:spChg chg="add del mod">
          <ac:chgData name="David Hedengren" userId="658bef35-c023-4c34-ad89-ec78a9d95ca6" providerId="ADAL" clId="{FBAF32F6-F88B-4240-8933-014DB28A2515}" dt="2024-09-03T07:00:14.845" v="995" actId="478"/>
          <ac:spMkLst>
            <pc:docMk/>
            <pc:sldMk cId="1276726258" sldId="259"/>
            <ac:spMk id="13" creationId="{575A828E-1854-AE0F-9C3D-42B909ACD1E0}"/>
          </ac:spMkLst>
        </pc:spChg>
        <pc:spChg chg="add mod">
          <ac:chgData name="David Hedengren" userId="658bef35-c023-4c34-ad89-ec78a9d95ca6" providerId="ADAL" clId="{FBAF32F6-F88B-4240-8933-014DB28A2515}" dt="2024-09-04T07:24:23.411" v="5496" actId="1038"/>
          <ac:spMkLst>
            <pc:docMk/>
            <pc:sldMk cId="1276726258" sldId="259"/>
            <ac:spMk id="14" creationId="{66A89CE5-F521-ECBA-DAA1-933318BF7B78}"/>
          </ac:spMkLst>
        </pc:spChg>
        <pc:spChg chg="add del mod">
          <ac:chgData name="David Hedengren" userId="658bef35-c023-4c34-ad89-ec78a9d95ca6" providerId="ADAL" clId="{FBAF32F6-F88B-4240-8933-014DB28A2515}" dt="2024-09-03T07:01:18.235" v="1050" actId="478"/>
          <ac:spMkLst>
            <pc:docMk/>
            <pc:sldMk cId="1276726258" sldId="259"/>
            <ac:spMk id="16" creationId="{83C52B0E-4CAD-49E9-AEE9-A8847378713E}"/>
          </ac:spMkLst>
        </pc:spChg>
        <pc:spChg chg="add mod">
          <ac:chgData name="David Hedengren" userId="658bef35-c023-4c34-ad89-ec78a9d95ca6" providerId="ADAL" clId="{FBAF32F6-F88B-4240-8933-014DB28A2515}" dt="2024-09-04T07:24:23.411" v="5496" actId="1038"/>
          <ac:spMkLst>
            <pc:docMk/>
            <pc:sldMk cId="1276726258" sldId="259"/>
            <ac:spMk id="17" creationId="{291FB789-1E84-83DE-B764-DBD02F0931A5}"/>
          </ac:spMkLst>
        </pc:spChg>
        <pc:spChg chg="add mod">
          <ac:chgData name="David Hedengren" userId="658bef35-c023-4c34-ad89-ec78a9d95ca6" providerId="ADAL" clId="{FBAF32F6-F88B-4240-8933-014DB28A2515}" dt="2024-09-04T07:23:35.233" v="5463" actId="1076"/>
          <ac:spMkLst>
            <pc:docMk/>
            <pc:sldMk cId="1276726258" sldId="259"/>
            <ac:spMk id="18" creationId="{04216789-2BEF-0984-FAD0-15062F6AAAB5}"/>
          </ac:spMkLst>
        </pc:spChg>
        <pc:spChg chg="add del mod">
          <ac:chgData name="David Hedengren" userId="658bef35-c023-4c34-ad89-ec78a9d95ca6" providerId="ADAL" clId="{FBAF32F6-F88B-4240-8933-014DB28A2515}" dt="2024-09-03T07:49:34.188" v="2068" actId="478"/>
          <ac:spMkLst>
            <pc:docMk/>
            <pc:sldMk cId="1276726258" sldId="259"/>
            <ac:spMk id="21" creationId="{2CC7082B-33CE-6735-6978-852882A41ECB}"/>
          </ac:spMkLst>
        </pc:spChg>
        <pc:spChg chg="add mod">
          <ac:chgData name="David Hedengren" userId="658bef35-c023-4c34-ad89-ec78a9d95ca6" providerId="ADAL" clId="{FBAF32F6-F88B-4240-8933-014DB28A2515}" dt="2024-09-04T07:24:31.601" v="5497" actId="1076"/>
          <ac:spMkLst>
            <pc:docMk/>
            <pc:sldMk cId="1276726258" sldId="259"/>
            <ac:spMk id="22" creationId="{938C6CD1-CBF2-3E37-196F-C2145B98CD05}"/>
          </ac:spMkLst>
        </pc:spChg>
        <pc:spChg chg="add mod">
          <ac:chgData name="David Hedengren" userId="658bef35-c023-4c34-ad89-ec78a9d95ca6" providerId="ADAL" clId="{FBAF32F6-F88B-4240-8933-014DB28A2515}" dt="2024-09-04T07:24:23.411" v="5496" actId="1038"/>
          <ac:spMkLst>
            <pc:docMk/>
            <pc:sldMk cId="1276726258" sldId="259"/>
            <ac:spMk id="23" creationId="{322A1A55-1F3A-7DD6-7C5F-9A729507EDD4}"/>
          </ac:spMkLst>
        </pc:spChg>
        <pc:spChg chg="add mod">
          <ac:chgData name="David Hedengren" userId="658bef35-c023-4c34-ad89-ec78a9d95ca6" providerId="ADAL" clId="{FBAF32F6-F88B-4240-8933-014DB28A2515}" dt="2024-09-04T07:24:23.411" v="5496" actId="1038"/>
          <ac:spMkLst>
            <pc:docMk/>
            <pc:sldMk cId="1276726258" sldId="259"/>
            <ac:spMk id="24" creationId="{03998181-D91B-BBAA-6EE9-D9CC9C29579D}"/>
          </ac:spMkLst>
        </pc:spChg>
        <pc:spChg chg="add mod">
          <ac:chgData name="David Hedengren" userId="658bef35-c023-4c34-ad89-ec78a9d95ca6" providerId="ADAL" clId="{FBAF32F6-F88B-4240-8933-014DB28A2515}" dt="2024-09-04T07:24:23.411" v="5496" actId="1038"/>
          <ac:spMkLst>
            <pc:docMk/>
            <pc:sldMk cId="1276726258" sldId="259"/>
            <ac:spMk id="25" creationId="{683D3ECC-C304-6D5E-D01E-0271E1E0B045}"/>
          </ac:spMkLst>
        </pc:spChg>
        <pc:spChg chg="add del mod">
          <ac:chgData name="David Hedengren" userId="658bef35-c023-4c34-ad89-ec78a9d95ca6" providerId="ADAL" clId="{FBAF32F6-F88B-4240-8933-014DB28A2515}" dt="2024-09-04T07:24:23.411" v="5496" actId="1038"/>
          <ac:spMkLst>
            <pc:docMk/>
            <pc:sldMk cId="1276726258" sldId="259"/>
            <ac:spMk id="26" creationId="{A4935B5B-77DC-0A80-4E01-EB82D4EF9945}"/>
          </ac:spMkLst>
        </pc:spChg>
        <pc:spChg chg="add mod">
          <ac:chgData name="David Hedengren" userId="658bef35-c023-4c34-ad89-ec78a9d95ca6" providerId="ADAL" clId="{FBAF32F6-F88B-4240-8933-014DB28A2515}" dt="2024-09-04T07:24:23.411" v="5496" actId="1038"/>
          <ac:spMkLst>
            <pc:docMk/>
            <pc:sldMk cId="1276726258" sldId="259"/>
            <ac:spMk id="27" creationId="{43C42BB5-6220-A4CE-7815-DFA2A4FDEA1B}"/>
          </ac:spMkLst>
        </pc:spChg>
        <pc:spChg chg="add mod">
          <ac:chgData name="David Hedengren" userId="658bef35-c023-4c34-ad89-ec78a9d95ca6" providerId="ADAL" clId="{FBAF32F6-F88B-4240-8933-014DB28A2515}" dt="2024-09-04T07:24:23.411" v="5496" actId="1038"/>
          <ac:spMkLst>
            <pc:docMk/>
            <pc:sldMk cId="1276726258" sldId="259"/>
            <ac:spMk id="28" creationId="{766F70D3-BC65-DC39-02C7-310373902CDB}"/>
          </ac:spMkLst>
        </pc:spChg>
        <pc:spChg chg="add mod">
          <ac:chgData name="David Hedengren" userId="658bef35-c023-4c34-ad89-ec78a9d95ca6" providerId="ADAL" clId="{FBAF32F6-F88B-4240-8933-014DB28A2515}" dt="2024-09-04T07:24:23.411" v="5496" actId="1038"/>
          <ac:spMkLst>
            <pc:docMk/>
            <pc:sldMk cId="1276726258" sldId="259"/>
            <ac:spMk id="29" creationId="{F77CD762-F141-EA9E-4CF4-F1713A3F2676}"/>
          </ac:spMkLst>
        </pc:spChg>
        <pc:spChg chg="add mod">
          <ac:chgData name="David Hedengren" userId="658bef35-c023-4c34-ad89-ec78a9d95ca6" providerId="ADAL" clId="{FBAF32F6-F88B-4240-8933-014DB28A2515}" dt="2024-09-04T07:24:23.411" v="5496" actId="1038"/>
          <ac:spMkLst>
            <pc:docMk/>
            <pc:sldMk cId="1276726258" sldId="259"/>
            <ac:spMk id="30" creationId="{82DD8430-ABC5-63AE-0647-CCAC53C17322}"/>
          </ac:spMkLst>
        </pc:spChg>
        <pc:spChg chg="add mod">
          <ac:chgData name="David Hedengren" userId="658bef35-c023-4c34-ad89-ec78a9d95ca6" providerId="ADAL" clId="{FBAF32F6-F88B-4240-8933-014DB28A2515}" dt="2024-09-03T07:14:05.373" v="1331" actId="20577"/>
          <ac:spMkLst>
            <pc:docMk/>
            <pc:sldMk cId="1276726258" sldId="259"/>
            <ac:spMk id="31" creationId="{35431BE0-5064-019A-9E58-E3B144117108}"/>
          </ac:spMkLst>
        </pc:spChg>
        <pc:picChg chg="add mod">
          <ac:chgData name="David Hedengren" userId="658bef35-c023-4c34-ad89-ec78a9d95ca6" providerId="ADAL" clId="{FBAF32F6-F88B-4240-8933-014DB28A2515}" dt="2024-09-03T07:49:53.541" v="2069" actId="1076"/>
          <ac:picMkLst>
            <pc:docMk/>
            <pc:sldMk cId="1276726258" sldId="259"/>
            <ac:picMk id="4" creationId="{FC751B9D-27AE-75A7-459A-124B96CAB163}"/>
          </ac:picMkLst>
        </pc:picChg>
        <pc:picChg chg="add del mod">
          <ac:chgData name="David Hedengren" userId="658bef35-c023-4c34-ad89-ec78a9d95ca6" providerId="ADAL" clId="{FBAF32F6-F88B-4240-8933-014DB28A2515}" dt="2024-09-03T06:57:32.186" v="870" actId="478"/>
          <ac:picMkLst>
            <pc:docMk/>
            <pc:sldMk cId="1276726258" sldId="259"/>
            <ac:picMk id="5" creationId="{7D2DE353-EEB6-5D54-9520-E7967F10337F}"/>
          </ac:picMkLst>
        </pc:picChg>
        <pc:picChg chg="add del mod">
          <ac:chgData name="David Hedengren" userId="658bef35-c023-4c34-ad89-ec78a9d95ca6" providerId="ADAL" clId="{FBAF32F6-F88B-4240-8933-014DB28A2515}" dt="2024-09-03T06:59:40.251" v="985" actId="478"/>
          <ac:picMkLst>
            <pc:docMk/>
            <pc:sldMk cId="1276726258" sldId="259"/>
            <ac:picMk id="6" creationId="{E33908FB-0921-4496-607C-4C8B65BB5F85}"/>
          </ac:picMkLst>
        </pc:picChg>
        <pc:picChg chg="add del mod">
          <ac:chgData name="David Hedengren" userId="658bef35-c023-4c34-ad89-ec78a9d95ca6" providerId="ADAL" clId="{FBAF32F6-F88B-4240-8933-014DB28A2515}" dt="2024-09-03T06:59:40.657" v="986" actId="478"/>
          <ac:picMkLst>
            <pc:docMk/>
            <pc:sldMk cId="1276726258" sldId="259"/>
            <ac:picMk id="9" creationId="{AAAB766C-6F96-C632-6DEC-33322E44CDF5}"/>
          </ac:picMkLst>
        </pc:picChg>
        <pc:picChg chg="add del mod">
          <ac:chgData name="David Hedengren" userId="658bef35-c023-4c34-ad89-ec78a9d95ca6" providerId="ADAL" clId="{FBAF32F6-F88B-4240-8933-014DB28A2515}" dt="2024-09-03T06:59:38.784" v="984" actId="478"/>
          <ac:picMkLst>
            <pc:docMk/>
            <pc:sldMk cId="1276726258" sldId="259"/>
            <ac:picMk id="12" creationId="{18F57830-011E-0AE9-EEBB-DED1CA997805}"/>
          </ac:picMkLst>
        </pc:picChg>
        <pc:picChg chg="add del mod">
          <ac:chgData name="David Hedengren" userId="658bef35-c023-4c34-ad89-ec78a9d95ca6" providerId="ADAL" clId="{FBAF32F6-F88B-4240-8933-014DB28A2515}" dt="2024-09-03T06:59:38.784" v="984" actId="478"/>
          <ac:picMkLst>
            <pc:docMk/>
            <pc:sldMk cId="1276726258" sldId="259"/>
            <ac:picMk id="15" creationId="{F1B86E63-0B50-40F1-A3DC-6F99667EDD4A}"/>
          </ac:picMkLst>
        </pc:picChg>
        <pc:picChg chg="add del mod">
          <ac:chgData name="David Hedengren" userId="658bef35-c023-4c34-ad89-ec78a9d95ca6" providerId="ADAL" clId="{FBAF32F6-F88B-4240-8933-014DB28A2515}" dt="2024-09-03T06:59:38.784" v="984" actId="478"/>
          <ac:picMkLst>
            <pc:docMk/>
            <pc:sldMk cId="1276726258" sldId="259"/>
            <ac:picMk id="19" creationId="{5EA83A06-B6DD-D22C-3001-2225B9F94B0B}"/>
          </ac:picMkLst>
        </pc:picChg>
        <pc:picChg chg="add del mod">
          <ac:chgData name="David Hedengren" userId="658bef35-c023-4c34-ad89-ec78a9d95ca6" providerId="ADAL" clId="{FBAF32F6-F88B-4240-8933-014DB28A2515}" dt="2024-09-03T06:59:38.784" v="984" actId="478"/>
          <ac:picMkLst>
            <pc:docMk/>
            <pc:sldMk cId="1276726258" sldId="259"/>
            <ac:picMk id="20" creationId="{FC355BD6-3067-3C02-77DE-A8A076F8A6AA}"/>
          </ac:picMkLst>
        </pc:picChg>
      </pc:sldChg>
      <pc:sldChg chg="addSp delSp modSp new del mod ord modAnim">
        <pc:chgData name="David Hedengren" userId="658bef35-c023-4c34-ad89-ec78a9d95ca6" providerId="ADAL" clId="{FBAF32F6-F88B-4240-8933-014DB28A2515}" dt="2024-09-03T07:42:28.157" v="1968" actId="47"/>
        <pc:sldMkLst>
          <pc:docMk/>
          <pc:sldMk cId="3122917793" sldId="260"/>
        </pc:sldMkLst>
        <pc:spChg chg="add del mod">
          <ac:chgData name="David Hedengren" userId="658bef35-c023-4c34-ad89-ec78a9d95ca6" providerId="ADAL" clId="{FBAF32F6-F88B-4240-8933-014DB28A2515}" dt="2024-09-03T07:05:31.215" v="1164" actId="478"/>
          <ac:spMkLst>
            <pc:docMk/>
            <pc:sldMk cId="3122917793" sldId="260"/>
            <ac:spMk id="2" creationId="{C4E46110-2EDE-7B0A-E8B2-1503FDB5EA1B}"/>
          </ac:spMkLst>
        </pc:spChg>
        <pc:spChg chg="mod">
          <ac:chgData name="David Hedengren" userId="658bef35-c023-4c34-ad89-ec78a9d95ca6" providerId="ADAL" clId="{FBAF32F6-F88B-4240-8933-014DB28A2515}" dt="2024-09-03T07:05:36.442" v="1165" actId="207"/>
          <ac:spMkLst>
            <pc:docMk/>
            <pc:sldMk cId="3122917793" sldId="260"/>
            <ac:spMk id="4" creationId="{54776EE0-1241-7CA4-ED8A-8530D2F18EE7}"/>
          </ac:spMkLst>
        </pc:spChg>
        <pc:spChg chg="mod">
          <ac:chgData name="David Hedengren" userId="658bef35-c023-4c34-ad89-ec78a9d95ca6" providerId="ADAL" clId="{FBAF32F6-F88B-4240-8933-014DB28A2515}" dt="2024-09-03T07:05:44.068" v="1166" actId="207"/>
          <ac:spMkLst>
            <pc:docMk/>
            <pc:sldMk cId="3122917793" sldId="260"/>
            <ac:spMk id="10" creationId="{CC6314AD-49DD-3B3D-BCC9-3CF458D8F855}"/>
          </ac:spMkLst>
        </pc:spChg>
        <pc:spChg chg="mod">
          <ac:chgData name="David Hedengren" userId="658bef35-c023-4c34-ad89-ec78a9d95ca6" providerId="ADAL" clId="{FBAF32F6-F88B-4240-8933-014DB28A2515}" dt="2024-09-03T07:05:46.669" v="1167" actId="207"/>
          <ac:spMkLst>
            <pc:docMk/>
            <pc:sldMk cId="3122917793" sldId="260"/>
            <ac:spMk id="16" creationId="{62BEA6BD-2418-32D5-8154-2851BCE3634C}"/>
          </ac:spMkLst>
        </pc:spChg>
        <pc:spChg chg="mod">
          <ac:chgData name="David Hedengren" userId="658bef35-c023-4c34-ad89-ec78a9d95ca6" providerId="ADAL" clId="{FBAF32F6-F88B-4240-8933-014DB28A2515}" dt="2024-09-03T07:06:04.313" v="1168" actId="207"/>
          <ac:spMkLst>
            <pc:docMk/>
            <pc:sldMk cId="3122917793" sldId="260"/>
            <ac:spMk id="22" creationId="{73FEB788-C49A-85E1-62DA-B52923AB1F30}"/>
          </ac:spMkLst>
        </pc:spChg>
        <pc:spChg chg="mod">
          <ac:chgData name="David Hedengren" userId="658bef35-c023-4c34-ad89-ec78a9d95ca6" providerId="ADAL" clId="{FBAF32F6-F88B-4240-8933-014DB28A2515}" dt="2024-09-03T07:06:04.313" v="1168" actId="207"/>
          <ac:spMkLst>
            <pc:docMk/>
            <pc:sldMk cId="3122917793" sldId="260"/>
            <ac:spMk id="28" creationId="{97FDCE83-71F8-FE44-D8E7-90CC393B1677}"/>
          </ac:spMkLst>
        </pc:spChg>
        <pc:spChg chg="mod">
          <ac:chgData name="David Hedengren" userId="658bef35-c023-4c34-ad89-ec78a9d95ca6" providerId="ADAL" clId="{FBAF32F6-F88B-4240-8933-014DB28A2515}" dt="2024-09-03T07:06:04.313" v="1168" actId="207"/>
          <ac:spMkLst>
            <pc:docMk/>
            <pc:sldMk cId="3122917793" sldId="260"/>
            <ac:spMk id="34" creationId="{48C9F6B5-DA06-A7EB-07CA-9D593A14FC06}"/>
          </ac:spMkLst>
        </pc:spChg>
        <pc:spChg chg="mod">
          <ac:chgData name="David Hedengren" userId="658bef35-c023-4c34-ad89-ec78a9d95ca6" providerId="ADAL" clId="{FBAF32F6-F88B-4240-8933-014DB28A2515}" dt="2024-09-03T07:06:04.313" v="1168" actId="207"/>
          <ac:spMkLst>
            <pc:docMk/>
            <pc:sldMk cId="3122917793" sldId="260"/>
            <ac:spMk id="40" creationId="{364E67D8-6BD4-A0A7-504F-C0A48BAE3694}"/>
          </ac:spMkLst>
        </pc:spChg>
        <pc:spChg chg="mod">
          <ac:chgData name="David Hedengren" userId="658bef35-c023-4c34-ad89-ec78a9d95ca6" providerId="ADAL" clId="{FBAF32F6-F88B-4240-8933-014DB28A2515}" dt="2024-09-03T07:06:04.313" v="1168" actId="207"/>
          <ac:spMkLst>
            <pc:docMk/>
            <pc:sldMk cId="3122917793" sldId="260"/>
            <ac:spMk id="46" creationId="{AC2B8E8E-C1BC-04E2-E360-6F96EC3B6F23}"/>
          </ac:spMkLst>
        </pc:spChg>
        <pc:spChg chg="mod">
          <ac:chgData name="David Hedengren" userId="658bef35-c023-4c34-ad89-ec78a9d95ca6" providerId="ADAL" clId="{FBAF32F6-F88B-4240-8933-014DB28A2515}" dt="2024-09-03T07:06:04.313" v="1168" actId="207"/>
          <ac:spMkLst>
            <pc:docMk/>
            <pc:sldMk cId="3122917793" sldId="260"/>
            <ac:spMk id="52" creationId="{2DB29B6D-0653-2410-832F-93A3C7C76BFC}"/>
          </ac:spMkLst>
        </pc:spChg>
        <pc:spChg chg="mod">
          <ac:chgData name="David Hedengren" userId="658bef35-c023-4c34-ad89-ec78a9d95ca6" providerId="ADAL" clId="{FBAF32F6-F88B-4240-8933-014DB28A2515}" dt="2024-09-03T07:06:04.313" v="1168" actId="207"/>
          <ac:spMkLst>
            <pc:docMk/>
            <pc:sldMk cId="3122917793" sldId="260"/>
            <ac:spMk id="58" creationId="{B5639437-BEC6-EDD1-EBEB-9A0FFA770721}"/>
          </ac:spMkLst>
        </pc:spChg>
        <pc:spChg chg="add mod">
          <ac:chgData name="David Hedengren" userId="658bef35-c023-4c34-ad89-ec78a9d95ca6" providerId="ADAL" clId="{FBAF32F6-F88B-4240-8933-014DB28A2515}" dt="2024-09-03T07:05:26.120" v="1163"/>
          <ac:spMkLst>
            <pc:docMk/>
            <pc:sldMk cId="3122917793" sldId="260"/>
            <ac:spMk id="72" creationId="{55D9842C-B2B0-14D1-EA68-6CFD725910C1}"/>
          </ac:spMkLst>
        </pc:spChg>
        <pc:spChg chg="add mod">
          <ac:chgData name="David Hedengren" userId="658bef35-c023-4c34-ad89-ec78a9d95ca6" providerId="ADAL" clId="{FBAF32F6-F88B-4240-8933-014DB28A2515}" dt="2024-09-03T07:05:26.120" v="1163"/>
          <ac:spMkLst>
            <pc:docMk/>
            <pc:sldMk cId="3122917793" sldId="260"/>
            <ac:spMk id="73" creationId="{C4821115-9D8E-7629-75B5-761B07DF8250}"/>
          </ac:spMkLst>
        </pc:spChg>
        <pc:spChg chg="add mod">
          <ac:chgData name="David Hedengren" userId="658bef35-c023-4c34-ad89-ec78a9d95ca6" providerId="ADAL" clId="{FBAF32F6-F88B-4240-8933-014DB28A2515}" dt="2024-09-03T07:05:26.120" v="1163"/>
          <ac:spMkLst>
            <pc:docMk/>
            <pc:sldMk cId="3122917793" sldId="260"/>
            <ac:spMk id="74" creationId="{15BC60AC-F5D9-004D-A7B9-17EC1800E3C2}"/>
          </ac:spMkLst>
        </pc:spChg>
        <pc:spChg chg="add mod">
          <ac:chgData name="David Hedengren" userId="658bef35-c023-4c34-ad89-ec78a9d95ca6" providerId="ADAL" clId="{FBAF32F6-F88B-4240-8933-014DB28A2515}" dt="2024-09-03T07:05:26.120" v="1163"/>
          <ac:spMkLst>
            <pc:docMk/>
            <pc:sldMk cId="3122917793" sldId="260"/>
            <ac:spMk id="75" creationId="{CF22E862-0FA4-087A-C691-C9D541C3FF7F}"/>
          </ac:spMkLst>
        </pc:spChg>
        <pc:spChg chg="add mod">
          <ac:chgData name="David Hedengren" userId="658bef35-c023-4c34-ad89-ec78a9d95ca6" providerId="ADAL" clId="{FBAF32F6-F88B-4240-8933-014DB28A2515}" dt="2024-09-03T07:05:26.120" v="1163"/>
          <ac:spMkLst>
            <pc:docMk/>
            <pc:sldMk cId="3122917793" sldId="260"/>
            <ac:spMk id="76" creationId="{13C609C9-8E0F-457C-00A2-1C07092FF2C9}"/>
          </ac:spMkLst>
        </pc:spChg>
        <pc:spChg chg="add mod">
          <ac:chgData name="David Hedengren" userId="658bef35-c023-4c34-ad89-ec78a9d95ca6" providerId="ADAL" clId="{FBAF32F6-F88B-4240-8933-014DB28A2515}" dt="2024-09-03T07:05:26.120" v="1163"/>
          <ac:spMkLst>
            <pc:docMk/>
            <pc:sldMk cId="3122917793" sldId="260"/>
            <ac:spMk id="77" creationId="{2AD3FB0A-004A-C4A2-D978-B1D8A1FE1094}"/>
          </ac:spMkLst>
        </pc:spChg>
        <pc:spChg chg="add mod">
          <ac:chgData name="David Hedengren" userId="658bef35-c023-4c34-ad89-ec78a9d95ca6" providerId="ADAL" clId="{FBAF32F6-F88B-4240-8933-014DB28A2515}" dt="2024-09-03T07:05:26.120" v="1163"/>
          <ac:spMkLst>
            <pc:docMk/>
            <pc:sldMk cId="3122917793" sldId="260"/>
            <ac:spMk id="78" creationId="{A2156671-1FAE-44BF-83D0-C51D02E66380}"/>
          </ac:spMkLst>
        </pc:spChg>
        <pc:spChg chg="add mod">
          <ac:chgData name="David Hedengren" userId="658bef35-c023-4c34-ad89-ec78a9d95ca6" providerId="ADAL" clId="{FBAF32F6-F88B-4240-8933-014DB28A2515}" dt="2024-09-03T07:05:26.120" v="1163"/>
          <ac:spMkLst>
            <pc:docMk/>
            <pc:sldMk cId="3122917793" sldId="260"/>
            <ac:spMk id="79" creationId="{628EF56D-EB17-BD1E-DD00-193C329952ED}"/>
          </ac:spMkLst>
        </pc:spChg>
        <pc:spChg chg="add mod">
          <ac:chgData name="David Hedengren" userId="658bef35-c023-4c34-ad89-ec78a9d95ca6" providerId="ADAL" clId="{FBAF32F6-F88B-4240-8933-014DB28A2515}" dt="2024-09-03T07:05:26.120" v="1163"/>
          <ac:spMkLst>
            <pc:docMk/>
            <pc:sldMk cId="3122917793" sldId="260"/>
            <ac:spMk id="80" creationId="{5818AF7E-A3D8-5B7A-D132-F9780743B065}"/>
          </ac:spMkLst>
        </pc:spChg>
        <pc:spChg chg="mod">
          <ac:chgData name="David Hedengren" userId="658bef35-c023-4c34-ad89-ec78a9d95ca6" providerId="ADAL" clId="{FBAF32F6-F88B-4240-8933-014DB28A2515}" dt="2024-09-03T07:06:04.313" v="1168" actId="207"/>
          <ac:spMkLst>
            <pc:docMk/>
            <pc:sldMk cId="3122917793" sldId="260"/>
            <ac:spMk id="154" creationId="{93AF6E6E-4478-C9D1-EB79-5179CAD8B823}"/>
          </ac:spMkLst>
        </pc:spChg>
        <pc:spChg chg="add mod">
          <ac:chgData name="David Hedengren" userId="658bef35-c023-4c34-ad89-ec78a9d95ca6" providerId="ADAL" clId="{FBAF32F6-F88B-4240-8933-014DB28A2515}" dt="2024-09-03T07:05:26.120" v="1163"/>
          <ac:spMkLst>
            <pc:docMk/>
            <pc:sldMk cId="3122917793" sldId="260"/>
            <ac:spMk id="159" creationId="{196BD3AE-0760-3BF7-78CE-0BBA1C69168E}"/>
          </ac:spMkLst>
        </pc:spChg>
        <pc:spChg chg="add mod">
          <ac:chgData name="David Hedengren" userId="658bef35-c023-4c34-ad89-ec78a9d95ca6" providerId="ADAL" clId="{FBAF32F6-F88B-4240-8933-014DB28A2515}" dt="2024-09-03T07:05:26.120" v="1163"/>
          <ac:spMkLst>
            <pc:docMk/>
            <pc:sldMk cId="3122917793" sldId="260"/>
            <ac:spMk id="162" creationId="{8734D0A6-C029-A41A-9DB7-B2553197786C}"/>
          </ac:spMkLst>
        </pc:spChg>
        <pc:grpChg chg="add mod">
          <ac:chgData name="David Hedengren" userId="658bef35-c023-4c34-ad89-ec78a9d95ca6" providerId="ADAL" clId="{FBAF32F6-F88B-4240-8933-014DB28A2515}" dt="2024-09-03T07:05:36.442" v="1165" actId="207"/>
          <ac:grpSpMkLst>
            <pc:docMk/>
            <pc:sldMk cId="3122917793" sldId="260"/>
            <ac:grpSpMk id="3" creationId="{3AE6370B-DB2F-C8D7-98A1-1738B35637A0}"/>
          </ac:grpSpMkLst>
        </pc:grpChg>
        <pc:grpChg chg="add mod">
          <ac:chgData name="David Hedengren" userId="658bef35-c023-4c34-ad89-ec78a9d95ca6" providerId="ADAL" clId="{FBAF32F6-F88B-4240-8933-014DB28A2515}" dt="2024-09-03T07:05:44.068" v="1166" actId="207"/>
          <ac:grpSpMkLst>
            <pc:docMk/>
            <pc:sldMk cId="3122917793" sldId="260"/>
            <ac:grpSpMk id="9" creationId="{3F60DBDC-A12D-95E6-827E-E396706E61A1}"/>
          </ac:grpSpMkLst>
        </pc:grpChg>
        <pc:grpChg chg="add mod">
          <ac:chgData name="David Hedengren" userId="658bef35-c023-4c34-ad89-ec78a9d95ca6" providerId="ADAL" clId="{FBAF32F6-F88B-4240-8933-014DB28A2515}" dt="2024-09-03T07:05:46.669" v="1167" actId="207"/>
          <ac:grpSpMkLst>
            <pc:docMk/>
            <pc:sldMk cId="3122917793" sldId="260"/>
            <ac:grpSpMk id="15" creationId="{D6028F98-D546-E4DC-F210-D657887693AD}"/>
          </ac:grpSpMkLst>
        </pc:grpChg>
        <pc:grpChg chg="add mod">
          <ac:chgData name="David Hedengren" userId="658bef35-c023-4c34-ad89-ec78a9d95ca6" providerId="ADAL" clId="{FBAF32F6-F88B-4240-8933-014DB28A2515}" dt="2024-09-03T07:06:04.313" v="1168" actId="207"/>
          <ac:grpSpMkLst>
            <pc:docMk/>
            <pc:sldMk cId="3122917793" sldId="260"/>
            <ac:grpSpMk id="21" creationId="{5D2D0317-3160-AD4B-031C-220862EF8340}"/>
          </ac:grpSpMkLst>
        </pc:grpChg>
        <pc:grpChg chg="add mod">
          <ac:chgData name="David Hedengren" userId="658bef35-c023-4c34-ad89-ec78a9d95ca6" providerId="ADAL" clId="{FBAF32F6-F88B-4240-8933-014DB28A2515}" dt="2024-09-03T07:06:04.313" v="1168" actId="207"/>
          <ac:grpSpMkLst>
            <pc:docMk/>
            <pc:sldMk cId="3122917793" sldId="260"/>
            <ac:grpSpMk id="27" creationId="{ADAEB1C1-C1CB-40E0-A296-94E31FF7508F}"/>
          </ac:grpSpMkLst>
        </pc:grpChg>
        <pc:grpChg chg="add mod">
          <ac:chgData name="David Hedengren" userId="658bef35-c023-4c34-ad89-ec78a9d95ca6" providerId="ADAL" clId="{FBAF32F6-F88B-4240-8933-014DB28A2515}" dt="2024-09-03T07:06:04.313" v="1168" actId="207"/>
          <ac:grpSpMkLst>
            <pc:docMk/>
            <pc:sldMk cId="3122917793" sldId="260"/>
            <ac:grpSpMk id="33" creationId="{7D4A0FF3-8E64-DC8C-815C-910FADE9B90A}"/>
          </ac:grpSpMkLst>
        </pc:grpChg>
        <pc:grpChg chg="add mod">
          <ac:chgData name="David Hedengren" userId="658bef35-c023-4c34-ad89-ec78a9d95ca6" providerId="ADAL" clId="{FBAF32F6-F88B-4240-8933-014DB28A2515}" dt="2024-09-03T07:06:04.313" v="1168" actId="207"/>
          <ac:grpSpMkLst>
            <pc:docMk/>
            <pc:sldMk cId="3122917793" sldId="260"/>
            <ac:grpSpMk id="39" creationId="{A1E30918-167B-A722-EBAB-B0C9CBC765BE}"/>
          </ac:grpSpMkLst>
        </pc:grpChg>
        <pc:grpChg chg="add mod">
          <ac:chgData name="David Hedengren" userId="658bef35-c023-4c34-ad89-ec78a9d95ca6" providerId="ADAL" clId="{FBAF32F6-F88B-4240-8933-014DB28A2515}" dt="2024-09-03T07:06:04.313" v="1168" actId="207"/>
          <ac:grpSpMkLst>
            <pc:docMk/>
            <pc:sldMk cId="3122917793" sldId="260"/>
            <ac:grpSpMk id="45" creationId="{A9ECFFB7-6EA7-27B3-5D7D-9891F1EBF32F}"/>
          </ac:grpSpMkLst>
        </pc:grpChg>
        <pc:grpChg chg="add mod">
          <ac:chgData name="David Hedengren" userId="658bef35-c023-4c34-ad89-ec78a9d95ca6" providerId="ADAL" clId="{FBAF32F6-F88B-4240-8933-014DB28A2515}" dt="2024-09-03T07:06:04.313" v="1168" actId="207"/>
          <ac:grpSpMkLst>
            <pc:docMk/>
            <pc:sldMk cId="3122917793" sldId="260"/>
            <ac:grpSpMk id="51" creationId="{CD7F9EBA-2DF8-1BEB-238E-F18A2BEBB219}"/>
          </ac:grpSpMkLst>
        </pc:grpChg>
        <pc:grpChg chg="add mod">
          <ac:chgData name="David Hedengren" userId="658bef35-c023-4c34-ad89-ec78a9d95ca6" providerId="ADAL" clId="{FBAF32F6-F88B-4240-8933-014DB28A2515}" dt="2024-09-03T07:06:04.313" v="1168" actId="207"/>
          <ac:grpSpMkLst>
            <pc:docMk/>
            <pc:sldMk cId="3122917793" sldId="260"/>
            <ac:grpSpMk id="57" creationId="{817C2C6A-C746-0E8A-1840-6AC3DDB62861}"/>
          </ac:grpSpMkLst>
        </pc:grpChg>
        <pc:grpChg chg="add mod">
          <ac:chgData name="David Hedengren" userId="658bef35-c023-4c34-ad89-ec78a9d95ca6" providerId="ADAL" clId="{FBAF32F6-F88B-4240-8933-014DB28A2515}" dt="2024-09-03T07:06:04.313" v="1168" actId="207"/>
          <ac:grpSpMkLst>
            <pc:docMk/>
            <pc:sldMk cId="3122917793" sldId="260"/>
            <ac:grpSpMk id="153" creationId="{10F73810-E3EA-78C8-85AB-703D5776E7B4}"/>
          </ac:grpSpMkLst>
        </pc:grpChg>
        <pc:cxnChg chg="mod">
          <ac:chgData name="David Hedengren" userId="658bef35-c023-4c34-ad89-ec78a9d95ca6" providerId="ADAL" clId="{FBAF32F6-F88B-4240-8933-014DB28A2515}" dt="2024-09-03T07:05:36.442" v="1165" actId="207"/>
          <ac:cxnSpMkLst>
            <pc:docMk/>
            <pc:sldMk cId="3122917793" sldId="260"/>
            <ac:cxnSpMk id="5" creationId="{D87B7AEE-7BDD-D819-3A00-4C3F10BB35C9}"/>
          </ac:cxnSpMkLst>
        </pc:cxnChg>
        <pc:cxnChg chg="mod">
          <ac:chgData name="David Hedengren" userId="658bef35-c023-4c34-ad89-ec78a9d95ca6" providerId="ADAL" clId="{FBAF32F6-F88B-4240-8933-014DB28A2515}" dt="2024-09-03T07:05:36.442" v="1165" actId="207"/>
          <ac:cxnSpMkLst>
            <pc:docMk/>
            <pc:sldMk cId="3122917793" sldId="260"/>
            <ac:cxnSpMk id="6" creationId="{420F214E-F284-65CF-43D2-A3DB00CF9EF6}"/>
          </ac:cxnSpMkLst>
        </pc:cxnChg>
        <pc:cxnChg chg="mod">
          <ac:chgData name="David Hedengren" userId="658bef35-c023-4c34-ad89-ec78a9d95ca6" providerId="ADAL" clId="{FBAF32F6-F88B-4240-8933-014DB28A2515}" dt="2024-09-03T07:05:36.442" v="1165" actId="207"/>
          <ac:cxnSpMkLst>
            <pc:docMk/>
            <pc:sldMk cId="3122917793" sldId="260"/>
            <ac:cxnSpMk id="7" creationId="{AB839667-FB75-A575-2887-5AE11915736C}"/>
          </ac:cxnSpMkLst>
        </pc:cxnChg>
        <pc:cxnChg chg="mod">
          <ac:chgData name="David Hedengren" userId="658bef35-c023-4c34-ad89-ec78a9d95ca6" providerId="ADAL" clId="{FBAF32F6-F88B-4240-8933-014DB28A2515}" dt="2024-09-03T07:05:36.442" v="1165" actId="207"/>
          <ac:cxnSpMkLst>
            <pc:docMk/>
            <pc:sldMk cId="3122917793" sldId="260"/>
            <ac:cxnSpMk id="8" creationId="{B04870EB-7EA6-A131-ED5F-FADFA2382444}"/>
          </ac:cxnSpMkLst>
        </pc:cxnChg>
        <pc:cxnChg chg="mod">
          <ac:chgData name="David Hedengren" userId="658bef35-c023-4c34-ad89-ec78a9d95ca6" providerId="ADAL" clId="{FBAF32F6-F88B-4240-8933-014DB28A2515}" dt="2024-09-03T07:05:44.068" v="1166" actId="207"/>
          <ac:cxnSpMkLst>
            <pc:docMk/>
            <pc:sldMk cId="3122917793" sldId="260"/>
            <ac:cxnSpMk id="11" creationId="{76078157-ABFE-F4CE-9D0A-98A492A9D631}"/>
          </ac:cxnSpMkLst>
        </pc:cxnChg>
        <pc:cxnChg chg="mod">
          <ac:chgData name="David Hedengren" userId="658bef35-c023-4c34-ad89-ec78a9d95ca6" providerId="ADAL" clId="{FBAF32F6-F88B-4240-8933-014DB28A2515}" dt="2024-09-03T07:05:44.068" v="1166" actId="207"/>
          <ac:cxnSpMkLst>
            <pc:docMk/>
            <pc:sldMk cId="3122917793" sldId="260"/>
            <ac:cxnSpMk id="12" creationId="{565A03D3-5D65-91FA-CCE1-2196DACF1009}"/>
          </ac:cxnSpMkLst>
        </pc:cxnChg>
        <pc:cxnChg chg="mod">
          <ac:chgData name="David Hedengren" userId="658bef35-c023-4c34-ad89-ec78a9d95ca6" providerId="ADAL" clId="{FBAF32F6-F88B-4240-8933-014DB28A2515}" dt="2024-09-03T07:05:44.068" v="1166" actId="207"/>
          <ac:cxnSpMkLst>
            <pc:docMk/>
            <pc:sldMk cId="3122917793" sldId="260"/>
            <ac:cxnSpMk id="13" creationId="{3E9F4391-9D22-8801-97EF-26232477816C}"/>
          </ac:cxnSpMkLst>
        </pc:cxnChg>
        <pc:cxnChg chg="mod">
          <ac:chgData name="David Hedengren" userId="658bef35-c023-4c34-ad89-ec78a9d95ca6" providerId="ADAL" clId="{FBAF32F6-F88B-4240-8933-014DB28A2515}" dt="2024-09-03T07:05:44.068" v="1166" actId="207"/>
          <ac:cxnSpMkLst>
            <pc:docMk/>
            <pc:sldMk cId="3122917793" sldId="260"/>
            <ac:cxnSpMk id="14" creationId="{A334B43F-0657-FAFC-9A8E-39E65FFE73A4}"/>
          </ac:cxnSpMkLst>
        </pc:cxnChg>
        <pc:cxnChg chg="mod">
          <ac:chgData name="David Hedengren" userId="658bef35-c023-4c34-ad89-ec78a9d95ca6" providerId="ADAL" clId="{FBAF32F6-F88B-4240-8933-014DB28A2515}" dt="2024-09-03T07:05:46.669" v="1167" actId="207"/>
          <ac:cxnSpMkLst>
            <pc:docMk/>
            <pc:sldMk cId="3122917793" sldId="260"/>
            <ac:cxnSpMk id="17" creationId="{4504081E-6A89-766A-F8FC-9EC18ACC9915}"/>
          </ac:cxnSpMkLst>
        </pc:cxnChg>
        <pc:cxnChg chg="mod">
          <ac:chgData name="David Hedengren" userId="658bef35-c023-4c34-ad89-ec78a9d95ca6" providerId="ADAL" clId="{FBAF32F6-F88B-4240-8933-014DB28A2515}" dt="2024-09-03T07:05:46.669" v="1167" actId="207"/>
          <ac:cxnSpMkLst>
            <pc:docMk/>
            <pc:sldMk cId="3122917793" sldId="260"/>
            <ac:cxnSpMk id="18" creationId="{397C1CF4-8BD5-7F8C-9638-3B2DC3919B9B}"/>
          </ac:cxnSpMkLst>
        </pc:cxnChg>
        <pc:cxnChg chg="mod">
          <ac:chgData name="David Hedengren" userId="658bef35-c023-4c34-ad89-ec78a9d95ca6" providerId="ADAL" clId="{FBAF32F6-F88B-4240-8933-014DB28A2515}" dt="2024-09-03T07:05:46.669" v="1167" actId="207"/>
          <ac:cxnSpMkLst>
            <pc:docMk/>
            <pc:sldMk cId="3122917793" sldId="260"/>
            <ac:cxnSpMk id="19" creationId="{C0DC6431-1E21-D150-A4CF-80F17E845327}"/>
          </ac:cxnSpMkLst>
        </pc:cxnChg>
        <pc:cxnChg chg="mod">
          <ac:chgData name="David Hedengren" userId="658bef35-c023-4c34-ad89-ec78a9d95ca6" providerId="ADAL" clId="{FBAF32F6-F88B-4240-8933-014DB28A2515}" dt="2024-09-03T07:05:46.669" v="1167" actId="207"/>
          <ac:cxnSpMkLst>
            <pc:docMk/>
            <pc:sldMk cId="3122917793" sldId="260"/>
            <ac:cxnSpMk id="20" creationId="{3046C748-AD1E-5A99-7319-A536B95CFF40}"/>
          </ac:cxnSpMkLst>
        </pc:cxnChg>
        <pc:cxnChg chg="mod">
          <ac:chgData name="David Hedengren" userId="658bef35-c023-4c34-ad89-ec78a9d95ca6" providerId="ADAL" clId="{FBAF32F6-F88B-4240-8933-014DB28A2515}" dt="2024-09-03T07:06:04.313" v="1168" actId="207"/>
          <ac:cxnSpMkLst>
            <pc:docMk/>
            <pc:sldMk cId="3122917793" sldId="260"/>
            <ac:cxnSpMk id="23" creationId="{A87D38E3-CD3B-C02D-8699-B0FADF0D0986}"/>
          </ac:cxnSpMkLst>
        </pc:cxnChg>
        <pc:cxnChg chg="mod">
          <ac:chgData name="David Hedengren" userId="658bef35-c023-4c34-ad89-ec78a9d95ca6" providerId="ADAL" clId="{FBAF32F6-F88B-4240-8933-014DB28A2515}" dt="2024-09-03T07:06:04.313" v="1168" actId="207"/>
          <ac:cxnSpMkLst>
            <pc:docMk/>
            <pc:sldMk cId="3122917793" sldId="260"/>
            <ac:cxnSpMk id="24" creationId="{E5F5DE06-10FE-23FB-3002-F99A3CCC3640}"/>
          </ac:cxnSpMkLst>
        </pc:cxnChg>
        <pc:cxnChg chg="mod">
          <ac:chgData name="David Hedengren" userId="658bef35-c023-4c34-ad89-ec78a9d95ca6" providerId="ADAL" clId="{FBAF32F6-F88B-4240-8933-014DB28A2515}" dt="2024-09-03T07:06:04.313" v="1168" actId="207"/>
          <ac:cxnSpMkLst>
            <pc:docMk/>
            <pc:sldMk cId="3122917793" sldId="260"/>
            <ac:cxnSpMk id="25" creationId="{B4D2E088-AD86-3BDC-E8B3-14CF91754203}"/>
          </ac:cxnSpMkLst>
        </pc:cxnChg>
        <pc:cxnChg chg="mod">
          <ac:chgData name="David Hedengren" userId="658bef35-c023-4c34-ad89-ec78a9d95ca6" providerId="ADAL" clId="{FBAF32F6-F88B-4240-8933-014DB28A2515}" dt="2024-09-03T07:06:04.313" v="1168" actId="207"/>
          <ac:cxnSpMkLst>
            <pc:docMk/>
            <pc:sldMk cId="3122917793" sldId="260"/>
            <ac:cxnSpMk id="26" creationId="{92AB76C1-3FDD-4558-3443-F34F00F031AE}"/>
          </ac:cxnSpMkLst>
        </pc:cxnChg>
        <pc:cxnChg chg="mod">
          <ac:chgData name="David Hedengren" userId="658bef35-c023-4c34-ad89-ec78a9d95ca6" providerId="ADAL" clId="{FBAF32F6-F88B-4240-8933-014DB28A2515}" dt="2024-09-03T07:06:04.313" v="1168" actId="207"/>
          <ac:cxnSpMkLst>
            <pc:docMk/>
            <pc:sldMk cId="3122917793" sldId="260"/>
            <ac:cxnSpMk id="29" creationId="{39CC3C79-4EA3-FFBA-6F8E-D5F1260F9686}"/>
          </ac:cxnSpMkLst>
        </pc:cxnChg>
        <pc:cxnChg chg="mod">
          <ac:chgData name="David Hedengren" userId="658bef35-c023-4c34-ad89-ec78a9d95ca6" providerId="ADAL" clId="{FBAF32F6-F88B-4240-8933-014DB28A2515}" dt="2024-09-03T07:06:04.313" v="1168" actId="207"/>
          <ac:cxnSpMkLst>
            <pc:docMk/>
            <pc:sldMk cId="3122917793" sldId="260"/>
            <ac:cxnSpMk id="30" creationId="{92A1691F-5B33-BF44-0485-542B60919BB4}"/>
          </ac:cxnSpMkLst>
        </pc:cxnChg>
        <pc:cxnChg chg="mod">
          <ac:chgData name="David Hedengren" userId="658bef35-c023-4c34-ad89-ec78a9d95ca6" providerId="ADAL" clId="{FBAF32F6-F88B-4240-8933-014DB28A2515}" dt="2024-09-03T07:06:04.313" v="1168" actId="207"/>
          <ac:cxnSpMkLst>
            <pc:docMk/>
            <pc:sldMk cId="3122917793" sldId="260"/>
            <ac:cxnSpMk id="31" creationId="{8933C8BE-F37D-A6C3-B569-81C2263FD2CD}"/>
          </ac:cxnSpMkLst>
        </pc:cxnChg>
        <pc:cxnChg chg="mod">
          <ac:chgData name="David Hedengren" userId="658bef35-c023-4c34-ad89-ec78a9d95ca6" providerId="ADAL" clId="{FBAF32F6-F88B-4240-8933-014DB28A2515}" dt="2024-09-03T07:06:04.313" v="1168" actId="207"/>
          <ac:cxnSpMkLst>
            <pc:docMk/>
            <pc:sldMk cId="3122917793" sldId="260"/>
            <ac:cxnSpMk id="32" creationId="{C35374EF-8343-A67F-6B8A-16FEFDE92DCF}"/>
          </ac:cxnSpMkLst>
        </pc:cxnChg>
        <pc:cxnChg chg="mod">
          <ac:chgData name="David Hedengren" userId="658bef35-c023-4c34-ad89-ec78a9d95ca6" providerId="ADAL" clId="{FBAF32F6-F88B-4240-8933-014DB28A2515}" dt="2024-09-03T07:06:04.313" v="1168" actId="207"/>
          <ac:cxnSpMkLst>
            <pc:docMk/>
            <pc:sldMk cId="3122917793" sldId="260"/>
            <ac:cxnSpMk id="35" creationId="{934A75AE-CEDE-C324-A6F5-40343F1A148A}"/>
          </ac:cxnSpMkLst>
        </pc:cxnChg>
        <pc:cxnChg chg="mod">
          <ac:chgData name="David Hedengren" userId="658bef35-c023-4c34-ad89-ec78a9d95ca6" providerId="ADAL" clId="{FBAF32F6-F88B-4240-8933-014DB28A2515}" dt="2024-09-03T07:06:04.313" v="1168" actId="207"/>
          <ac:cxnSpMkLst>
            <pc:docMk/>
            <pc:sldMk cId="3122917793" sldId="260"/>
            <ac:cxnSpMk id="36" creationId="{761DE098-9672-AF8F-3DF8-5589525018B1}"/>
          </ac:cxnSpMkLst>
        </pc:cxnChg>
        <pc:cxnChg chg="mod">
          <ac:chgData name="David Hedengren" userId="658bef35-c023-4c34-ad89-ec78a9d95ca6" providerId="ADAL" clId="{FBAF32F6-F88B-4240-8933-014DB28A2515}" dt="2024-09-03T07:06:04.313" v="1168" actId="207"/>
          <ac:cxnSpMkLst>
            <pc:docMk/>
            <pc:sldMk cId="3122917793" sldId="260"/>
            <ac:cxnSpMk id="37" creationId="{A3732658-098E-2217-F31D-FB3CB8E3C19D}"/>
          </ac:cxnSpMkLst>
        </pc:cxnChg>
        <pc:cxnChg chg="mod">
          <ac:chgData name="David Hedengren" userId="658bef35-c023-4c34-ad89-ec78a9d95ca6" providerId="ADAL" clId="{FBAF32F6-F88B-4240-8933-014DB28A2515}" dt="2024-09-03T07:06:04.313" v="1168" actId="207"/>
          <ac:cxnSpMkLst>
            <pc:docMk/>
            <pc:sldMk cId="3122917793" sldId="260"/>
            <ac:cxnSpMk id="38" creationId="{6581885D-E0E6-AE4C-0FF2-246D6F7BEAE1}"/>
          </ac:cxnSpMkLst>
        </pc:cxnChg>
        <pc:cxnChg chg="mod">
          <ac:chgData name="David Hedengren" userId="658bef35-c023-4c34-ad89-ec78a9d95ca6" providerId="ADAL" clId="{FBAF32F6-F88B-4240-8933-014DB28A2515}" dt="2024-09-03T07:06:04.313" v="1168" actId="207"/>
          <ac:cxnSpMkLst>
            <pc:docMk/>
            <pc:sldMk cId="3122917793" sldId="260"/>
            <ac:cxnSpMk id="41" creationId="{1C9EA22D-FC1C-3167-97FF-B42370572DBA}"/>
          </ac:cxnSpMkLst>
        </pc:cxnChg>
        <pc:cxnChg chg="mod">
          <ac:chgData name="David Hedengren" userId="658bef35-c023-4c34-ad89-ec78a9d95ca6" providerId="ADAL" clId="{FBAF32F6-F88B-4240-8933-014DB28A2515}" dt="2024-09-03T07:06:04.313" v="1168" actId="207"/>
          <ac:cxnSpMkLst>
            <pc:docMk/>
            <pc:sldMk cId="3122917793" sldId="260"/>
            <ac:cxnSpMk id="42" creationId="{F7E1360B-23F3-F8F4-9137-4476EC438D28}"/>
          </ac:cxnSpMkLst>
        </pc:cxnChg>
        <pc:cxnChg chg="mod">
          <ac:chgData name="David Hedengren" userId="658bef35-c023-4c34-ad89-ec78a9d95ca6" providerId="ADAL" clId="{FBAF32F6-F88B-4240-8933-014DB28A2515}" dt="2024-09-03T07:06:04.313" v="1168" actId="207"/>
          <ac:cxnSpMkLst>
            <pc:docMk/>
            <pc:sldMk cId="3122917793" sldId="260"/>
            <ac:cxnSpMk id="43" creationId="{A84F3AFF-7305-57DA-CD7A-C680EF855543}"/>
          </ac:cxnSpMkLst>
        </pc:cxnChg>
        <pc:cxnChg chg="mod">
          <ac:chgData name="David Hedengren" userId="658bef35-c023-4c34-ad89-ec78a9d95ca6" providerId="ADAL" clId="{FBAF32F6-F88B-4240-8933-014DB28A2515}" dt="2024-09-03T07:06:04.313" v="1168" actId="207"/>
          <ac:cxnSpMkLst>
            <pc:docMk/>
            <pc:sldMk cId="3122917793" sldId="260"/>
            <ac:cxnSpMk id="44" creationId="{E803A9C8-9CEB-13F6-1C0F-C68EB04A4A9E}"/>
          </ac:cxnSpMkLst>
        </pc:cxnChg>
        <pc:cxnChg chg="mod">
          <ac:chgData name="David Hedengren" userId="658bef35-c023-4c34-ad89-ec78a9d95ca6" providerId="ADAL" clId="{FBAF32F6-F88B-4240-8933-014DB28A2515}" dt="2024-09-03T07:06:04.313" v="1168" actId="207"/>
          <ac:cxnSpMkLst>
            <pc:docMk/>
            <pc:sldMk cId="3122917793" sldId="260"/>
            <ac:cxnSpMk id="47" creationId="{BFB364D9-63E3-2DBE-6CB5-AD824EB216F4}"/>
          </ac:cxnSpMkLst>
        </pc:cxnChg>
        <pc:cxnChg chg="mod">
          <ac:chgData name="David Hedengren" userId="658bef35-c023-4c34-ad89-ec78a9d95ca6" providerId="ADAL" clId="{FBAF32F6-F88B-4240-8933-014DB28A2515}" dt="2024-09-03T07:06:04.313" v="1168" actId="207"/>
          <ac:cxnSpMkLst>
            <pc:docMk/>
            <pc:sldMk cId="3122917793" sldId="260"/>
            <ac:cxnSpMk id="48" creationId="{7A164F10-3440-2BB3-C34F-D61FCB13F7BF}"/>
          </ac:cxnSpMkLst>
        </pc:cxnChg>
        <pc:cxnChg chg="mod">
          <ac:chgData name="David Hedengren" userId="658bef35-c023-4c34-ad89-ec78a9d95ca6" providerId="ADAL" clId="{FBAF32F6-F88B-4240-8933-014DB28A2515}" dt="2024-09-03T07:06:04.313" v="1168" actId="207"/>
          <ac:cxnSpMkLst>
            <pc:docMk/>
            <pc:sldMk cId="3122917793" sldId="260"/>
            <ac:cxnSpMk id="49" creationId="{926D3C0E-5F76-3D6F-5B00-7BD7BD4D955B}"/>
          </ac:cxnSpMkLst>
        </pc:cxnChg>
        <pc:cxnChg chg="mod">
          <ac:chgData name="David Hedengren" userId="658bef35-c023-4c34-ad89-ec78a9d95ca6" providerId="ADAL" clId="{FBAF32F6-F88B-4240-8933-014DB28A2515}" dt="2024-09-03T07:06:04.313" v="1168" actId="207"/>
          <ac:cxnSpMkLst>
            <pc:docMk/>
            <pc:sldMk cId="3122917793" sldId="260"/>
            <ac:cxnSpMk id="50" creationId="{9C8A910A-DC55-9927-5E91-F7E5A4500659}"/>
          </ac:cxnSpMkLst>
        </pc:cxnChg>
        <pc:cxnChg chg="mod">
          <ac:chgData name="David Hedengren" userId="658bef35-c023-4c34-ad89-ec78a9d95ca6" providerId="ADAL" clId="{FBAF32F6-F88B-4240-8933-014DB28A2515}" dt="2024-09-03T07:06:04.313" v="1168" actId="207"/>
          <ac:cxnSpMkLst>
            <pc:docMk/>
            <pc:sldMk cId="3122917793" sldId="260"/>
            <ac:cxnSpMk id="53" creationId="{C1F4E85D-3875-7FFD-5086-5BB3336DBEE7}"/>
          </ac:cxnSpMkLst>
        </pc:cxnChg>
        <pc:cxnChg chg="mod">
          <ac:chgData name="David Hedengren" userId="658bef35-c023-4c34-ad89-ec78a9d95ca6" providerId="ADAL" clId="{FBAF32F6-F88B-4240-8933-014DB28A2515}" dt="2024-09-03T07:06:04.313" v="1168" actId="207"/>
          <ac:cxnSpMkLst>
            <pc:docMk/>
            <pc:sldMk cId="3122917793" sldId="260"/>
            <ac:cxnSpMk id="54" creationId="{A6C9169F-35EF-DAD9-85AB-2EB7F66B1F65}"/>
          </ac:cxnSpMkLst>
        </pc:cxnChg>
        <pc:cxnChg chg="mod">
          <ac:chgData name="David Hedengren" userId="658bef35-c023-4c34-ad89-ec78a9d95ca6" providerId="ADAL" clId="{FBAF32F6-F88B-4240-8933-014DB28A2515}" dt="2024-09-03T07:06:04.313" v="1168" actId="207"/>
          <ac:cxnSpMkLst>
            <pc:docMk/>
            <pc:sldMk cId="3122917793" sldId="260"/>
            <ac:cxnSpMk id="55" creationId="{E4F9F5E5-51F9-8309-18B5-46E466AE2E7D}"/>
          </ac:cxnSpMkLst>
        </pc:cxnChg>
        <pc:cxnChg chg="mod">
          <ac:chgData name="David Hedengren" userId="658bef35-c023-4c34-ad89-ec78a9d95ca6" providerId="ADAL" clId="{FBAF32F6-F88B-4240-8933-014DB28A2515}" dt="2024-09-03T07:06:04.313" v="1168" actId="207"/>
          <ac:cxnSpMkLst>
            <pc:docMk/>
            <pc:sldMk cId="3122917793" sldId="260"/>
            <ac:cxnSpMk id="56" creationId="{D1D4E09F-3E6A-88EF-602A-4A5FAFCF337B}"/>
          </ac:cxnSpMkLst>
        </pc:cxnChg>
        <pc:cxnChg chg="mod">
          <ac:chgData name="David Hedengren" userId="658bef35-c023-4c34-ad89-ec78a9d95ca6" providerId="ADAL" clId="{FBAF32F6-F88B-4240-8933-014DB28A2515}" dt="2024-09-03T07:06:04.313" v="1168" actId="207"/>
          <ac:cxnSpMkLst>
            <pc:docMk/>
            <pc:sldMk cId="3122917793" sldId="260"/>
            <ac:cxnSpMk id="59" creationId="{0877810A-67D2-4089-E031-F9AD94C21F10}"/>
          </ac:cxnSpMkLst>
        </pc:cxnChg>
        <pc:cxnChg chg="mod">
          <ac:chgData name="David Hedengren" userId="658bef35-c023-4c34-ad89-ec78a9d95ca6" providerId="ADAL" clId="{FBAF32F6-F88B-4240-8933-014DB28A2515}" dt="2024-09-03T07:06:04.313" v="1168" actId="207"/>
          <ac:cxnSpMkLst>
            <pc:docMk/>
            <pc:sldMk cId="3122917793" sldId="260"/>
            <ac:cxnSpMk id="60" creationId="{DF38B2AD-41FD-2044-A165-6AC6C0377F97}"/>
          </ac:cxnSpMkLst>
        </pc:cxnChg>
        <pc:cxnChg chg="mod">
          <ac:chgData name="David Hedengren" userId="658bef35-c023-4c34-ad89-ec78a9d95ca6" providerId="ADAL" clId="{FBAF32F6-F88B-4240-8933-014DB28A2515}" dt="2024-09-03T07:06:04.313" v="1168" actId="207"/>
          <ac:cxnSpMkLst>
            <pc:docMk/>
            <pc:sldMk cId="3122917793" sldId="260"/>
            <ac:cxnSpMk id="61" creationId="{72544518-24C7-626C-A7AC-C81F17894165}"/>
          </ac:cxnSpMkLst>
        </pc:cxnChg>
        <pc:cxnChg chg="mod">
          <ac:chgData name="David Hedengren" userId="658bef35-c023-4c34-ad89-ec78a9d95ca6" providerId="ADAL" clId="{FBAF32F6-F88B-4240-8933-014DB28A2515}" dt="2024-09-03T07:06:04.313" v="1168" actId="207"/>
          <ac:cxnSpMkLst>
            <pc:docMk/>
            <pc:sldMk cId="3122917793" sldId="260"/>
            <ac:cxnSpMk id="62" creationId="{45BE3A86-044A-72B9-87E4-FE44B90E22BE}"/>
          </ac:cxnSpMkLst>
        </pc:cxnChg>
        <pc:cxnChg chg="add mod">
          <ac:chgData name="David Hedengren" userId="658bef35-c023-4c34-ad89-ec78a9d95ca6" providerId="ADAL" clId="{FBAF32F6-F88B-4240-8933-014DB28A2515}" dt="2024-09-03T07:05:26.120" v="1163"/>
          <ac:cxnSpMkLst>
            <pc:docMk/>
            <pc:sldMk cId="3122917793" sldId="260"/>
            <ac:cxnSpMk id="63" creationId="{D7D79E59-C20B-D4EE-BC99-8D12C74E44CB}"/>
          </ac:cxnSpMkLst>
        </pc:cxnChg>
        <pc:cxnChg chg="add mod">
          <ac:chgData name="David Hedengren" userId="658bef35-c023-4c34-ad89-ec78a9d95ca6" providerId="ADAL" clId="{FBAF32F6-F88B-4240-8933-014DB28A2515}" dt="2024-09-03T07:05:26.120" v="1163"/>
          <ac:cxnSpMkLst>
            <pc:docMk/>
            <pc:sldMk cId="3122917793" sldId="260"/>
            <ac:cxnSpMk id="64" creationId="{D3C602AB-96F6-3AB9-DD5C-C1A3116B2E07}"/>
          </ac:cxnSpMkLst>
        </pc:cxnChg>
        <pc:cxnChg chg="add mod">
          <ac:chgData name="David Hedengren" userId="658bef35-c023-4c34-ad89-ec78a9d95ca6" providerId="ADAL" clId="{FBAF32F6-F88B-4240-8933-014DB28A2515}" dt="2024-09-03T07:05:26.120" v="1163"/>
          <ac:cxnSpMkLst>
            <pc:docMk/>
            <pc:sldMk cId="3122917793" sldId="260"/>
            <ac:cxnSpMk id="65" creationId="{47F4018E-19D4-74D8-A0CF-4592C3694716}"/>
          </ac:cxnSpMkLst>
        </pc:cxnChg>
        <pc:cxnChg chg="add mod">
          <ac:chgData name="David Hedengren" userId="658bef35-c023-4c34-ad89-ec78a9d95ca6" providerId="ADAL" clId="{FBAF32F6-F88B-4240-8933-014DB28A2515}" dt="2024-09-03T07:05:26.120" v="1163"/>
          <ac:cxnSpMkLst>
            <pc:docMk/>
            <pc:sldMk cId="3122917793" sldId="260"/>
            <ac:cxnSpMk id="66" creationId="{B50CAD06-089B-1195-0444-D6BB3518103F}"/>
          </ac:cxnSpMkLst>
        </pc:cxnChg>
        <pc:cxnChg chg="add mod">
          <ac:chgData name="David Hedengren" userId="658bef35-c023-4c34-ad89-ec78a9d95ca6" providerId="ADAL" clId="{FBAF32F6-F88B-4240-8933-014DB28A2515}" dt="2024-09-03T07:05:26.120" v="1163"/>
          <ac:cxnSpMkLst>
            <pc:docMk/>
            <pc:sldMk cId="3122917793" sldId="260"/>
            <ac:cxnSpMk id="67" creationId="{23F88241-0BE9-E93B-1CB8-51CA175F0D63}"/>
          </ac:cxnSpMkLst>
        </pc:cxnChg>
        <pc:cxnChg chg="add mod">
          <ac:chgData name="David Hedengren" userId="658bef35-c023-4c34-ad89-ec78a9d95ca6" providerId="ADAL" clId="{FBAF32F6-F88B-4240-8933-014DB28A2515}" dt="2024-09-03T07:05:26.120" v="1163"/>
          <ac:cxnSpMkLst>
            <pc:docMk/>
            <pc:sldMk cId="3122917793" sldId="260"/>
            <ac:cxnSpMk id="68" creationId="{B67A34D6-847E-4B9F-EFF6-0426103E8225}"/>
          </ac:cxnSpMkLst>
        </pc:cxnChg>
        <pc:cxnChg chg="add mod">
          <ac:chgData name="David Hedengren" userId="658bef35-c023-4c34-ad89-ec78a9d95ca6" providerId="ADAL" clId="{FBAF32F6-F88B-4240-8933-014DB28A2515}" dt="2024-09-03T07:05:26.120" v="1163"/>
          <ac:cxnSpMkLst>
            <pc:docMk/>
            <pc:sldMk cId="3122917793" sldId="260"/>
            <ac:cxnSpMk id="69" creationId="{173C3436-280C-81A8-5E10-E13153D9123A}"/>
          </ac:cxnSpMkLst>
        </pc:cxnChg>
        <pc:cxnChg chg="add mod">
          <ac:chgData name="David Hedengren" userId="658bef35-c023-4c34-ad89-ec78a9d95ca6" providerId="ADAL" clId="{FBAF32F6-F88B-4240-8933-014DB28A2515}" dt="2024-09-03T07:05:26.120" v="1163"/>
          <ac:cxnSpMkLst>
            <pc:docMk/>
            <pc:sldMk cId="3122917793" sldId="260"/>
            <ac:cxnSpMk id="70" creationId="{6D5C35E2-1A2F-AF37-4491-A94C3596D623}"/>
          </ac:cxnSpMkLst>
        </pc:cxnChg>
        <pc:cxnChg chg="add mod">
          <ac:chgData name="David Hedengren" userId="658bef35-c023-4c34-ad89-ec78a9d95ca6" providerId="ADAL" clId="{FBAF32F6-F88B-4240-8933-014DB28A2515}" dt="2024-09-03T07:05:26.120" v="1163"/>
          <ac:cxnSpMkLst>
            <pc:docMk/>
            <pc:sldMk cId="3122917793" sldId="260"/>
            <ac:cxnSpMk id="71" creationId="{701644B8-D46C-1B6A-F142-C25BEAA63146}"/>
          </ac:cxnSpMkLst>
        </pc:cxnChg>
        <pc:cxnChg chg="add mod">
          <ac:chgData name="David Hedengren" userId="658bef35-c023-4c34-ad89-ec78a9d95ca6" providerId="ADAL" clId="{FBAF32F6-F88B-4240-8933-014DB28A2515}" dt="2024-09-03T07:05:26.120" v="1163"/>
          <ac:cxnSpMkLst>
            <pc:docMk/>
            <pc:sldMk cId="3122917793" sldId="260"/>
            <ac:cxnSpMk id="81" creationId="{F3E49419-9DC5-2667-9800-54A45F005D0B}"/>
          </ac:cxnSpMkLst>
        </pc:cxnChg>
        <pc:cxnChg chg="add mod">
          <ac:chgData name="David Hedengren" userId="658bef35-c023-4c34-ad89-ec78a9d95ca6" providerId="ADAL" clId="{FBAF32F6-F88B-4240-8933-014DB28A2515}" dt="2024-09-03T07:05:26.120" v="1163"/>
          <ac:cxnSpMkLst>
            <pc:docMk/>
            <pc:sldMk cId="3122917793" sldId="260"/>
            <ac:cxnSpMk id="82" creationId="{7210BDD0-798E-900C-A74B-EA3314D2DBE1}"/>
          </ac:cxnSpMkLst>
        </pc:cxnChg>
        <pc:cxnChg chg="add mod">
          <ac:chgData name="David Hedengren" userId="658bef35-c023-4c34-ad89-ec78a9d95ca6" providerId="ADAL" clId="{FBAF32F6-F88B-4240-8933-014DB28A2515}" dt="2024-09-03T07:05:26.120" v="1163"/>
          <ac:cxnSpMkLst>
            <pc:docMk/>
            <pc:sldMk cId="3122917793" sldId="260"/>
            <ac:cxnSpMk id="83" creationId="{37DF71BA-04C7-260C-2E5D-38B1915456F5}"/>
          </ac:cxnSpMkLst>
        </pc:cxnChg>
        <pc:cxnChg chg="add mod">
          <ac:chgData name="David Hedengren" userId="658bef35-c023-4c34-ad89-ec78a9d95ca6" providerId="ADAL" clId="{FBAF32F6-F88B-4240-8933-014DB28A2515}" dt="2024-09-03T07:05:26.120" v="1163"/>
          <ac:cxnSpMkLst>
            <pc:docMk/>
            <pc:sldMk cId="3122917793" sldId="260"/>
            <ac:cxnSpMk id="84" creationId="{12501495-905B-62AE-8866-36B6156686B1}"/>
          </ac:cxnSpMkLst>
        </pc:cxnChg>
        <pc:cxnChg chg="add mod">
          <ac:chgData name="David Hedengren" userId="658bef35-c023-4c34-ad89-ec78a9d95ca6" providerId="ADAL" clId="{FBAF32F6-F88B-4240-8933-014DB28A2515}" dt="2024-09-03T07:05:26.120" v="1163"/>
          <ac:cxnSpMkLst>
            <pc:docMk/>
            <pc:sldMk cId="3122917793" sldId="260"/>
            <ac:cxnSpMk id="85" creationId="{954FCA3A-A004-A78C-E78E-E07E0438238E}"/>
          </ac:cxnSpMkLst>
        </pc:cxnChg>
        <pc:cxnChg chg="add mod">
          <ac:chgData name="David Hedengren" userId="658bef35-c023-4c34-ad89-ec78a9d95ca6" providerId="ADAL" clId="{FBAF32F6-F88B-4240-8933-014DB28A2515}" dt="2024-09-03T07:05:26.120" v="1163"/>
          <ac:cxnSpMkLst>
            <pc:docMk/>
            <pc:sldMk cId="3122917793" sldId="260"/>
            <ac:cxnSpMk id="86" creationId="{BC1D7A98-81EF-1F57-3928-2C6AFC5A6760}"/>
          </ac:cxnSpMkLst>
        </pc:cxnChg>
        <pc:cxnChg chg="add mod">
          <ac:chgData name="David Hedengren" userId="658bef35-c023-4c34-ad89-ec78a9d95ca6" providerId="ADAL" clId="{FBAF32F6-F88B-4240-8933-014DB28A2515}" dt="2024-09-03T07:05:26.120" v="1163"/>
          <ac:cxnSpMkLst>
            <pc:docMk/>
            <pc:sldMk cId="3122917793" sldId="260"/>
            <ac:cxnSpMk id="87" creationId="{BEAB7231-8A4C-EC47-54B0-0F8984640531}"/>
          </ac:cxnSpMkLst>
        </pc:cxnChg>
        <pc:cxnChg chg="add mod">
          <ac:chgData name="David Hedengren" userId="658bef35-c023-4c34-ad89-ec78a9d95ca6" providerId="ADAL" clId="{FBAF32F6-F88B-4240-8933-014DB28A2515}" dt="2024-09-03T07:05:26.120" v="1163"/>
          <ac:cxnSpMkLst>
            <pc:docMk/>
            <pc:sldMk cId="3122917793" sldId="260"/>
            <ac:cxnSpMk id="88" creationId="{883F8038-9689-997B-0FAB-72B79C7B514C}"/>
          </ac:cxnSpMkLst>
        </pc:cxnChg>
        <pc:cxnChg chg="add mod">
          <ac:chgData name="David Hedengren" userId="658bef35-c023-4c34-ad89-ec78a9d95ca6" providerId="ADAL" clId="{FBAF32F6-F88B-4240-8933-014DB28A2515}" dt="2024-09-03T07:05:26.120" v="1163"/>
          <ac:cxnSpMkLst>
            <pc:docMk/>
            <pc:sldMk cId="3122917793" sldId="260"/>
            <ac:cxnSpMk id="89" creationId="{B6C07507-4256-FEF9-8E52-800A3378AEF5}"/>
          </ac:cxnSpMkLst>
        </pc:cxnChg>
        <pc:cxnChg chg="add mod">
          <ac:chgData name="David Hedengren" userId="658bef35-c023-4c34-ad89-ec78a9d95ca6" providerId="ADAL" clId="{FBAF32F6-F88B-4240-8933-014DB28A2515}" dt="2024-09-03T07:05:26.120" v="1163"/>
          <ac:cxnSpMkLst>
            <pc:docMk/>
            <pc:sldMk cId="3122917793" sldId="260"/>
            <ac:cxnSpMk id="90" creationId="{5E1FAA8F-5CFE-CA9B-954E-437451321A12}"/>
          </ac:cxnSpMkLst>
        </pc:cxnChg>
        <pc:cxnChg chg="add mod">
          <ac:chgData name="David Hedengren" userId="658bef35-c023-4c34-ad89-ec78a9d95ca6" providerId="ADAL" clId="{FBAF32F6-F88B-4240-8933-014DB28A2515}" dt="2024-09-03T07:05:26.120" v="1163"/>
          <ac:cxnSpMkLst>
            <pc:docMk/>
            <pc:sldMk cId="3122917793" sldId="260"/>
            <ac:cxnSpMk id="91" creationId="{7BA10DAE-5CB9-01C4-9F84-855A632DCB7A}"/>
          </ac:cxnSpMkLst>
        </pc:cxnChg>
        <pc:cxnChg chg="add mod">
          <ac:chgData name="David Hedengren" userId="658bef35-c023-4c34-ad89-ec78a9d95ca6" providerId="ADAL" clId="{FBAF32F6-F88B-4240-8933-014DB28A2515}" dt="2024-09-03T07:05:26.120" v="1163"/>
          <ac:cxnSpMkLst>
            <pc:docMk/>
            <pc:sldMk cId="3122917793" sldId="260"/>
            <ac:cxnSpMk id="92" creationId="{874434A7-3199-CC8D-28EC-D1DC03083A85}"/>
          </ac:cxnSpMkLst>
        </pc:cxnChg>
        <pc:cxnChg chg="add mod">
          <ac:chgData name="David Hedengren" userId="658bef35-c023-4c34-ad89-ec78a9d95ca6" providerId="ADAL" clId="{FBAF32F6-F88B-4240-8933-014DB28A2515}" dt="2024-09-03T07:05:26.120" v="1163"/>
          <ac:cxnSpMkLst>
            <pc:docMk/>
            <pc:sldMk cId="3122917793" sldId="260"/>
            <ac:cxnSpMk id="93" creationId="{5D5217B6-7EE5-05E1-42FC-6267A9E51252}"/>
          </ac:cxnSpMkLst>
        </pc:cxnChg>
        <pc:cxnChg chg="add mod">
          <ac:chgData name="David Hedengren" userId="658bef35-c023-4c34-ad89-ec78a9d95ca6" providerId="ADAL" clId="{FBAF32F6-F88B-4240-8933-014DB28A2515}" dt="2024-09-03T07:05:26.120" v="1163"/>
          <ac:cxnSpMkLst>
            <pc:docMk/>
            <pc:sldMk cId="3122917793" sldId="260"/>
            <ac:cxnSpMk id="94" creationId="{B7BB3BD0-8C70-D166-6E00-686DE9B71AE0}"/>
          </ac:cxnSpMkLst>
        </pc:cxnChg>
        <pc:cxnChg chg="add mod">
          <ac:chgData name="David Hedengren" userId="658bef35-c023-4c34-ad89-ec78a9d95ca6" providerId="ADAL" clId="{FBAF32F6-F88B-4240-8933-014DB28A2515}" dt="2024-09-03T07:05:26.120" v="1163"/>
          <ac:cxnSpMkLst>
            <pc:docMk/>
            <pc:sldMk cId="3122917793" sldId="260"/>
            <ac:cxnSpMk id="95" creationId="{D754B453-A863-B341-53CF-7E0688B125C8}"/>
          </ac:cxnSpMkLst>
        </pc:cxnChg>
        <pc:cxnChg chg="add mod">
          <ac:chgData name="David Hedengren" userId="658bef35-c023-4c34-ad89-ec78a9d95ca6" providerId="ADAL" clId="{FBAF32F6-F88B-4240-8933-014DB28A2515}" dt="2024-09-03T07:05:26.120" v="1163"/>
          <ac:cxnSpMkLst>
            <pc:docMk/>
            <pc:sldMk cId="3122917793" sldId="260"/>
            <ac:cxnSpMk id="96" creationId="{A061EA04-E05B-1CF4-962A-834503F43ECC}"/>
          </ac:cxnSpMkLst>
        </pc:cxnChg>
        <pc:cxnChg chg="add mod">
          <ac:chgData name="David Hedengren" userId="658bef35-c023-4c34-ad89-ec78a9d95ca6" providerId="ADAL" clId="{FBAF32F6-F88B-4240-8933-014DB28A2515}" dt="2024-09-03T07:05:26.120" v="1163"/>
          <ac:cxnSpMkLst>
            <pc:docMk/>
            <pc:sldMk cId="3122917793" sldId="260"/>
            <ac:cxnSpMk id="97" creationId="{57B45B6A-795D-CCF7-60F2-9FE33784F81F}"/>
          </ac:cxnSpMkLst>
        </pc:cxnChg>
        <pc:cxnChg chg="add mod">
          <ac:chgData name="David Hedengren" userId="658bef35-c023-4c34-ad89-ec78a9d95ca6" providerId="ADAL" clId="{FBAF32F6-F88B-4240-8933-014DB28A2515}" dt="2024-09-03T07:05:26.120" v="1163"/>
          <ac:cxnSpMkLst>
            <pc:docMk/>
            <pc:sldMk cId="3122917793" sldId="260"/>
            <ac:cxnSpMk id="98" creationId="{FB8EA54E-CDF2-B692-771B-54F8DBFE1A06}"/>
          </ac:cxnSpMkLst>
        </pc:cxnChg>
        <pc:cxnChg chg="add mod">
          <ac:chgData name="David Hedengren" userId="658bef35-c023-4c34-ad89-ec78a9d95ca6" providerId="ADAL" clId="{FBAF32F6-F88B-4240-8933-014DB28A2515}" dt="2024-09-03T07:05:26.120" v="1163"/>
          <ac:cxnSpMkLst>
            <pc:docMk/>
            <pc:sldMk cId="3122917793" sldId="260"/>
            <ac:cxnSpMk id="99" creationId="{965B5FB5-9893-4FBE-D41C-324319A37CF6}"/>
          </ac:cxnSpMkLst>
        </pc:cxnChg>
        <pc:cxnChg chg="add mod">
          <ac:chgData name="David Hedengren" userId="658bef35-c023-4c34-ad89-ec78a9d95ca6" providerId="ADAL" clId="{FBAF32F6-F88B-4240-8933-014DB28A2515}" dt="2024-09-03T07:05:26.120" v="1163"/>
          <ac:cxnSpMkLst>
            <pc:docMk/>
            <pc:sldMk cId="3122917793" sldId="260"/>
            <ac:cxnSpMk id="100" creationId="{0510B15E-3B77-287C-13B5-AEBC453732D9}"/>
          </ac:cxnSpMkLst>
        </pc:cxnChg>
        <pc:cxnChg chg="add mod">
          <ac:chgData name="David Hedengren" userId="658bef35-c023-4c34-ad89-ec78a9d95ca6" providerId="ADAL" clId="{FBAF32F6-F88B-4240-8933-014DB28A2515}" dt="2024-09-03T07:05:26.120" v="1163"/>
          <ac:cxnSpMkLst>
            <pc:docMk/>
            <pc:sldMk cId="3122917793" sldId="260"/>
            <ac:cxnSpMk id="101" creationId="{651A952C-5CC8-6077-F533-E5E8D6068F7C}"/>
          </ac:cxnSpMkLst>
        </pc:cxnChg>
        <pc:cxnChg chg="add mod">
          <ac:chgData name="David Hedengren" userId="658bef35-c023-4c34-ad89-ec78a9d95ca6" providerId="ADAL" clId="{FBAF32F6-F88B-4240-8933-014DB28A2515}" dt="2024-09-03T07:05:26.120" v="1163"/>
          <ac:cxnSpMkLst>
            <pc:docMk/>
            <pc:sldMk cId="3122917793" sldId="260"/>
            <ac:cxnSpMk id="102" creationId="{E78EEFE3-72CD-3AFA-39D1-DA0C4D9AFBBC}"/>
          </ac:cxnSpMkLst>
        </pc:cxnChg>
        <pc:cxnChg chg="add mod">
          <ac:chgData name="David Hedengren" userId="658bef35-c023-4c34-ad89-ec78a9d95ca6" providerId="ADAL" clId="{FBAF32F6-F88B-4240-8933-014DB28A2515}" dt="2024-09-03T07:05:26.120" v="1163"/>
          <ac:cxnSpMkLst>
            <pc:docMk/>
            <pc:sldMk cId="3122917793" sldId="260"/>
            <ac:cxnSpMk id="103" creationId="{1C873226-6DE6-CBC9-933E-E6DE3AA2B7B1}"/>
          </ac:cxnSpMkLst>
        </pc:cxnChg>
        <pc:cxnChg chg="add mod">
          <ac:chgData name="David Hedengren" userId="658bef35-c023-4c34-ad89-ec78a9d95ca6" providerId="ADAL" clId="{FBAF32F6-F88B-4240-8933-014DB28A2515}" dt="2024-09-03T07:05:26.120" v="1163"/>
          <ac:cxnSpMkLst>
            <pc:docMk/>
            <pc:sldMk cId="3122917793" sldId="260"/>
            <ac:cxnSpMk id="104" creationId="{AF0AB3B7-56B1-F76D-64B2-543DB334AD23}"/>
          </ac:cxnSpMkLst>
        </pc:cxnChg>
        <pc:cxnChg chg="add mod">
          <ac:chgData name="David Hedengren" userId="658bef35-c023-4c34-ad89-ec78a9d95ca6" providerId="ADAL" clId="{FBAF32F6-F88B-4240-8933-014DB28A2515}" dt="2024-09-03T07:05:26.120" v="1163"/>
          <ac:cxnSpMkLst>
            <pc:docMk/>
            <pc:sldMk cId="3122917793" sldId="260"/>
            <ac:cxnSpMk id="105" creationId="{A2F771C7-16A6-D1DB-9057-B441961A8A5D}"/>
          </ac:cxnSpMkLst>
        </pc:cxnChg>
        <pc:cxnChg chg="add mod">
          <ac:chgData name="David Hedengren" userId="658bef35-c023-4c34-ad89-ec78a9d95ca6" providerId="ADAL" clId="{FBAF32F6-F88B-4240-8933-014DB28A2515}" dt="2024-09-03T07:05:26.120" v="1163"/>
          <ac:cxnSpMkLst>
            <pc:docMk/>
            <pc:sldMk cId="3122917793" sldId="260"/>
            <ac:cxnSpMk id="106" creationId="{03AEF0CB-0EDB-ABD5-0192-8EC6CD69773C}"/>
          </ac:cxnSpMkLst>
        </pc:cxnChg>
        <pc:cxnChg chg="add mod">
          <ac:chgData name="David Hedengren" userId="658bef35-c023-4c34-ad89-ec78a9d95ca6" providerId="ADAL" clId="{FBAF32F6-F88B-4240-8933-014DB28A2515}" dt="2024-09-03T07:05:26.120" v="1163"/>
          <ac:cxnSpMkLst>
            <pc:docMk/>
            <pc:sldMk cId="3122917793" sldId="260"/>
            <ac:cxnSpMk id="107" creationId="{9847E52A-F53B-2537-9846-972FEFEC6735}"/>
          </ac:cxnSpMkLst>
        </pc:cxnChg>
        <pc:cxnChg chg="add mod">
          <ac:chgData name="David Hedengren" userId="658bef35-c023-4c34-ad89-ec78a9d95ca6" providerId="ADAL" clId="{FBAF32F6-F88B-4240-8933-014DB28A2515}" dt="2024-09-03T07:05:26.120" v="1163"/>
          <ac:cxnSpMkLst>
            <pc:docMk/>
            <pc:sldMk cId="3122917793" sldId="260"/>
            <ac:cxnSpMk id="108" creationId="{AC0CC41F-1DDB-739E-A3DB-FA9616EE97EC}"/>
          </ac:cxnSpMkLst>
        </pc:cxnChg>
        <pc:cxnChg chg="add mod">
          <ac:chgData name="David Hedengren" userId="658bef35-c023-4c34-ad89-ec78a9d95ca6" providerId="ADAL" clId="{FBAF32F6-F88B-4240-8933-014DB28A2515}" dt="2024-09-03T07:05:26.120" v="1163"/>
          <ac:cxnSpMkLst>
            <pc:docMk/>
            <pc:sldMk cId="3122917793" sldId="260"/>
            <ac:cxnSpMk id="109" creationId="{75FEAFA4-2FF4-FBAE-E1FE-57376A260FD0}"/>
          </ac:cxnSpMkLst>
        </pc:cxnChg>
        <pc:cxnChg chg="add mod">
          <ac:chgData name="David Hedengren" userId="658bef35-c023-4c34-ad89-ec78a9d95ca6" providerId="ADAL" clId="{FBAF32F6-F88B-4240-8933-014DB28A2515}" dt="2024-09-03T07:05:26.120" v="1163"/>
          <ac:cxnSpMkLst>
            <pc:docMk/>
            <pc:sldMk cId="3122917793" sldId="260"/>
            <ac:cxnSpMk id="110" creationId="{8E8945C5-A366-E332-ED18-DB62816F57D2}"/>
          </ac:cxnSpMkLst>
        </pc:cxnChg>
        <pc:cxnChg chg="add mod">
          <ac:chgData name="David Hedengren" userId="658bef35-c023-4c34-ad89-ec78a9d95ca6" providerId="ADAL" clId="{FBAF32F6-F88B-4240-8933-014DB28A2515}" dt="2024-09-03T07:05:26.120" v="1163"/>
          <ac:cxnSpMkLst>
            <pc:docMk/>
            <pc:sldMk cId="3122917793" sldId="260"/>
            <ac:cxnSpMk id="111" creationId="{B650495A-4ADE-3A4B-3192-BA118FC4710E}"/>
          </ac:cxnSpMkLst>
        </pc:cxnChg>
        <pc:cxnChg chg="add mod">
          <ac:chgData name="David Hedengren" userId="658bef35-c023-4c34-ad89-ec78a9d95ca6" providerId="ADAL" clId="{FBAF32F6-F88B-4240-8933-014DB28A2515}" dt="2024-09-03T07:05:26.120" v="1163"/>
          <ac:cxnSpMkLst>
            <pc:docMk/>
            <pc:sldMk cId="3122917793" sldId="260"/>
            <ac:cxnSpMk id="112" creationId="{07093CA4-EF61-1ED2-8419-8280A4A8BEEB}"/>
          </ac:cxnSpMkLst>
        </pc:cxnChg>
        <pc:cxnChg chg="add mod">
          <ac:chgData name="David Hedengren" userId="658bef35-c023-4c34-ad89-ec78a9d95ca6" providerId="ADAL" clId="{FBAF32F6-F88B-4240-8933-014DB28A2515}" dt="2024-09-03T07:05:26.120" v="1163"/>
          <ac:cxnSpMkLst>
            <pc:docMk/>
            <pc:sldMk cId="3122917793" sldId="260"/>
            <ac:cxnSpMk id="113" creationId="{19C647D0-7497-1875-E628-9CFF870CCDC7}"/>
          </ac:cxnSpMkLst>
        </pc:cxnChg>
        <pc:cxnChg chg="add mod">
          <ac:chgData name="David Hedengren" userId="658bef35-c023-4c34-ad89-ec78a9d95ca6" providerId="ADAL" clId="{FBAF32F6-F88B-4240-8933-014DB28A2515}" dt="2024-09-03T07:05:26.120" v="1163"/>
          <ac:cxnSpMkLst>
            <pc:docMk/>
            <pc:sldMk cId="3122917793" sldId="260"/>
            <ac:cxnSpMk id="114" creationId="{98A4BE71-AE99-B22B-172C-85A6871882CB}"/>
          </ac:cxnSpMkLst>
        </pc:cxnChg>
        <pc:cxnChg chg="add mod">
          <ac:chgData name="David Hedengren" userId="658bef35-c023-4c34-ad89-ec78a9d95ca6" providerId="ADAL" clId="{FBAF32F6-F88B-4240-8933-014DB28A2515}" dt="2024-09-03T07:05:26.120" v="1163"/>
          <ac:cxnSpMkLst>
            <pc:docMk/>
            <pc:sldMk cId="3122917793" sldId="260"/>
            <ac:cxnSpMk id="115" creationId="{0A18C368-F4BA-7FF8-A223-F05E53777484}"/>
          </ac:cxnSpMkLst>
        </pc:cxnChg>
        <pc:cxnChg chg="add mod">
          <ac:chgData name="David Hedengren" userId="658bef35-c023-4c34-ad89-ec78a9d95ca6" providerId="ADAL" clId="{FBAF32F6-F88B-4240-8933-014DB28A2515}" dt="2024-09-03T07:05:26.120" v="1163"/>
          <ac:cxnSpMkLst>
            <pc:docMk/>
            <pc:sldMk cId="3122917793" sldId="260"/>
            <ac:cxnSpMk id="116" creationId="{56C8ABE4-CE6A-3DAF-ACBF-01FE7F732C6A}"/>
          </ac:cxnSpMkLst>
        </pc:cxnChg>
        <pc:cxnChg chg="add mod">
          <ac:chgData name="David Hedengren" userId="658bef35-c023-4c34-ad89-ec78a9d95ca6" providerId="ADAL" clId="{FBAF32F6-F88B-4240-8933-014DB28A2515}" dt="2024-09-03T07:05:26.120" v="1163"/>
          <ac:cxnSpMkLst>
            <pc:docMk/>
            <pc:sldMk cId="3122917793" sldId="260"/>
            <ac:cxnSpMk id="117" creationId="{60F9D3A0-F3EE-10BB-0DE4-5289F997E94B}"/>
          </ac:cxnSpMkLst>
        </pc:cxnChg>
        <pc:cxnChg chg="add mod">
          <ac:chgData name="David Hedengren" userId="658bef35-c023-4c34-ad89-ec78a9d95ca6" providerId="ADAL" clId="{FBAF32F6-F88B-4240-8933-014DB28A2515}" dt="2024-09-03T07:05:26.120" v="1163"/>
          <ac:cxnSpMkLst>
            <pc:docMk/>
            <pc:sldMk cId="3122917793" sldId="260"/>
            <ac:cxnSpMk id="118" creationId="{17BAA4C4-9976-9EA5-5D10-01B2A65426D5}"/>
          </ac:cxnSpMkLst>
        </pc:cxnChg>
        <pc:cxnChg chg="add mod">
          <ac:chgData name="David Hedengren" userId="658bef35-c023-4c34-ad89-ec78a9d95ca6" providerId="ADAL" clId="{FBAF32F6-F88B-4240-8933-014DB28A2515}" dt="2024-09-03T07:05:26.120" v="1163"/>
          <ac:cxnSpMkLst>
            <pc:docMk/>
            <pc:sldMk cId="3122917793" sldId="260"/>
            <ac:cxnSpMk id="119" creationId="{1B68528A-4C9A-38F4-EF41-66C29B431AAA}"/>
          </ac:cxnSpMkLst>
        </pc:cxnChg>
        <pc:cxnChg chg="add mod">
          <ac:chgData name="David Hedengren" userId="658bef35-c023-4c34-ad89-ec78a9d95ca6" providerId="ADAL" clId="{FBAF32F6-F88B-4240-8933-014DB28A2515}" dt="2024-09-03T07:05:26.120" v="1163"/>
          <ac:cxnSpMkLst>
            <pc:docMk/>
            <pc:sldMk cId="3122917793" sldId="260"/>
            <ac:cxnSpMk id="120" creationId="{D2A659E6-E5C1-4E94-C554-861271494308}"/>
          </ac:cxnSpMkLst>
        </pc:cxnChg>
        <pc:cxnChg chg="add mod">
          <ac:chgData name="David Hedengren" userId="658bef35-c023-4c34-ad89-ec78a9d95ca6" providerId="ADAL" clId="{FBAF32F6-F88B-4240-8933-014DB28A2515}" dt="2024-09-03T07:05:26.120" v="1163"/>
          <ac:cxnSpMkLst>
            <pc:docMk/>
            <pc:sldMk cId="3122917793" sldId="260"/>
            <ac:cxnSpMk id="121" creationId="{27764B33-BF39-E175-2E42-C0DEF035DE1E}"/>
          </ac:cxnSpMkLst>
        </pc:cxnChg>
        <pc:cxnChg chg="add mod">
          <ac:chgData name="David Hedengren" userId="658bef35-c023-4c34-ad89-ec78a9d95ca6" providerId="ADAL" clId="{FBAF32F6-F88B-4240-8933-014DB28A2515}" dt="2024-09-03T07:05:26.120" v="1163"/>
          <ac:cxnSpMkLst>
            <pc:docMk/>
            <pc:sldMk cId="3122917793" sldId="260"/>
            <ac:cxnSpMk id="122" creationId="{3113617C-2EF0-57A7-9A9F-ED1AC2AEE9E0}"/>
          </ac:cxnSpMkLst>
        </pc:cxnChg>
        <pc:cxnChg chg="add mod">
          <ac:chgData name="David Hedengren" userId="658bef35-c023-4c34-ad89-ec78a9d95ca6" providerId="ADAL" clId="{FBAF32F6-F88B-4240-8933-014DB28A2515}" dt="2024-09-03T07:05:26.120" v="1163"/>
          <ac:cxnSpMkLst>
            <pc:docMk/>
            <pc:sldMk cId="3122917793" sldId="260"/>
            <ac:cxnSpMk id="123" creationId="{5F674EF3-EF4C-6C30-D7E9-033C2C0098E4}"/>
          </ac:cxnSpMkLst>
        </pc:cxnChg>
        <pc:cxnChg chg="add mod">
          <ac:chgData name="David Hedengren" userId="658bef35-c023-4c34-ad89-ec78a9d95ca6" providerId="ADAL" clId="{FBAF32F6-F88B-4240-8933-014DB28A2515}" dt="2024-09-03T07:05:26.120" v="1163"/>
          <ac:cxnSpMkLst>
            <pc:docMk/>
            <pc:sldMk cId="3122917793" sldId="260"/>
            <ac:cxnSpMk id="124" creationId="{2248A8E8-0DD7-3856-14FD-D0040225C238}"/>
          </ac:cxnSpMkLst>
        </pc:cxnChg>
        <pc:cxnChg chg="add mod">
          <ac:chgData name="David Hedengren" userId="658bef35-c023-4c34-ad89-ec78a9d95ca6" providerId="ADAL" clId="{FBAF32F6-F88B-4240-8933-014DB28A2515}" dt="2024-09-03T07:05:26.120" v="1163"/>
          <ac:cxnSpMkLst>
            <pc:docMk/>
            <pc:sldMk cId="3122917793" sldId="260"/>
            <ac:cxnSpMk id="125" creationId="{4DBCE55A-0094-8976-E960-D86530FB5807}"/>
          </ac:cxnSpMkLst>
        </pc:cxnChg>
        <pc:cxnChg chg="add mod">
          <ac:chgData name="David Hedengren" userId="658bef35-c023-4c34-ad89-ec78a9d95ca6" providerId="ADAL" clId="{FBAF32F6-F88B-4240-8933-014DB28A2515}" dt="2024-09-03T07:05:26.120" v="1163"/>
          <ac:cxnSpMkLst>
            <pc:docMk/>
            <pc:sldMk cId="3122917793" sldId="260"/>
            <ac:cxnSpMk id="126" creationId="{F66E1A8B-5ABE-1648-1EDE-39F099043C31}"/>
          </ac:cxnSpMkLst>
        </pc:cxnChg>
        <pc:cxnChg chg="add mod">
          <ac:chgData name="David Hedengren" userId="658bef35-c023-4c34-ad89-ec78a9d95ca6" providerId="ADAL" clId="{FBAF32F6-F88B-4240-8933-014DB28A2515}" dt="2024-09-03T07:05:26.120" v="1163"/>
          <ac:cxnSpMkLst>
            <pc:docMk/>
            <pc:sldMk cId="3122917793" sldId="260"/>
            <ac:cxnSpMk id="127" creationId="{57293994-FF4E-1A52-6342-A2DB0F6EB624}"/>
          </ac:cxnSpMkLst>
        </pc:cxnChg>
        <pc:cxnChg chg="add mod">
          <ac:chgData name="David Hedengren" userId="658bef35-c023-4c34-ad89-ec78a9d95ca6" providerId="ADAL" clId="{FBAF32F6-F88B-4240-8933-014DB28A2515}" dt="2024-09-03T07:05:26.120" v="1163"/>
          <ac:cxnSpMkLst>
            <pc:docMk/>
            <pc:sldMk cId="3122917793" sldId="260"/>
            <ac:cxnSpMk id="128" creationId="{3B0ED9F7-388D-2284-FE6B-AAB6EC58C830}"/>
          </ac:cxnSpMkLst>
        </pc:cxnChg>
        <pc:cxnChg chg="add mod">
          <ac:chgData name="David Hedengren" userId="658bef35-c023-4c34-ad89-ec78a9d95ca6" providerId="ADAL" clId="{FBAF32F6-F88B-4240-8933-014DB28A2515}" dt="2024-09-03T07:05:26.120" v="1163"/>
          <ac:cxnSpMkLst>
            <pc:docMk/>
            <pc:sldMk cId="3122917793" sldId="260"/>
            <ac:cxnSpMk id="129" creationId="{6DC3C170-B990-3EC3-A456-02823FA12EB2}"/>
          </ac:cxnSpMkLst>
        </pc:cxnChg>
        <pc:cxnChg chg="add mod">
          <ac:chgData name="David Hedengren" userId="658bef35-c023-4c34-ad89-ec78a9d95ca6" providerId="ADAL" clId="{FBAF32F6-F88B-4240-8933-014DB28A2515}" dt="2024-09-03T07:05:26.120" v="1163"/>
          <ac:cxnSpMkLst>
            <pc:docMk/>
            <pc:sldMk cId="3122917793" sldId="260"/>
            <ac:cxnSpMk id="130" creationId="{788D7BAF-E367-A998-8C3B-2838982A8B44}"/>
          </ac:cxnSpMkLst>
        </pc:cxnChg>
        <pc:cxnChg chg="add mod">
          <ac:chgData name="David Hedengren" userId="658bef35-c023-4c34-ad89-ec78a9d95ca6" providerId="ADAL" clId="{FBAF32F6-F88B-4240-8933-014DB28A2515}" dt="2024-09-03T07:05:26.120" v="1163"/>
          <ac:cxnSpMkLst>
            <pc:docMk/>
            <pc:sldMk cId="3122917793" sldId="260"/>
            <ac:cxnSpMk id="131" creationId="{C4213E5D-7A85-C01A-8786-432228EB316D}"/>
          </ac:cxnSpMkLst>
        </pc:cxnChg>
        <pc:cxnChg chg="add mod">
          <ac:chgData name="David Hedengren" userId="658bef35-c023-4c34-ad89-ec78a9d95ca6" providerId="ADAL" clId="{FBAF32F6-F88B-4240-8933-014DB28A2515}" dt="2024-09-03T07:05:26.120" v="1163"/>
          <ac:cxnSpMkLst>
            <pc:docMk/>
            <pc:sldMk cId="3122917793" sldId="260"/>
            <ac:cxnSpMk id="132" creationId="{BBC0FF8C-4445-1F00-5B99-0D98DA4A0285}"/>
          </ac:cxnSpMkLst>
        </pc:cxnChg>
        <pc:cxnChg chg="add mod">
          <ac:chgData name="David Hedengren" userId="658bef35-c023-4c34-ad89-ec78a9d95ca6" providerId="ADAL" clId="{FBAF32F6-F88B-4240-8933-014DB28A2515}" dt="2024-09-03T07:05:26.120" v="1163"/>
          <ac:cxnSpMkLst>
            <pc:docMk/>
            <pc:sldMk cId="3122917793" sldId="260"/>
            <ac:cxnSpMk id="133" creationId="{2127A4BB-BDD3-B43C-1B68-9C505F60C14F}"/>
          </ac:cxnSpMkLst>
        </pc:cxnChg>
        <pc:cxnChg chg="add mod">
          <ac:chgData name="David Hedengren" userId="658bef35-c023-4c34-ad89-ec78a9d95ca6" providerId="ADAL" clId="{FBAF32F6-F88B-4240-8933-014DB28A2515}" dt="2024-09-03T07:05:26.120" v="1163"/>
          <ac:cxnSpMkLst>
            <pc:docMk/>
            <pc:sldMk cId="3122917793" sldId="260"/>
            <ac:cxnSpMk id="134" creationId="{1E188466-B320-C290-4F1D-68E8017D73BE}"/>
          </ac:cxnSpMkLst>
        </pc:cxnChg>
        <pc:cxnChg chg="add mod">
          <ac:chgData name="David Hedengren" userId="658bef35-c023-4c34-ad89-ec78a9d95ca6" providerId="ADAL" clId="{FBAF32F6-F88B-4240-8933-014DB28A2515}" dt="2024-09-03T07:05:26.120" v="1163"/>
          <ac:cxnSpMkLst>
            <pc:docMk/>
            <pc:sldMk cId="3122917793" sldId="260"/>
            <ac:cxnSpMk id="135" creationId="{B4045CD6-BAAE-3281-5F20-49BCE208DA00}"/>
          </ac:cxnSpMkLst>
        </pc:cxnChg>
        <pc:cxnChg chg="add mod">
          <ac:chgData name="David Hedengren" userId="658bef35-c023-4c34-ad89-ec78a9d95ca6" providerId="ADAL" clId="{FBAF32F6-F88B-4240-8933-014DB28A2515}" dt="2024-09-03T07:05:26.120" v="1163"/>
          <ac:cxnSpMkLst>
            <pc:docMk/>
            <pc:sldMk cId="3122917793" sldId="260"/>
            <ac:cxnSpMk id="136" creationId="{527C4EA2-A808-D96D-B4E6-1304973A7554}"/>
          </ac:cxnSpMkLst>
        </pc:cxnChg>
        <pc:cxnChg chg="add mod">
          <ac:chgData name="David Hedengren" userId="658bef35-c023-4c34-ad89-ec78a9d95ca6" providerId="ADAL" clId="{FBAF32F6-F88B-4240-8933-014DB28A2515}" dt="2024-09-03T07:05:26.120" v="1163"/>
          <ac:cxnSpMkLst>
            <pc:docMk/>
            <pc:sldMk cId="3122917793" sldId="260"/>
            <ac:cxnSpMk id="137" creationId="{68DA8943-9CDD-665F-DC00-26E255886B72}"/>
          </ac:cxnSpMkLst>
        </pc:cxnChg>
        <pc:cxnChg chg="add mod">
          <ac:chgData name="David Hedengren" userId="658bef35-c023-4c34-ad89-ec78a9d95ca6" providerId="ADAL" clId="{FBAF32F6-F88B-4240-8933-014DB28A2515}" dt="2024-09-03T07:05:26.120" v="1163"/>
          <ac:cxnSpMkLst>
            <pc:docMk/>
            <pc:sldMk cId="3122917793" sldId="260"/>
            <ac:cxnSpMk id="138" creationId="{C0F80A04-ABC4-82F4-00CB-6AFAC1AFAA8A}"/>
          </ac:cxnSpMkLst>
        </pc:cxnChg>
        <pc:cxnChg chg="add mod">
          <ac:chgData name="David Hedengren" userId="658bef35-c023-4c34-ad89-ec78a9d95ca6" providerId="ADAL" clId="{FBAF32F6-F88B-4240-8933-014DB28A2515}" dt="2024-09-03T07:05:26.120" v="1163"/>
          <ac:cxnSpMkLst>
            <pc:docMk/>
            <pc:sldMk cId="3122917793" sldId="260"/>
            <ac:cxnSpMk id="139" creationId="{774B786B-EEBC-407E-E06D-8DE540332724}"/>
          </ac:cxnSpMkLst>
        </pc:cxnChg>
        <pc:cxnChg chg="add mod">
          <ac:chgData name="David Hedengren" userId="658bef35-c023-4c34-ad89-ec78a9d95ca6" providerId="ADAL" clId="{FBAF32F6-F88B-4240-8933-014DB28A2515}" dt="2024-09-03T07:05:26.120" v="1163"/>
          <ac:cxnSpMkLst>
            <pc:docMk/>
            <pc:sldMk cId="3122917793" sldId="260"/>
            <ac:cxnSpMk id="140" creationId="{30A06794-7B5D-36B0-E16F-BD2D9C616660}"/>
          </ac:cxnSpMkLst>
        </pc:cxnChg>
        <pc:cxnChg chg="add mod">
          <ac:chgData name="David Hedengren" userId="658bef35-c023-4c34-ad89-ec78a9d95ca6" providerId="ADAL" clId="{FBAF32F6-F88B-4240-8933-014DB28A2515}" dt="2024-09-03T07:05:26.120" v="1163"/>
          <ac:cxnSpMkLst>
            <pc:docMk/>
            <pc:sldMk cId="3122917793" sldId="260"/>
            <ac:cxnSpMk id="141" creationId="{81050CE4-6BF2-AB46-D7A2-E66FB9F885B3}"/>
          </ac:cxnSpMkLst>
        </pc:cxnChg>
        <pc:cxnChg chg="add mod">
          <ac:chgData name="David Hedengren" userId="658bef35-c023-4c34-ad89-ec78a9d95ca6" providerId="ADAL" clId="{FBAF32F6-F88B-4240-8933-014DB28A2515}" dt="2024-09-03T07:05:26.120" v="1163"/>
          <ac:cxnSpMkLst>
            <pc:docMk/>
            <pc:sldMk cId="3122917793" sldId="260"/>
            <ac:cxnSpMk id="142" creationId="{2D792A90-DDA5-B1C1-B00F-9C526B1CE3D4}"/>
          </ac:cxnSpMkLst>
        </pc:cxnChg>
        <pc:cxnChg chg="add mod">
          <ac:chgData name="David Hedengren" userId="658bef35-c023-4c34-ad89-ec78a9d95ca6" providerId="ADAL" clId="{FBAF32F6-F88B-4240-8933-014DB28A2515}" dt="2024-09-03T07:05:26.120" v="1163"/>
          <ac:cxnSpMkLst>
            <pc:docMk/>
            <pc:sldMk cId="3122917793" sldId="260"/>
            <ac:cxnSpMk id="143" creationId="{6B066CAD-D834-C483-AFFB-5ABA3609164A}"/>
          </ac:cxnSpMkLst>
        </pc:cxnChg>
        <pc:cxnChg chg="add mod">
          <ac:chgData name="David Hedengren" userId="658bef35-c023-4c34-ad89-ec78a9d95ca6" providerId="ADAL" clId="{FBAF32F6-F88B-4240-8933-014DB28A2515}" dt="2024-09-03T07:05:26.120" v="1163"/>
          <ac:cxnSpMkLst>
            <pc:docMk/>
            <pc:sldMk cId="3122917793" sldId="260"/>
            <ac:cxnSpMk id="144" creationId="{68AF022F-D181-9924-C0D7-3EBD6355C034}"/>
          </ac:cxnSpMkLst>
        </pc:cxnChg>
        <pc:cxnChg chg="add mod">
          <ac:chgData name="David Hedengren" userId="658bef35-c023-4c34-ad89-ec78a9d95ca6" providerId="ADAL" clId="{FBAF32F6-F88B-4240-8933-014DB28A2515}" dt="2024-09-03T07:05:26.120" v="1163"/>
          <ac:cxnSpMkLst>
            <pc:docMk/>
            <pc:sldMk cId="3122917793" sldId="260"/>
            <ac:cxnSpMk id="145" creationId="{B3AE1731-1C92-E7F6-1D17-D11060DA0923}"/>
          </ac:cxnSpMkLst>
        </pc:cxnChg>
        <pc:cxnChg chg="add mod">
          <ac:chgData name="David Hedengren" userId="658bef35-c023-4c34-ad89-ec78a9d95ca6" providerId="ADAL" clId="{FBAF32F6-F88B-4240-8933-014DB28A2515}" dt="2024-09-03T07:05:26.120" v="1163"/>
          <ac:cxnSpMkLst>
            <pc:docMk/>
            <pc:sldMk cId="3122917793" sldId="260"/>
            <ac:cxnSpMk id="146" creationId="{FAE5A56B-459B-479B-1B16-588809202CEF}"/>
          </ac:cxnSpMkLst>
        </pc:cxnChg>
        <pc:cxnChg chg="add mod">
          <ac:chgData name="David Hedengren" userId="658bef35-c023-4c34-ad89-ec78a9d95ca6" providerId="ADAL" clId="{FBAF32F6-F88B-4240-8933-014DB28A2515}" dt="2024-09-03T07:05:26.120" v="1163"/>
          <ac:cxnSpMkLst>
            <pc:docMk/>
            <pc:sldMk cId="3122917793" sldId="260"/>
            <ac:cxnSpMk id="147" creationId="{6AE936D4-1953-4A5D-E3EC-682279AB9712}"/>
          </ac:cxnSpMkLst>
        </pc:cxnChg>
        <pc:cxnChg chg="add mod">
          <ac:chgData name="David Hedengren" userId="658bef35-c023-4c34-ad89-ec78a9d95ca6" providerId="ADAL" clId="{FBAF32F6-F88B-4240-8933-014DB28A2515}" dt="2024-09-03T07:05:26.120" v="1163"/>
          <ac:cxnSpMkLst>
            <pc:docMk/>
            <pc:sldMk cId="3122917793" sldId="260"/>
            <ac:cxnSpMk id="148" creationId="{870C7A94-3AA6-3CE5-5014-C35AB6BDB9CA}"/>
          </ac:cxnSpMkLst>
        </pc:cxnChg>
        <pc:cxnChg chg="add mod">
          <ac:chgData name="David Hedengren" userId="658bef35-c023-4c34-ad89-ec78a9d95ca6" providerId="ADAL" clId="{FBAF32F6-F88B-4240-8933-014DB28A2515}" dt="2024-09-03T07:05:26.120" v="1163"/>
          <ac:cxnSpMkLst>
            <pc:docMk/>
            <pc:sldMk cId="3122917793" sldId="260"/>
            <ac:cxnSpMk id="149" creationId="{54B6B89C-3ED6-A1BB-32AF-B7CC7E0B80BC}"/>
          </ac:cxnSpMkLst>
        </pc:cxnChg>
        <pc:cxnChg chg="add mod">
          <ac:chgData name="David Hedengren" userId="658bef35-c023-4c34-ad89-ec78a9d95ca6" providerId="ADAL" clId="{FBAF32F6-F88B-4240-8933-014DB28A2515}" dt="2024-09-03T07:05:26.120" v="1163"/>
          <ac:cxnSpMkLst>
            <pc:docMk/>
            <pc:sldMk cId="3122917793" sldId="260"/>
            <ac:cxnSpMk id="150" creationId="{BE1D3AE6-C933-C109-B5E7-D6389577EE30}"/>
          </ac:cxnSpMkLst>
        </pc:cxnChg>
        <pc:cxnChg chg="add mod">
          <ac:chgData name="David Hedengren" userId="658bef35-c023-4c34-ad89-ec78a9d95ca6" providerId="ADAL" clId="{FBAF32F6-F88B-4240-8933-014DB28A2515}" dt="2024-09-03T07:05:26.120" v="1163"/>
          <ac:cxnSpMkLst>
            <pc:docMk/>
            <pc:sldMk cId="3122917793" sldId="260"/>
            <ac:cxnSpMk id="151" creationId="{5E5BB318-83CB-15E9-3103-18882C3FE801}"/>
          </ac:cxnSpMkLst>
        </pc:cxnChg>
        <pc:cxnChg chg="add mod">
          <ac:chgData name="David Hedengren" userId="658bef35-c023-4c34-ad89-ec78a9d95ca6" providerId="ADAL" clId="{FBAF32F6-F88B-4240-8933-014DB28A2515}" dt="2024-09-03T07:05:26.120" v="1163"/>
          <ac:cxnSpMkLst>
            <pc:docMk/>
            <pc:sldMk cId="3122917793" sldId="260"/>
            <ac:cxnSpMk id="152" creationId="{1E649CCD-7EEB-852B-334F-02E76731779B}"/>
          </ac:cxnSpMkLst>
        </pc:cxnChg>
        <pc:cxnChg chg="mod">
          <ac:chgData name="David Hedengren" userId="658bef35-c023-4c34-ad89-ec78a9d95ca6" providerId="ADAL" clId="{FBAF32F6-F88B-4240-8933-014DB28A2515}" dt="2024-09-03T07:06:04.313" v="1168" actId="207"/>
          <ac:cxnSpMkLst>
            <pc:docMk/>
            <pc:sldMk cId="3122917793" sldId="260"/>
            <ac:cxnSpMk id="155" creationId="{0340A9EF-5C4D-23AD-59BC-7FAC4908BC4E}"/>
          </ac:cxnSpMkLst>
        </pc:cxnChg>
        <pc:cxnChg chg="mod">
          <ac:chgData name="David Hedengren" userId="658bef35-c023-4c34-ad89-ec78a9d95ca6" providerId="ADAL" clId="{FBAF32F6-F88B-4240-8933-014DB28A2515}" dt="2024-09-03T07:06:04.313" v="1168" actId="207"/>
          <ac:cxnSpMkLst>
            <pc:docMk/>
            <pc:sldMk cId="3122917793" sldId="260"/>
            <ac:cxnSpMk id="156" creationId="{E1C08C7B-196E-8F19-A730-3D6FE48D6850}"/>
          </ac:cxnSpMkLst>
        </pc:cxnChg>
        <pc:cxnChg chg="mod">
          <ac:chgData name="David Hedengren" userId="658bef35-c023-4c34-ad89-ec78a9d95ca6" providerId="ADAL" clId="{FBAF32F6-F88B-4240-8933-014DB28A2515}" dt="2024-09-03T07:06:04.313" v="1168" actId="207"/>
          <ac:cxnSpMkLst>
            <pc:docMk/>
            <pc:sldMk cId="3122917793" sldId="260"/>
            <ac:cxnSpMk id="157" creationId="{05DD03C1-CAB0-325C-CAB2-C486DE1BB340}"/>
          </ac:cxnSpMkLst>
        </pc:cxnChg>
        <pc:cxnChg chg="mod">
          <ac:chgData name="David Hedengren" userId="658bef35-c023-4c34-ad89-ec78a9d95ca6" providerId="ADAL" clId="{FBAF32F6-F88B-4240-8933-014DB28A2515}" dt="2024-09-03T07:06:04.313" v="1168" actId="207"/>
          <ac:cxnSpMkLst>
            <pc:docMk/>
            <pc:sldMk cId="3122917793" sldId="260"/>
            <ac:cxnSpMk id="158" creationId="{62428C6E-4CBA-4D5C-90E3-4BA227342D36}"/>
          </ac:cxnSpMkLst>
        </pc:cxnChg>
        <pc:cxnChg chg="add mod">
          <ac:chgData name="David Hedengren" userId="658bef35-c023-4c34-ad89-ec78a9d95ca6" providerId="ADAL" clId="{FBAF32F6-F88B-4240-8933-014DB28A2515}" dt="2024-09-03T07:05:26.120" v="1163"/>
          <ac:cxnSpMkLst>
            <pc:docMk/>
            <pc:sldMk cId="3122917793" sldId="260"/>
            <ac:cxnSpMk id="160" creationId="{6ACBD7FC-C206-150E-37E4-64C763C7620D}"/>
          </ac:cxnSpMkLst>
        </pc:cxnChg>
        <pc:cxnChg chg="add mod">
          <ac:chgData name="David Hedengren" userId="658bef35-c023-4c34-ad89-ec78a9d95ca6" providerId="ADAL" clId="{FBAF32F6-F88B-4240-8933-014DB28A2515}" dt="2024-09-03T07:05:26.120" v="1163"/>
          <ac:cxnSpMkLst>
            <pc:docMk/>
            <pc:sldMk cId="3122917793" sldId="260"/>
            <ac:cxnSpMk id="161" creationId="{7D2BC2A2-C667-78B0-4D3A-B19DAA4AB472}"/>
          </ac:cxnSpMkLst>
        </pc:cxnChg>
      </pc:sldChg>
      <pc:sldChg chg="addSp delSp modSp add mod modAnim">
        <pc:chgData name="David Hedengren" userId="658bef35-c023-4c34-ad89-ec78a9d95ca6" providerId="ADAL" clId="{FBAF32F6-F88B-4240-8933-014DB28A2515}" dt="2024-09-04T07:27:41.978" v="5547"/>
        <pc:sldMkLst>
          <pc:docMk/>
          <pc:sldMk cId="781354172" sldId="261"/>
        </pc:sldMkLst>
        <pc:spChg chg="add del mod">
          <ac:chgData name="David Hedengren" userId="658bef35-c023-4c34-ad89-ec78a9d95ca6" providerId="ADAL" clId="{FBAF32F6-F88B-4240-8933-014DB28A2515}" dt="2024-09-03T10:40:23.482" v="4029" actId="478"/>
          <ac:spMkLst>
            <pc:docMk/>
            <pc:sldMk cId="781354172" sldId="261"/>
            <ac:spMk id="2" creationId="{BAAA6B59-0CB7-7933-85D9-E90655AC3456}"/>
          </ac:spMkLst>
        </pc:spChg>
        <pc:spChg chg="mod">
          <ac:chgData name="David Hedengren" userId="658bef35-c023-4c34-ad89-ec78a9d95ca6" providerId="ADAL" clId="{FBAF32F6-F88B-4240-8933-014DB28A2515}" dt="2024-09-03T07:08:12.530" v="1188" actId="1038"/>
          <ac:spMkLst>
            <pc:docMk/>
            <pc:sldMk cId="781354172" sldId="261"/>
            <ac:spMk id="72" creationId="{55D9842C-B2B0-14D1-EA68-6CFD725910C1}"/>
          </ac:spMkLst>
        </pc:spChg>
        <pc:spChg chg="mod">
          <ac:chgData name="David Hedengren" userId="658bef35-c023-4c34-ad89-ec78a9d95ca6" providerId="ADAL" clId="{FBAF32F6-F88B-4240-8933-014DB28A2515}" dt="2024-09-03T07:08:12.530" v="1188" actId="1038"/>
          <ac:spMkLst>
            <pc:docMk/>
            <pc:sldMk cId="781354172" sldId="261"/>
            <ac:spMk id="73" creationId="{C4821115-9D8E-7629-75B5-761B07DF8250}"/>
          </ac:spMkLst>
        </pc:spChg>
        <pc:spChg chg="mod">
          <ac:chgData name="David Hedengren" userId="658bef35-c023-4c34-ad89-ec78a9d95ca6" providerId="ADAL" clId="{FBAF32F6-F88B-4240-8933-014DB28A2515}" dt="2024-09-03T07:08:12.530" v="1188" actId="1038"/>
          <ac:spMkLst>
            <pc:docMk/>
            <pc:sldMk cId="781354172" sldId="261"/>
            <ac:spMk id="74" creationId="{15BC60AC-F5D9-004D-A7B9-17EC1800E3C2}"/>
          </ac:spMkLst>
        </pc:spChg>
        <pc:spChg chg="mod">
          <ac:chgData name="David Hedengren" userId="658bef35-c023-4c34-ad89-ec78a9d95ca6" providerId="ADAL" clId="{FBAF32F6-F88B-4240-8933-014DB28A2515}" dt="2024-09-03T07:08:12.530" v="1188" actId="1038"/>
          <ac:spMkLst>
            <pc:docMk/>
            <pc:sldMk cId="781354172" sldId="261"/>
            <ac:spMk id="75" creationId="{CF22E862-0FA4-087A-C691-C9D541C3FF7F}"/>
          </ac:spMkLst>
        </pc:spChg>
        <pc:spChg chg="mod">
          <ac:chgData name="David Hedengren" userId="658bef35-c023-4c34-ad89-ec78a9d95ca6" providerId="ADAL" clId="{FBAF32F6-F88B-4240-8933-014DB28A2515}" dt="2024-09-03T07:08:12.530" v="1188" actId="1038"/>
          <ac:spMkLst>
            <pc:docMk/>
            <pc:sldMk cId="781354172" sldId="261"/>
            <ac:spMk id="76" creationId="{13C609C9-8E0F-457C-00A2-1C07092FF2C9}"/>
          </ac:spMkLst>
        </pc:spChg>
        <pc:spChg chg="mod">
          <ac:chgData name="David Hedengren" userId="658bef35-c023-4c34-ad89-ec78a9d95ca6" providerId="ADAL" clId="{FBAF32F6-F88B-4240-8933-014DB28A2515}" dt="2024-09-03T07:08:12.530" v="1188" actId="1038"/>
          <ac:spMkLst>
            <pc:docMk/>
            <pc:sldMk cId="781354172" sldId="261"/>
            <ac:spMk id="77" creationId="{2AD3FB0A-004A-C4A2-D978-B1D8A1FE1094}"/>
          </ac:spMkLst>
        </pc:spChg>
        <pc:spChg chg="mod">
          <ac:chgData name="David Hedengren" userId="658bef35-c023-4c34-ad89-ec78a9d95ca6" providerId="ADAL" clId="{FBAF32F6-F88B-4240-8933-014DB28A2515}" dt="2024-09-03T07:08:12.530" v="1188" actId="1038"/>
          <ac:spMkLst>
            <pc:docMk/>
            <pc:sldMk cId="781354172" sldId="261"/>
            <ac:spMk id="78" creationId="{A2156671-1FAE-44BF-83D0-C51D02E66380}"/>
          </ac:spMkLst>
        </pc:spChg>
        <pc:spChg chg="mod">
          <ac:chgData name="David Hedengren" userId="658bef35-c023-4c34-ad89-ec78a9d95ca6" providerId="ADAL" clId="{FBAF32F6-F88B-4240-8933-014DB28A2515}" dt="2024-09-03T07:08:12.530" v="1188" actId="1038"/>
          <ac:spMkLst>
            <pc:docMk/>
            <pc:sldMk cId="781354172" sldId="261"/>
            <ac:spMk id="79" creationId="{628EF56D-EB17-BD1E-DD00-193C329952ED}"/>
          </ac:spMkLst>
        </pc:spChg>
        <pc:spChg chg="mod">
          <ac:chgData name="David Hedengren" userId="658bef35-c023-4c34-ad89-ec78a9d95ca6" providerId="ADAL" clId="{FBAF32F6-F88B-4240-8933-014DB28A2515}" dt="2024-09-03T07:08:12.530" v="1188" actId="1038"/>
          <ac:spMkLst>
            <pc:docMk/>
            <pc:sldMk cId="781354172" sldId="261"/>
            <ac:spMk id="80" creationId="{5818AF7E-A3D8-5B7A-D132-F9780743B065}"/>
          </ac:spMkLst>
        </pc:spChg>
        <pc:spChg chg="mod">
          <ac:chgData name="David Hedengren" userId="658bef35-c023-4c34-ad89-ec78a9d95ca6" providerId="ADAL" clId="{FBAF32F6-F88B-4240-8933-014DB28A2515}" dt="2024-09-03T07:08:12.530" v="1188" actId="1038"/>
          <ac:spMkLst>
            <pc:docMk/>
            <pc:sldMk cId="781354172" sldId="261"/>
            <ac:spMk id="159" creationId="{196BD3AE-0760-3BF7-78CE-0BBA1C69168E}"/>
          </ac:spMkLst>
        </pc:spChg>
        <pc:spChg chg="mod">
          <ac:chgData name="David Hedengren" userId="658bef35-c023-4c34-ad89-ec78a9d95ca6" providerId="ADAL" clId="{FBAF32F6-F88B-4240-8933-014DB28A2515}" dt="2024-09-03T07:08:12.530" v="1188" actId="1038"/>
          <ac:spMkLst>
            <pc:docMk/>
            <pc:sldMk cId="781354172" sldId="261"/>
            <ac:spMk id="162" creationId="{8734D0A6-C029-A41A-9DB7-B2553197786C}"/>
          </ac:spMkLst>
        </pc:spChg>
        <pc:spChg chg="add del mod">
          <ac:chgData name="David Hedengren" userId="658bef35-c023-4c34-ad89-ec78a9d95ca6" providerId="ADAL" clId="{FBAF32F6-F88B-4240-8933-014DB28A2515}" dt="2024-09-03T10:40:25.238" v="4030" actId="478"/>
          <ac:spMkLst>
            <pc:docMk/>
            <pc:sldMk cId="781354172" sldId="261"/>
            <ac:spMk id="163" creationId="{92C569AD-F8F1-A7CE-E853-F5A1528B194F}"/>
          </ac:spMkLst>
        </pc:spChg>
        <pc:spChg chg="add mod">
          <ac:chgData name="David Hedengren" userId="658bef35-c023-4c34-ad89-ec78a9d95ca6" providerId="ADAL" clId="{FBAF32F6-F88B-4240-8933-014DB28A2515}" dt="2024-09-04T07:26:43.485" v="5545" actId="1076"/>
          <ac:spMkLst>
            <pc:docMk/>
            <pc:sldMk cId="781354172" sldId="261"/>
            <ac:spMk id="164" creationId="{473C2BD7-CCCA-5C60-5F67-598FAEF5ABCC}"/>
          </ac:spMkLst>
        </pc:spChg>
        <pc:grpChg chg="mod">
          <ac:chgData name="David Hedengren" userId="658bef35-c023-4c34-ad89-ec78a9d95ca6" providerId="ADAL" clId="{FBAF32F6-F88B-4240-8933-014DB28A2515}" dt="2024-09-03T07:08:12.530" v="1188" actId="1038"/>
          <ac:grpSpMkLst>
            <pc:docMk/>
            <pc:sldMk cId="781354172" sldId="261"/>
            <ac:grpSpMk id="3" creationId="{3AE6370B-DB2F-C8D7-98A1-1738B35637A0}"/>
          </ac:grpSpMkLst>
        </pc:grpChg>
        <pc:grpChg chg="mod">
          <ac:chgData name="David Hedengren" userId="658bef35-c023-4c34-ad89-ec78a9d95ca6" providerId="ADAL" clId="{FBAF32F6-F88B-4240-8933-014DB28A2515}" dt="2024-09-03T07:08:12.530" v="1188" actId="1038"/>
          <ac:grpSpMkLst>
            <pc:docMk/>
            <pc:sldMk cId="781354172" sldId="261"/>
            <ac:grpSpMk id="9" creationId="{3F60DBDC-A12D-95E6-827E-E396706E61A1}"/>
          </ac:grpSpMkLst>
        </pc:grpChg>
        <pc:grpChg chg="mod">
          <ac:chgData name="David Hedengren" userId="658bef35-c023-4c34-ad89-ec78a9d95ca6" providerId="ADAL" clId="{FBAF32F6-F88B-4240-8933-014DB28A2515}" dt="2024-09-03T07:08:12.530" v="1188" actId="1038"/>
          <ac:grpSpMkLst>
            <pc:docMk/>
            <pc:sldMk cId="781354172" sldId="261"/>
            <ac:grpSpMk id="15" creationId="{D6028F98-D546-E4DC-F210-D657887693AD}"/>
          </ac:grpSpMkLst>
        </pc:grpChg>
        <pc:grpChg chg="mod">
          <ac:chgData name="David Hedengren" userId="658bef35-c023-4c34-ad89-ec78a9d95ca6" providerId="ADAL" clId="{FBAF32F6-F88B-4240-8933-014DB28A2515}" dt="2024-09-03T07:08:12.530" v="1188" actId="1038"/>
          <ac:grpSpMkLst>
            <pc:docMk/>
            <pc:sldMk cId="781354172" sldId="261"/>
            <ac:grpSpMk id="21" creationId="{5D2D0317-3160-AD4B-031C-220862EF8340}"/>
          </ac:grpSpMkLst>
        </pc:grpChg>
        <pc:grpChg chg="mod">
          <ac:chgData name="David Hedengren" userId="658bef35-c023-4c34-ad89-ec78a9d95ca6" providerId="ADAL" clId="{FBAF32F6-F88B-4240-8933-014DB28A2515}" dt="2024-09-03T07:08:12.530" v="1188" actId="1038"/>
          <ac:grpSpMkLst>
            <pc:docMk/>
            <pc:sldMk cId="781354172" sldId="261"/>
            <ac:grpSpMk id="27" creationId="{ADAEB1C1-C1CB-40E0-A296-94E31FF7508F}"/>
          </ac:grpSpMkLst>
        </pc:grpChg>
        <pc:grpChg chg="mod">
          <ac:chgData name="David Hedengren" userId="658bef35-c023-4c34-ad89-ec78a9d95ca6" providerId="ADAL" clId="{FBAF32F6-F88B-4240-8933-014DB28A2515}" dt="2024-09-03T07:08:12.530" v="1188" actId="1038"/>
          <ac:grpSpMkLst>
            <pc:docMk/>
            <pc:sldMk cId="781354172" sldId="261"/>
            <ac:grpSpMk id="33" creationId="{7D4A0FF3-8E64-DC8C-815C-910FADE9B90A}"/>
          </ac:grpSpMkLst>
        </pc:grpChg>
        <pc:grpChg chg="mod">
          <ac:chgData name="David Hedengren" userId="658bef35-c023-4c34-ad89-ec78a9d95ca6" providerId="ADAL" clId="{FBAF32F6-F88B-4240-8933-014DB28A2515}" dt="2024-09-03T07:08:12.530" v="1188" actId="1038"/>
          <ac:grpSpMkLst>
            <pc:docMk/>
            <pc:sldMk cId="781354172" sldId="261"/>
            <ac:grpSpMk id="39" creationId="{A1E30918-167B-A722-EBAB-B0C9CBC765BE}"/>
          </ac:grpSpMkLst>
        </pc:grpChg>
        <pc:grpChg chg="mod">
          <ac:chgData name="David Hedengren" userId="658bef35-c023-4c34-ad89-ec78a9d95ca6" providerId="ADAL" clId="{FBAF32F6-F88B-4240-8933-014DB28A2515}" dt="2024-09-03T07:08:12.530" v="1188" actId="1038"/>
          <ac:grpSpMkLst>
            <pc:docMk/>
            <pc:sldMk cId="781354172" sldId="261"/>
            <ac:grpSpMk id="45" creationId="{A9ECFFB7-6EA7-27B3-5D7D-9891F1EBF32F}"/>
          </ac:grpSpMkLst>
        </pc:grpChg>
        <pc:grpChg chg="mod">
          <ac:chgData name="David Hedengren" userId="658bef35-c023-4c34-ad89-ec78a9d95ca6" providerId="ADAL" clId="{FBAF32F6-F88B-4240-8933-014DB28A2515}" dt="2024-09-03T07:08:12.530" v="1188" actId="1038"/>
          <ac:grpSpMkLst>
            <pc:docMk/>
            <pc:sldMk cId="781354172" sldId="261"/>
            <ac:grpSpMk id="51" creationId="{CD7F9EBA-2DF8-1BEB-238E-F18A2BEBB219}"/>
          </ac:grpSpMkLst>
        </pc:grpChg>
        <pc:grpChg chg="mod">
          <ac:chgData name="David Hedengren" userId="658bef35-c023-4c34-ad89-ec78a9d95ca6" providerId="ADAL" clId="{FBAF32F6-F88B-4240-8933-014DB28A2515}" dt="2024-09-03T07:08:12.530" v="1188" actId="1038"/>
          <ac:grpSpMkLst>
            <pc:docMk/>
            <pc:sldMk cId="781354172" sldId="261"/>
            <ac:grpSpMk id="57" creationId="{817C2C6A-C746-0E8A-1840-6AC3DDB62861}"/>
          </ac:grpSpMkLst>
        </pc:grpChg>
        <pc:grpChg chg="mod">
          <ac:chgData name="David Hedengren" userId="658bef35-c023-4c34-ad89-ec78a9d95ca6" providerId="ADAL" clId="{FBAF32F6-F88B-4240-8933-014DB28A2515}" dt="2024-09-03T07:08:12.530" v="1188" actId="1038"/>
          <ac:grpSpMkLst>
            <pc:docMk/>
            <pc:sldMk cId="781354172" sldId="261"/>
            <ac:grpSpMk id="153" creationId="{10F73810-E3EA-78C8-85AB-703D5776E7B4}"/>
          </ac:grpSpMkLst>
        </pc:grpChg>
        <pc:cxnChg chg="mod">
          <ac:chgData name="David Hedengren" userId="658bef35-c023-4c34-ad89-ec78a9d95ca6" providerId="ADAL" clId="{FBAF32F6-F88B-4240-8933-014DB28A2515}" dt="2024-09-03T07:08:12.530" v="1188" actId="1038"/>
          <ac:cxnSpMkLst>
            <pc:docMk/>
            <pc:sldMk cId="781354172" sldId="261"/>
            <ac:cxnSpMk id="63" creationId="{D7D79E59-C20B-D4EE-BC99-8D12C74E44CB}"/>
          </ac:cxnSpMkLst>
        </pc:cxnChg>
        <pc:cxnChg chg="mod">
          <ac:chgData name="David Hedengren" userId="658bef35-c023-4c34-ad89-ec78a9d95ca6" providerId="ADAL" clId="{FBAF32F6-F88B-4240-8933-014DB28A2515}" dt="2024-09-03T07:08:12.530" v="1188" actId="1038"/>
          <ac:cxnSpMkLst>
            <pc:docMk/>
            <pc:sldMk cId="781354172" sldId="261"/>
            <ac:cxnSpMk id="64" creationId="{D3C602AB-96F6-3AB9-DD5C-C1A3116B2E07}"/>
          </ac:cxnSpMkLst>
        </pc:cxnChg>
        <pc:cxnChg chg="mod">
          <ac:chgData name="David Hedengren" userId="658bef35-c023-4c34-ad89-ec78a9d95ca6" providerId="ADAL" clId="{FBAF32F6-F88B-4240-8933-014DB28A2515}" dt="2024-09-03T07:08:12.530" v="1188" actId="1038"/>
          <ac:cxnSpMkLst>
            <pc:docMk/>
            <pc:sldMk cId="781354172" sldId="261"/>
            <ac:cxnSpMk id="65" creationId="{47F4018E-19D4-74D8-A0CF-4592C3694716}"/>
          </ac:cxnSpMkLst>
        </pc:cxnChg>
        <pc:cxnChg chg="mod">
          <ac:chgData name="David Hedengren" userId="658bef35-c023-4c34-ad89-ec78a9d95ca6" providerId="ADAL" clId="{FBAF32F6-F88B-4240-8933-014DB28A2515}" dt="2024-09-03T07:08:12.530" v="1188" actId="1038"/>
          <ac:cxnSpMkLst>
            <pc:docMk/>
            <pc:sldMk cId="781354172" sldId="261"/>
            <ac:cxnSpMk id="66" creationId="{B50CAD06-089B-1195-0444-D6BB3518103F}"/>
          </ac:cxnSpMkLst>
        </pc:cxnChg>
        <pc:cxnChg chg="mod">
          <ac:chgData name="David Hedengren" userId="658bef35-c023-4c34-ad89-ec78a9d95ca6" providerId="ADAL" clId="{FBAF32F6-F88B-4240-8933-014DB28A2515}" dt="2024-09-03T07:08:12.530" v="1188" actId="1038"/>
          <ac:cxnSpMkLst>
            <pc:docMk/>
            <pc:sldMk cId="781354172" sldId="261"/>
            <ac:cxnSpMk id="67" creationId="{23F88241-0BE9-E93B-1CB8-51CA175F0D63}"/>
          </ac:cxnSpMkLst>
        </pc:cxnChg>
        <pc:cxnChg chg="mod">
          <ac:chgData name="David Hedengren" userId="658bef35-c023-4c34-ad89-ec78a9d95ca6" providerId="ADAL" clId="{FBAF32F6-F88B-4240-8933-014DB28A2515}" dt="2024-09-03T07:08:12.530" v="1188" actId="1038"/>
          <ac:cxnSpMkLst>
            <pc:docMk/>
            <pc:sldMk cId="781354172" sldId="261"/>
            <ac:cxnSpMk id="68" creationId="{B67A34D6-847E-4B9F-EFF6-0426103E8225}"/>
          </ac:cxnSpMkLst>
        </pc:cxnChg>
        <pc:cxnChg chg="mod">
          <ac:chgData name="David Hedengren" userId="658bef35-c023-4c34-ad89-ec78a9d95ca6" providerId="ADAL" clId="{FBAF32F6-F88B-4240-8933-014DB28A2515}" dt="2024-09-03T07:08:12.530" v="1188" actId="1038"/>
          <ac:cxnSpMkLst>
            <pc:docMk/>
            <pc:sldMk cId="781354172" sldId="261"/>
            <ac:cxnSpMk id="69" creationId="{173C3436-280C-81A8-5E10-E13153D9123A}"/>
          </ac:cxnSpMkLst>
        </pc:cxnChg>
        <pc:cxnChg chg="mod">
          <ac:chgData name="David Hedengren" userId="658bef35-c023-4c34-ad89-ec78a9d95ca6" providerId="ADAL" clId="{FBAF32F6-F88B-4240-8933-014DB28A2515}" dt="2024-09-03T07:08:12.530" v="1188" actId="1038"/>
          <ac:cxnSpMkLst>
            <pc:docMk/>
            <pc:sldMk cId="781354172" sldId="261"/>
            <ac:cxnSpMk id="70" creationId="{6D5C35E2-1A2F-AF37-4491-A94C3596D623}"/>
          </ac:cxnSpMkLst>
        </pc:cxnChg>
        <pc:cxnChg chg="mod">
          <ac:chgData name="David Hedengren" userId="658bef35-c023-4c34-ad89-ec78a9d95ca6" providerId="ADAL" clId="{FBAF32F6-F88B-4240-8933-014DB28A2515}" dt="2024-09-03T07:08:12.530" v="1188" actId="1038"/>
          <ac:cxnSpMkLst>
            <pc:docMk/>
            <pc:sldMk cId="781354172" sldId="261"/>
            <ac:cxnSpMk id="71" creationId="{701644B8-D46C-1B6A-F142-C25BEAA63146}"/>
          </ac:cxnSpMkLst>
        </pc:cxnChg>
        <pc:cxnChg chg="mod">
          <ac:chgData name="David Hedengren" userId="658bef35-c023-4c34-ad89-ec78a9d95ca6" providerId="ADAL" clId="{FBAF32F6-F88B-4240-8933-014DB28A2515}" dt="2024-09-03T07:08:12.530" v="1188" actId="1038"/>
          <ac:cxnSpMkLst>
            <pc:docMk/>
            <pc:sldMk cId="781354172" sldId="261"/>
            <ac:cxnSpMk id="81" creationId="{F3E49419-9DC5-2667-9800-54A45F005D0B}"/>
          </ac:cxnSpMkLst>
        </pc:cxnChg>
        <pc:cxnChg chg="mod">
          <ac:chgData name="David Hedengren" userId="658bef35-c023-4c34-ad89-ec78a9d95ca6" providerId="ADAL" clId="{FBAF32F6-F88B-4240-8933-014DB28A2515}" dt="2024-09-03T07:08:12.530" v="1188" actId="1038"/>
          <ac:cxnSpMkLst>
            <pc:docMk/>
            <pc:sldMk cId="781354172" sldId="261"/>
            <ac:cxnSpMk id="82" creationId="{7210BDD0-798E-900C-A74B-EA3314D2DBE1}"/>
          </ac:cxnSpMkLst>
        </pc:cxnChg>
        <pc:cxnChg chg="mod">
          <ac:chgData name="David Hedengren" userId="658bef35-c023-4c34-ad89-ec78a9d95ca6" providerId="ADAL" clId="{FBAF32F6-F88B-4240-8933-014DB28A2515}" dt="2024-09-03T07:08:12.530" v="1188" actId="1038"/>
          <ac:cxnSpMkLst>
            <pc:docMk/>
            <pc:sldMk cId="781354172" sldId="261"/>
            <ac:cxnSpMk id="83" creationId="{37DF71BA-04C7-260C-2E5D-38B1915456F5}"/>
          </ac:cxnSpMkLst>
        </pc:cxnChg>
        <pc:cxnChg chg="mod">
          <ac:chgData name="David Hedengren" userId="658bef35-c023-4c34-ad89-ec78a9d95ca6" providerId="ADAL" clId="{FBAF32F6-F88B-4240-8933-014DB28A2515}" dt="2024-09-03T07:08:12.530" v="1188" actId="1038"/>
          <ac:cxnSpMkLst>
            <pc:docMk/>
            <pc:sldMk cId="781354172" sldId="261"/>
            <ac:cxnSpMk id="84" creationId="{12501495-905B-62AE-8866-36B6156686B1}"/>
          </ac:cxnSpMkLst>
        </pc:cxnChg>
        <pc:cxnChg chg="mod">
          <ac:chgData name="David Hedengren" userId="658bef35-c023-4c34-ad89-ec78a9d95ca6" providerId="ADAL" clId="{FBAF32F6-F88B-4240-8933-014DB28A2515}" dt="2024-09-03T07:08:12.530" v="1188" actId="1038"/>
          <ac:cxnSpMkLst>
            <pc:docMk/>
            <pc:sldMk cId="781354172" sldId="261"/>
            <ac:cxnSpMk id="85" creationId="{954FCA3A-A004-A78C-E78E-E07E0438238E}"/>
          </ac:cxnSpMkLst>
        </pc:cxnChg>
        <pc:cxnChg chg="mod">
          <ac:chgData name="David Hedengren" userId="658bef35-c023-4c34-ad89-ec78a9d95ca6" providerId="ADAL" clId="{FBAF32F6-F88B-4240-8933-014DB28A2515}" dt="2024-09-03T07:08:12.530" v="1188" actId="1038"/>
          <ac:cxnSpMkLst>
            <pc:docMk/>
            <pc:sldMk cId="781354172" sldId="261"/>
            <ac:cxnSpMk id="86" creationId="{BC1D7A98-81EF-1F57-3928-2C6AFC5A6760}"/>
          </ac:cxnSpMkLst>
        </pc:cxnChg>
        <pc:cxnChg chg="mod">
          <ac:chgData name="David Hedengren" userId="658bef35-c023-4c34-ad89-ec78a9d95ca6" providerId="ADAL" clId="{FBAF32F6-F88B-4240-8933-014DB28A2515}" dt="2024-09-03T07:08:12.530" v="1188" actId="1038"/>
          <ac:cxnSpMkLst>
            <pc:docMk/>
            <pc:sldMk cId="781354172" sldId="261"/>
            <ac:cxnSpMk id="87" creationId="{BEAB7231-8A4C-EC47-54B0-0F8984640531}"/>
          </ac:cxnSpMkLst>
        </pc:cxnChg>
        <pc:cxnChg chg="mod">
          <ac:chgData name="David Hedengren" userId="658bef35-c023-4c34-ad89-ec78a9d95ca6" providerId="ADAL" clId="{FBAF32F6-F88B-4240-8933-014DB28A2515}" dt="2024-09-03T07:08:12.530" v="1188" actId="1038"/>
          <ac:cxnSpMkLst>
            <pc:docMk/>
            <pc:sldMk cId="781354172" sldId="261"/>
            <ac:cxnSpMk id="88" creationId="{883F8038-9689-997B-0FAB-72B79C7B514C}"/>
          </ac:cxnSpMkLst>
        </pc:cxnChg>
        <pc:cxnChg chg="mod">
          <ac:chgData name="David Hedengren" userId="658bef35-c023-4c34-ad89-ec78a9d95ca6" providerId="ADAL" clId="{FBAF32F6-F88B-4240-8933-014DB28A2515}" dt="2024-09-03T07:08:12.530" v="1188" actId="1038"/>
          <ac:cxnSpMkLst>
            <pc:docMk/>
            <pc:sldMk cId="781354172" sldId="261"/>
            <ac:cxnSpMk id="89" creationId="{B6C07507-4256-FEF9-8E52-800A3378AEF5}"/>
          </ac:cxnSpMkLst>
        </pc:cxnChg>
        <pc:cxnChg chg="mod">
          <ac:chgData name="David Hedengren" userId="658bef35-c023-4c34-ad89-ec78a9d95ca6" providerId="ADAL" clId="{FBAF32F6-F88B-4240-8933-014DB28A2515}" dt="2024-09-03T07:08:12.530" v="1188" actId="1038"/>
          <ac:cxnSpMkLst>
            <pc:docMk/>
            <pc:sldMk cId="781354172" sldId="261"/>
            <ac:cxnSpMk id="90" creationId="{5E1FAA8F-5CFE-CA9B-954E-437451321A12}"/>
          </ac:cxnSpMkLst>
        </pc:cxnChg>
        <pc:cxnChg chg="mod">
          <ac:chgData name="David Hedengren" userId="658bef35-c023-4c34-ad89-ec78a9d95ca6" providerId="ADAL" clId="{FBAF32F6-F88B-4240-8933-014DB28A2515}" dt="2024-09-03T07:08:12.530" v="1188" actId="1038"/>
          <ac:cxnSpMkLst>
            <pc:docMk/>
            <pc:sldMk cId="781354172" sldId="261"/>
            <ac:cxnSpMk id="91" creationId="{7BA10DAE-5CB9-01C4-9F84-855A632DCB7A}"/>
          </ac:cxnSpMkLst>
        </pc:cxnChg>
        <pc:cxnChg chg="mod">
          <ac:chgData name="David Hedengren" userId="658bef35-c023-4c34-ad89-ec78a9d95ca6" providerId="ADAL" clId="{FBAF32F6-F88B-4240-8933-014DB28A2515}" dt="2024-09-03T07:08:12.530" v="1188" actId="1038"/>
          <ac:cxnSpMkLst>
            <pc:docMk/>
            <pc:sldMk cId="781354172" sldId="261"/>
            <ac:cxnSpMk id="92" creationId="{874434A7-3199-CC8D-28EC-D1DC03083A85}"/>
          </ac:cxnSpMkLst>
        </pc:cxnChg>
        <pc:cxnChg chg="mod">
          <ac:chgData name="David Hedengren" userId="658bef35-c023-4c34-ad89-ec78a9d95ca6" providerId="ADAL" clId="{FBAF32F6-F88B-4240-8933-014DB28A2515}" dt="2024-09-03T07:08:12.530" v="1188" actId="1038"/>
          <ac:cxnSpMkLst>
            <pc:docMk/>
            <pc:sldMk cId="781354172" sldId="261"/>
            <ac:cxnSpMk id="93" creationId="{5D5217B6-7EE5-05E1-42FC-6267A9E51252}"/>
          </ac:cxnSpMkLst>
        </pc:cxnChg>
        <pc:cxnChg chg="mod">
          <ac:chgData name="David Hedengren" userId="658bef35-c023-4c34-ad89-ec78a9d95ca6" providerId="ADAL" clId="{FBAF32F6-F88B-4240-8933-014DB28A2515}" dt="2024-09-03T07:08:12.530" v="1188" actId="1038"/>
          <ac:cxnSpMkLst>
            <pc:docMk/>
            <pc:sldMk cId="781354172" sldId="261"/>
            <ac:cxnSpMk id="94" creationId="{B7BB3BD0-8C70-D166-6E00-686DE9B71AE0}"/>
          </ac:cxnSpMkLst>
        </pc:cxnChg>
        <pc:cxnChg chg="mod">
          <ac:chgData name="David Hedengren" userId="658bef35-c023-4c34-ad89-ec78a9d95ca6" providerId="ADAL" clId="{FBAF32F6-F88B-4240-8933-014DB28A2515}" dt="2024-09-03T07:08:12.530" v="1188" actId="1038"/>
          <ac:cxnSpMkLst>
            <pc:docMk/>
            <pc:sldMk cId="781354172" sldId="261"/>
            <ac:cxnSpMk id="95" creationId="{D754B453-A863-B341-53CF-7E0688B125C8}"/>
          </ac:cxnSpMkLst>
        </pc:cxnChg>
        <pc:cxnChg chg="mod">
          <ac:chgData name="David Hedengren" userId="658bef35-c023-4c34-ad89-ec78a9d95ca6" providerId="ADAL" clId="{FBAF32F6-F88B-4240-8933-014DB28A2515}" dt="2024-09-03T07:08:12.530" v="1188" actId="1038"/>
          <ac:cxnSpMkLst>
            <pc:docMk/>
            <pc:sldMk cId="781354172" sldId="261"/>
            <ac:cxnSpMk id="96" creationId="{A061EA04-E05B-1CF4-962A-834503F43ECC}"/>
          </ac:cxnSpMkLst>
        </pc:cxnChg>
        <pc:cxnChg chg="mod">
          <ac:chgData name="David Hedengren" userId="658bef35-c023-4c34-ad89-ec78a9d95ca6" providerId="ADAL" clId="{FBAF32F6-F88B-4240-8933-014DB28A2515}" dt="2024-09-03T07:08:12.530" v="1188" actId="1038"/>
          <ac:cxnSpMkLst>
            <pc:docMk/>
            <pc:sldMk cId="781354172" sldId="261"/>
            <ac:cxnSpMk id="97" creationId="{57B45B6A-795D-CCF7-60F2-9FE33784F81F}"/>
          </ac:cxnSpMkLst>
        </pc:cxnChg>
        <pc:cxnChg chg="mod">
          <ac:chgData name="David Hedengren" userId="658bef35-c023-4c34-ad89-ec78a9d95ca6" providerId="ADAL" clId="{FBAF32F6-F88B-4240-8933-014DB28A2515}" dt="2024-09-03T07:08:12.530" v="1188" actId="1038"/>
          <ac:cxnSpMkLst>
            <pc:docMk/>
            <pc:sldMk cId="781354172" sldId="261"/>
            <ac:cxnSpMk id="98" creationId="{FB8EA54E-CDF2-B692-771B-54F8DBFE1A06}"/>
          </ac:cxnSpMkLst>
        </pc:cxnChg>
        <pc:cxnChg chg="mod">
          <ac:chgData name="David Hedengren" userId="658bef35-c023-4c34-ad89-ec78a9d95ca6" providerId="ADAL" clId="{FBAF32F6-F88B-4240-8933-014DB28A2515}" dt="2024-09-03T07:08:12.530" v="1188" actId="1038"/>
          <ac:cxnSpMkLst>
            <pc:docMk/>
            <pc:sldMk cId="781354172" sldId="261"/>
            <ac:cxnSpMk id="99" creationId="{965B5FB5-9893-4FBE-D41C-324319A37CF6}"/>
          </ac:cxnSpMkLst>
        </pc:cxnChg>
        <pc:cxnChg chg="mod">
          <ac:chgData name="David Hedengren" userId="658bef35-c023-4c34-ad89-ec78a9d95ca6" providerId="ADAL" clId="{FBAF32F6-F88B-4240-8933-014DB28A2515}" dt="2024-09-03T07:08:12.530" v="1188" actId="1038"/>
          <ac:cxnSpMkLst>
            <pc:docMk/>
            <pc:sldMk cId="781354172" sldId="261"/>
            <ac:cxnSpMk id="100" creationId="{0510B15E-3B77-287C-13B5-AEBC453732D9}"/>
          </ac:cxnSpMkLst>
        </pc:cxnChg>
        <pc:cxnChg chg="mod">
          <ac:chgData name="David Hedengren" userId="658bef35-c023-4c34-ad89-ec78a9d95ca6" providerId="ADAL" clId="{FBAF32F6-F88B-4240-8933-014DB28A2515}" dt="2024-09-03T07:08:12.530" v="1188" actId="1038"/>
          <ac:cxnSpMkLst>
            <pc:docMk/>
            <pc:sldMk cId="781354172" sldId="261"/>
            <ac:cxnSpMk id="101" creationId="{651A952C-5CC8-6077-F533-E5E8D6068F7C}"/>
          </ac:cxnSpMkLst>
        </pc:cxnChg>
        <pc:cxnChg chg="mod">
          <ac:chgData name="David Hedengren" userId="658bef35-c023-4c34-ad89-ec78a9d95ca6" providerId="ADAL" clId="{FBAF32F6-F88B-4240-8933-014DB28A2515}" dt="2024-09-03T07:08:12.530" v="1188" actId="1038"/>
          <ac:cxnSpMkLst>
            <pc:docMk/>
            <pc:sldMk cId="781354172" sldId="261"/>
            <ac:cxnSpMk id="102" creationId="{E78EEFE3-72CD-3AFA-39D1-DA0C4D9AFBBC}"/>
          </ac:cxnSpMkLst>
        </pc:cxnChg>
        <pc:cxnChg chg="mod">
          <ac:chgData name="David Hedengren" userId="658bef35-c023-4c34-ad89-ec78a9d95ca6" providerId="ADAL" clId="{FBAF32F6-F88B-4240-8933-014DB28A2515}" dt="2024-09-03T07:08:12.530" v="1188" actId="1038"/>
          <ac:cxnSpMkLst>
            <pc:docMk/>
            <pc:sldMk cId="781354172" sldId="261"/>
            <ac:cxnSpMk id="103" creationId="{1C873226-6DE6-CBC9-933E-E6DE3AA2B7B1}"/>
          </ac:cxnSpMkLst>
        </pc:cxnChg>
        <pc:cxnChg chg="mod">
          <ac:chgData name="David Hedengren" userId="658bef35-c023-4c34-ad89-ec78a9d95ca6" providerId="ADAL" clId="{FBAF32F6-F88B-4240-8933-014DB28A2515}" dt="2024-09-03T07:08:12.530" v="1188" actId="1038"/>
          <ac:cxnSpMkLst>
            <pc:docMk/>
            <pc:sldMk cId="781354172" sldId="261"/>
            <ac:cxnSpMk id="104" creationId="{AF0AB3B7-56B1-F76D-64B2-543DB334AD23}"/>
          </ac:cxnSpMkLst>
        </pc:cxnChg>
        <pc:cxnChg chg="mod">
          <ac:chgData name="David Hedengren" userId="658bef35-c023-4c34-ad89-ec78a9d95ca6" providerId="ADAL" clId="{FBAF32F6-F88B-4240-8933-014DB28A2515}" dt="2024-09-03T07:08:12.530" v="1188" actId="1038"/>
          <ac:cxnSpMkLst>
            <pc:docMk/>
            <pc:sldMk cId="781354172" sldId="261"/>
            <ac:cxnSpMk id="105" creationId="{A2F771C7-16A6-D1DB-9057-B441961A8A5D}"/>
          </ac:cxnSpMkLst>
        </pc:cxnChg>
        <pc:cxnChg chg="mod">
          <ac:chgData name="David Hedengren" userId="658bef35-c023-4c34-ad89-ec78a9d95ca6" providerId="ADAL" clId="{FBAF32F6-F88B-4240-8933-014DB28A2515}" dt="2024-09-03T07:08:12.530" v="1188" actId="1038"/>
          <ac:cxnSpMkLst>
            <pc:docMk/>
            <pc:sldMk cId="781354172" sldId="261"/>
            <ac:cxnSpMk id="106" creationId="{03AEF0CB-0EDB-ABD5-0192-8EC6CD69773C}"/>
          </ac:cxnSpMkLst>
        </pc:cxnChg>
        <pc:cxnChg chg="mod">
          <ac:chgData name="David Hedengren" userId="658bef35-c023-4c34-ad89-ec78a9d95ca6" providerId="ADAL" clId="{FBAF32F6-F88B-4240-8933-014DB28A2515}" dt="2024-09-03T07:08:12.530" v="1188" actId="1038"/>
          <ac:cxnSpMkLst>
            <pc:docMk/>
            <pc:sldMk cId="781354172" sldId="261"/>
            <ac:cxnSpMk id="107" creationId="{9847E52A-F53B-2537-9846-972FEFEC6735}"/>
          </ac:cxnSpMkLst>
        </pc:cxnChg>
        <pc:cxnChg chg="mod">
          <ac:chgData name="David Hedengren" userId="658bef35-c023-4c34-ad89-ec78a9d95ca6" providerId="ADAL" clId="{FBAF32F6-F88B-4240-8933-014DB28A2515}" dt="2024-09-03T07:08:12.530" v="1188" actId="1038"/>
          <ac:cxnSpMkLst>
            <pc:docMk/>
            <pc:sldMk cId="781354172" sldId="261"/>
            <ac:cxnSpMk id="108" creationId="{AC0CC41F-1DDB-739E-A3DB-FA9616EE97EC}"/>
          </ac:cxnSpMkLst>
        </pc:cxnChg>
        <pc:cxnChg chg="mod">
          <ac:chgData name="David Hedengren" userId="658bef35-c023-4c34-ad89-ec78a9d95ca6" providerId="ADAL" clId="{FBAF32F6-F88B-4240-8933-014DB28A2515}" dt="2024-09-03T07:08:12.530" v="1188" actId="1038"/>
          <ac:cxnSpMkLst>
            <pc:docMk/>
            <pc:sldMk cId="781354172" sldId="261"/>
            <ac:cxnSpMk id="109" creationId="{75FEAFA4-2FF4-FBAE-E1FE-57376A260FD0}"/>
          </ac:cxnSpMkLst>
        </pc:cxnChg>
        <pc:cxnChg chg="mod">
          <ac:chgData name="David Hedengren" userId="658bef35-c023-4c34-ad89-ec78a9d95ca6" providerId="ADAL" clId="{FBAF32F6-F88B-4240-8933-014DB28A2515}" dt="2024-09-03T07:08:12.530" v="1188" actId="1038"/>
          <ac:cxnSpMkLst>
            <pc:docMk/>
            <pc:sldMk cId="781354172" sldId="261"/>
            <ac:cxnSpMk id="110" creationId="{8E8945C5-A366-E332-ED18-DB62816F57D2}"/>
          </ac:cxnSpMkLst>
        </pc:cxnChg>
        <pc:cxnChg chg="mod">
          <ac:chgData name="David Hedengren" userId="658bef35-c023-4c34-ad89-ec78a9d95ca6" providerId="ADAL" clId="{FBAF32F6-F88B-4240-8933-014DB28A2515}" dt="2024-09-03T07:08:12.530" v="1188" actId="1038"/>
          <ac:cxnSpMkLst>
            <pc:docMk/>
            <pc:sldMk cId="781354172" sldId="261"/>
            <ac:cxnSpMk id="111" creationId="{B650495A-4ADE-3A4B-3192-BA118FC4710E}"/>
          </ac:cxnSpMkLst>
        </pc:cxnChg>
        <pc:cxnChg chg="mod">
          <ac:chgData name="David Hedengren" userId="658bef35-c023-4c34-ad89-ec78a9d95ca6" providerId="ADAL" clId="{FBAF32F6-F88B-4240-8933-014DB28A2515}" dt="2024-09-03T07:08:12.530" v="1188" actId="1038"/>
          <ac:cxnSpMkLst>
            <pc:docMk/>
            <pc:sldMk cId="781354172" sldId="261"/>
            <ac:cxnSpMk id="112" creationId="{07093CA4-EF61-1ED2-8419-8280A4A8BEEB}"/>
          </ac:cxnSpMkLst>
        </pc:cxnChg>
        <pc:cxnChg chg="mod">
          <ac:chgData name="David Hedengren" userId="658bef35-c023-4c34-ad89-ec78a9d95ca6" providerId="ADAL" clId="{FBAF32F6-F88B-4240-8933-014DB28A2515}" dt="2024-09-03T07:08:12.530" v="1188" actId="1038"/>
          <ac:cxnSpMkLst>
            <pc:docMk/>
            <pc:sldMk cId="781354172" sldId="261"/>
            <ac:cxnSpMk id="113" creationId="{19C647D0-7497-1875-E628-9CFF870CCDC7}"/>
          </ac:cxnSpMkLst>
        </pc:cxnChg>
        <pc:cxnChg chg="mod">
          <ac:chgData name="David Hedengren" userId="658bef35-c023-4c34-ad89-ec78a9d95ca6" providerId="ADAL" clId="{FBAF32F6-F88B-4240-8933-014DB28A2515}" dt="2024-09-03T07:08:12.530" v="1188" actId="1038"/>
          <ac:cxnSpMkLst>
            <pc:docMk/>
            <pc:sldMk cId="781354172" sldId="261"/>
            <ac:cxnSpMk id="114" creationId="{98A4BE71-AE99-B22B-172C-85A6871882CB}"/>
          </ac:cxnSpMkLst>
        </pc:cxnChg>
        <pc:cxnChg chg="mod">
          <ac:chgData name="David Hedengren" userId="658bef35-c023-4c34-ad89-ec78a9d95ca6" providerId="ADAL" clId="{FBAF32F6-F88B-4240-8933-014DB28A2515}" dt="2024-09-03T07:08:12.530" v="1188" actId="1038"/>
          <ac:cxnSpMkLst>
            <pc:docMk/>
            <pc:sldMk cId="781354172" sldId="261"/>
            <ac:cxnSpMk id="115" creationId="{0A18C368-F4BA-7FF8-A223-F05E53777484}"/>
          </ac:cxnSpMkLst>
        </pc:cxnChg>
        <pc:cxnChg chg="mod">
          <ac:chgData name="David Hedengren" userId="658bef35-c023-4c34-ad89-ec78a9d95ca6" providerId="ADAL" clId="{FBAF32F6-F88B-4240-8933-014DB28A2515}" dt="2024-09-03T07:08:12.530" v="1188" actId="1038"/>
          <ac:cxnSpMkLst>
            <pc:docMk/>
            <pc:sldMk cId="781354172" sldId="261"/>
            <ac:cxnSpMk id="116" creationId="{56C8ABE4-CE6A-3DAF-ACBF-01FE7F732C6A}"/>
          </ac:cxnSpMkLst>
        </pc:cxnChg>
        <pc:cxnChg chg="mod">
          <ac:chgData name="David Hedengren" userId="658bef35-c023-4c34-ad89-ec78a9d95ca6" providerId="ADAL" clId="{FBAF32F6-F88B-4240-8933-014DB28A2515}" dt="2024-09-03T07:08:12.530" v="1188" actId="1038"/>
          <ac:cxnSpMkLst>
            <pc:docMk/>
            <pc:sldMk cId="781354172" sldId="261"/>
            <ac:cxnSpMk id="117" creationId="{60F9D3A0-F3EE-10BB-0DE4-5289F997E94B}"/>
          </ac:cxnSpMkLst>
        </pc:cxnChg>
        <pc:cxnChg chg="mod">
          <ac:chgData name="David Hedengren" userId="658bef35-c023-4c34-ad89-ec78a9d95ca6" providerId="ADAL" clId="{FBAF32F6-F88B-4240-8933-014DB28A2515}" dt="2024-09-03T07:08:12.530" v="1188" actId="1038"/>
          <ac:cxnSpMkLst>
            <pc:docMk/>
            <pc:sldMk cId="781354172" sldId="261"/>
            <ac:cxnSpMk id="118" creationId="{17BAA4C4-9976-9EA5-5D10-01B2A65426D5}"/>
          </ac:cxnSpMkLst>
        </pc:cxnChg>
        <pc:cxnChg chg="mod">
          <ac:chgData name="David Hedengren" userId="658bef35-c023-4c34-ad89-ec78a9d95ca6" providerId="ADAL" clId="{FBAF32F6-F88B-4240-8933-014DB28A2515}" dt="2024-09-03T07:08:12.530" v="1188" actId="1038"/>
          <ac:cxnSpMkLst>
            <pc:docMk/>
            <pc:sldMk cId="781354172" sldId="261"/>
            <ac:cxnSpMk id="119" creationId="{1B68528A-4C9A-38F4-EF41-66C29B431AAA}"/>
          </ac:cxnSpMkLst>
        </pc:cxnChg>
        <pc:cxnChg chg="mod">
          <ac:chgData name="David Hedengren" userId="658bef35-c023-4c34-ad89-ec78a9d95ca6" providerId="ADAL" clId="{FBAF32F6-F88B-4240-8933-014DB28A2515}" dt="2024-09-03T07:08:12.530" v="1188" actId="1038"/>
          <ac:cxnSpMkLst>
            <pc:docMk/>
            <pc:sldMk cId="781354172" sldId="261"/>
            <ac:cxnSpMk id="120" creationId="{D2A659E6-E5C1-4E94-C554-861271494308}"/>
          </ac:cxnSpMkLst>
        </pc:cxnChg>
        <pc:cxnChg chg="mod">
          <ac:chgData name="David Hedengren" userId="658bef35-c023-4c34-ad89-ec78a9d95ca6" providerId="ADAL" clId="{FBAF32F6-F88B-4240-8933-014DB28A2515}" dt="2024-09-03T07:08:12.530" v="1188" actId="1038"/>
          <ac:cxnSpMkLst>
            <pc:docMk/>
            <pc:sldMk cId="781354172" sldId="261"/>
            <ac:cxnSpMk id="121" creationId="{27764B33-BF39-E175-2E42-C0DEF035DE1E}"/>
          </ac:cxnSpMkLst>
        </pc:cxnChg>
        <pc:cxnChg chg="mod">
          <ac:chgData name="David Hedengren" userId="658bef35-c023-4c34-ad89-ec78a9d95ca6" providerId="ADAL" clId="{FBAF32F6-F88B-4240-8933-014DB28A2515}" dt="2024-09-03T07:08:12.530" v="1188" actId="1038"/>
          <ac:cxnSpMkLst>
            <pc:docMk/>
            <pc:sldMk cId="781354172" sldId="261"/>
            <ac:cxnSpMk id="122" creationId="{3113617C-2EF0-57A7-9A9F-ED1AC2AEE9E0}"/>
          </ac:cxnSpMkLst>
        </pc:cxnChg>
        <pc:cxnChg chg="mod">
          <ac:chgData name="David Hedengren" userId="658bef35-c023-4c34-ad89-ec78a9d95ca6" providerId="ADAL" clId="{FBAF32F6-F88B-4240-8933-014DB28A2515}" dt="2024-09-03T07:08:12.530" v="1188" actId="1038"/>
          <ac:cxnSpMkLst>
            <pc:docMk/>
            <pc:sldMk cId="781354172" sldId="261"/>
            <ac:cxnSpMk id="123" creationId="{5F674EF3-EF4C-6C30-D7E9-033C2C0098E4}"/>
          </ac:cxnSpMkLst>
        </pc:cxnChg>
        <pc:cxnChg chg="mod">
          <ac:chgData name="David Hedengren" userId="658bef35-c023-4c34-ad89-ec78a9d95ca6" providerId="ADAL" clId="{FBAF32F6-F88B-4240-8933-014DB28A2515}" dt="2024-09-03T07:08:12.530" v="1188" actId="1038"/>
          <ac:cxnSpMkLst>
            <pc:docMk/>
            <pc:sldMk cId="781354172" sldId="261"/>
            <ac:cxnSpMk id="124" creationId="{2248A8E8-0DD7-3856-14FD-D0040225C238}"/>
          </ac:cxnSpMkLst>
        </pc:cxnChg>
        <pc:cxnChg chg="mod">
          <ac:chgData name="David Hedengren" userId="658bef35-c023-4c34-ad89-ec78a9d95ca6" providerId="ADAL" clId="{FBAF32F6-F88B-4240-8933-014DB28A2515}" dt="2024-09-03T07:08:12.530" v="1188" actId="1038"/>
          <ac:cxnSpMkLst>
            <pc:docMk/>
            <pc:sldMk cId="781354172" sldId="261"/>
            <ac:cxnSpMk id="125" creationId="{4DBCE55A-0094-8976-E960-D86530FB5807}"/>
          </ac:cxnSpMkLst>
        </pc:cxnChg>
        <pc:cxnChg chg="mod">
          <ac:chgData name="David Hedengren" userId="658bef35-c023-4c34-ad89-ec78a9d95ca6" providerId="ADAL" clId="{FBAF32F6-F88B-4240-8933-014DB28A2515}" dt="2024-09-03T07:08:12.530" v="1188" actId="1038"/>
          <ac:cxnSpMkLst>
            <pc:docMk/>
            <pc:sldMk cId="781354172" sldId="261"/>
            <ac:cxnSpMk id="126" creationId="{F66E1A8B-5ABE-1648-1EDE-39F099043C31}"/>
          </ac:cxnSpMkLst>
        </pc:cxnChg>
        <pc:cxnChg chg="mod">
          <ac:chgData name="David Hedengren" userId="658bef35-c023-4c34-ad89-ec78a9d95ca6" providerId="ADAL" clId="{FBAF32F6-F88B-4240-8933-014DB28A2515}" dt="2024-09-03T07:08:12.530" v="1188" actId="1038"/>
          <ac:cxnSpMkLst>
            <pc:docMk/>
            <pc:sldMk cId="781354172" sldId="261"/>
            <ac:cxnSpMk id="127" creationId="{57293994-FF4E-1A52-6342-A2DB0F6EB624}"/>
          </ac:cxnSpMkLst>
        </pc:cxnChg>
        <pc:cxnChg chg="mod">
          <ac:chgData name="David Hedengren" userId="658bef35-c023-4c34-ad89-ec78a9d95ca6" providerId="ADAL" clId="{FBAF32F6-F88B-4240-8933-014DB28A2515}" dt="2024-09-03T07:08:12.530" v="1188" actId="1038"/>
          <ac:cxnSpMkLst>
            <pc:docMk/>
            <pc:sldMk cId="781354172" sldId="261"/>
            <ac:cxnSpMk id="128" creationId="{3B0ED9F7-388D-2284-FE6B-AAB6EC58C830}"/>
          </ac:cxnSpMkLst>
        </pc:cxnChg>
        <pc:cxnChg chg="mod">
          <ac:chgData name="David Hedengren" userId="658bef35-c023-4c34-ad89-ec78a9d95ca6" providerId="ADAL" clId="{FBAF32F6-F88B-4240-8933-014DB28A2515}" dt="2024-09-03T07:08:12.530" v="1188" actId="1038"/>
          <ac:cxnSpMkLst>
            <pc:docMk/>
            <pc:sldMk cId="781354172" sldId="261"/>
            <ac:cxnSpMk id="129" creationId="{6DC3C170-B990-3EC3-A456-02823FA12EB2}"/>
          </ac:cxnSpMkLst>
        </pc:cxnChg>
        <pc:cxnChg chg="mod">
          <ac:chgData name="David Hedengren" userId="658bef35-c023-4c34-ad89-ec78a9d95ca6" providerId="ADAL" clId="{FBAF32F6-F88B-4240-8933-014DB28A2515}" dt="2024-09-03T07:08:12.530" v="1188" actId="1038"/>
          <ac:cxnSpMkLst>
            <pc:docMk/>
            <pc:sldMk cId="781354172" sldId="261"/>
            <ac:cxnSpMk id="130" creationId="{788D7BAF-E367-A998-8C3B-2838982A8B44}"/>
          </ac:cxnSpMkLst>
        </pc:cxnChg>
        <pc:cxnChg chg="mod">
          <ac:chgData name="David Hedengren" userId="658bef35-c023-4c34-ad89-ec78a9d95ca6" providerId="ADAL" clId="{FBAF32F6-F88B-4240-8933-014DB28A2515}" dt="2024-09-03T07:08:12.530" v="1188" actId="1038"/>
          <ac:cxnSpMkLst>
            <pc:docMk/>
            <pc:sldMk cId="781354172" sldId="261"/>
            <ac:cxnSpMk id="131" creationId="{C4213E5D-7A85-C01A-8786-432228EB316D}"/>
          </ac:cxnSpMkLst>
        </pc:cxnChg>
        <pc:cxnChg chg="mod">
          <ac:chgData name="David Hedengren" userId="658bef35-c023-4c34-ad89-ec78a9d95ca6" providerId="ADAL" clId="{FBAF32F6-F88B-4240-8933-014DB28A2515}" dt="2024-09-03T07:08:12.530" v="1188" actId="1038"/>
          <ac:cxnSpMkLst>
            <pc:docMk/>
            <pc:sldMk cId="781354172" sldId="261"/>
            <ac:cxnSpMk id="132" creationId="{BBC0FF8C-4445-1F00-5B99-0D98DA4A0285}"/>
          </ac:cxnSpMkLst>
        </pc:cxnChg>
        <pc:cxnChg chg="mod">
          <ac:chgData name="David Hedengren" userId="658bef35-c023-4c34-ad89-ec78a9d95ca6" providerId="ADAL" clId="{FBAF32F6-F88B-4240-8933-014DB28A2515}" dt="2024-09-03T07:08:12.530" v="1188" actId="1038"/>
          <ac:cxnSpMkLst>
            <pc:docMk/>
            <pc:sldMk cId="781354172" sldId="261"/>
            <ac:cxnSpMk id="133" creationId="{2127A4BB-BDD3-B43C-1B68-9C505F60C14F}"/>
          </ac:cxnSpMkLst>
        </pc:cxnChg>
        <pc:cxnChg chg="mod">
          <ac:chgData name="David Hedengren" userId="658bef35-c023-4c34-ad89-ec78a9d95ca6" providerId="ADAL" clId="{FBAF32F6-F88B-4240-8933-014DB28A2515}" dt="2024-09-03T07:08:12.530" v="1188" actId="1038"/>
          <ac:cxnSpMkLst>
            <pc:docMk/>
            <pc:sldMk cId="781354172" sldId="261"/>
            <ac:cxnSpMk id="134" creationId="{1E188466-B320-C290-4F1D-68E8017D73BE}"/>
          </ac:cxnSpMkLst>
        </pc:cxnChg>
        <pc:cxnChg chg="mod">
          <ac:chgData name="David Hedengren" userId="658bef35-c023-4c34-ad89-ec78a9d95ca6" providerId="ADAL" clId="{FBAF32F6-F88B-4240-8933-014DB28A2515}" dt="2024-09-03T07:08:12.530" v="1188" actId="1038"/>
          <ac:cxnSpMkLst>
            <pc:docMk/>
            <pc:sldMk cId="781354172" sldId="261"/>
            <ac:cxnSpMk id="135" creationId="{B4045CD6-BAAE-3281-5F20-49BCE208DA00}"/>
          </ac:cxnSpMkLst>
        </pc:cxnChg>
        <pc:cxnChg chg="mod">
          <ac:chgData name="David Hedengren" userId="658bef35-c023-4c34-ad89-ec78a9d95ca6" providerId="ADAL" clId="{FBAF32F6-F88B-4240-8933-014DB28A2515}" dt="2024-09-03T07:08:12.530" v="1188" actId="1038"/>
          <ac:cxnSpMkLst>
            <pc:docMk/>
            <pc:sldMk cId="781354172" sldId="261"/>
            <ac:cxnSpMk id="136" creationId="{527C4EA2-A808-D96D-B4E6-1304973A7554}"/>
          </ac:cxnSpMkLst>
        </pc:cxnChg>
        <pc:cxnChg chg="mod">
          <ac:chgData name="David Hedengren" userId="658bef35-c023-4c34-ad89-ec78a9d95ca6" providerId="ADAL" clId="{FBAF32F6-F88B-4240-8933-014DB28A2515}" dt="2024-09-03T07:08:12.530" v="1188" actId="1038"/>
          <ac:cxnSpMkLst>
            <pc:docMk/>
            <pc:sldMk cId="781354172" sldId="261"/>
            <ac:cxnSpMk id="137" creationId="{68DA8943-9CDD-665F-DC00-26E255886B72}"/>
          </ac:cxnSpMkLst>
        </pc:cxnChg>
        <pc:cxnChg chg="mod">
          <ac:chgData name="David Hedengren" userId="658bef35-c023-4c34-ad89-ec78a9d95ca6" providerId="ADAL" clId="{FBAF32F6-F88B-4240-8933-014DB28A2515}" dt="2024-09-03T07:08:12.530" v="1188" actId="1038"/>
          <ac:cxnSpMkLst>
            <pc:docMk/>
            <pc:sldMk cId="781354172" sldId="261"/>
            <ac:cxnSpMk id="138" creationId="{C0F80A04-ABC4-82F4-00CB-6AFAC1AFAA8A}"/>
          </ac:cxnSpMkLst>
        </pc:cxnChg>
        <pc:cxnChg chg="mod">
          <ac:chgData name="David Hedengren" userId="658bef35-c023-4c34-ad89-ec78a9d95ca6" providerId="ADAL" clId="{FBAF32F6-F88B-4240-8933-014DB28A2515}" dt="2024-09-03T07:08:12.530" v="1188" actId="1038"/>
          <ac:cxnSpMkLst>
            <pc:docMk/>
            <pc:sldMk cId="781354172" sldId="261"/>
            <ac:cxnSpMk id="139" creationId="{774B786B-EEBC-407E-E06D-8DE540332724}"/>
          </ac:cxnSpMkLst>
        </pc:cxnChg>
        <pc:cxnChg chg="mod">
          <ac:chgData name="David Hedengren" userId="658bef35-c023-4c34-ad89-ec78a9d95ca6" providerId="ADAL" clId="{FBAF32F6-F88B-4240-8933-014DB28A2515}" dt="2024-09-03T07:08:12.530" v="1188" actId="1038"/>
          <ac:cxnSpMkLst>
            <pc:docMk/>
            <pc:sldMk cId="781354172" sldId="261"/>
            <ac:cxnSpMk id="140" creationId="{30A06794-7B5D-36B0-E16F-BD2D9C616660}"/>
          </ac:cxnSpMkLst>
        </pc:cxnChg>
        <pc:cxnChg chg="mod">
          <ac:chgData name="David Hedengren" userId="658bef35-c023-4c34-ad89-ec78a9d95ca6" providerId="ADAL" clId="{FBAF32F6-F88B-4240-8933-014DB28A2515}" dt="2024-09-03T07:08:12.530" v="1188" actId="1038"/>
          <ac:cxnSpMkLst>
            <pc:docMk/>
            <pc:sldMk cId="781354172" sldId="261"/>
            <ac:cxnSpMk id="141" creationId="{81050CE4-6BF2-AB46-D7A2-E66FB9F885B3}"/>
          </ac:cxnSpMkLst>
        </pc:cxnChg>
        <pc:cxnChg chg="mod">
          <ac:chgData name="David Hedengren" userId="658bef35-c023-4c34-ad89-ec78a9d95ca6" providerId="ADAL" clId="{FBAF32F6-F88B-4240-8933-014DB28A2515}" dt="2024-09-03T07:08:12.530" v="1188" actId="1038"/>
          <ac:cxnSpMkLst>
            <pc:docMk/>
            <pc:sldMk cId="781354172" sldId="261"/>
            <ac:cxnSpMk id="142" creationId="{2D792A90-DDA5-B1C1-B00F-9C526B1CE3D4}"/>
          </ac:cxnSpMkLst>
        </pc:cxnChg>
        <pc:cxnChg chg="mod">
          <ac:chgData name="David Hedengren" userId="658bef35-c023-4c34-ad89-ec78a9d95ca6" providerId="ADAL" clId="{FBAF32F6-F88B-4240-8933-014DB28A2515}" dt="2024-09-03T07:08:12.530" v="1188" actId="1038"/>
          <ac:cxnSpMkLst>
            <pc:docMk/>
            <pc:sldMk cId="781354172" sldId="261"/>
            <ac:cxnSpMk id="143" creationId="{6B066CAD-D834-C483-AFFB-5ABA3609164A}"/>
          </ac:cxnSpMkLst>
        </pc:cxnChg>
        <pc:cxnChg chg="mod">
          <ac:chgData name="David Hedengren" userId="658bef35-c023-4c34-ad89-ec78a9d95ca6" providerId="ADAL" clId="{FBAF32F6-F88B-4240-8933-014DB28A2515}" dt="2024-09-03T07:08:12.530" v="1188" actId="1038"/>
          <ac:cxnSpMkLst>
            <pc:docMk/>
            <pc:sldMk cId="781354172" sldId="261"/>
            <ac:cxnSpMk id="144" creationId="{68AF022F-D181-9924-C0D7-3EBD6355C034}"/>
          </ac:cxnSpMkLst>
        </pc:cxnChg>
        <pc:cxnChg chg="mod">
          <ac:chgData name="David Hedengren" userId="658bef35-c023-4c34-ad89-ec78a9d95ca6" providerId="ADAL" clId="{FBAF32F6-F88B-4240-8933-014DB28A2515}" dt="2024-09-03T07:08:12.530" v="1188" actId="1038"/>
          <ac:cxnSpMkLst>
            <pc:docMk/>
            <pc:sldMk cId="781354172" sldId="261"/>
            <ac:cxnSpMk id="145" creationId="{B3AE1731-1C92-E7F6-1D17-D11060DA0923}"/>
          </ac:cxnSpMkLst>
        </pc:cxnChg>
        <pc:cxnChg chg="mod">
          <ac:chgData name="David Hedengren" userId="658bef35-c023-4c34-ad89-ec78a9d95ca6" providerId="ADAL" clId="{FBAF32F6-F88B-4240-8933-014DB28A2515}" dt="2024-09-03T07:08:12.530" v="1188" actId="1038"/>
          <ac:cxnSpMkLst>
            <pc:docMk/>
            <pc:sldMk cId="781354172" sldId="261"/>
            <ac:cxnSpMk id="146" creationId="{FAE5A56B-459B-479B-1B16-588809202CEF}"/>
          </ac:cxnSpMkLst>
        </pc:cxnChg>
        <pc:cxnChg chg="mod">
          <ac:chgData name="David Hedengren" userId="658bef35-c023-4c34-ad89-ec78a9d95ca6" providerId="ADAL" clId="{FBAF32F6-F88B-4240-8933-014DB28A2515}" dt="2024-09-03T07:08:12.530" v="1188" actId="1038"/>
          <ac:cxnSpMkLst>
            <pc:docMk/>
            <pc:sldMk cId="781354172" sldId="261"/>
            <ac:cxnSpMk id="147" creationId="{6AE936D4-1953-4A5D-E3EC-682279AB9712}"/>
          </ac:cxnSpMkLst>
        </pc:cxnChg>
        <pc:cxnChg chg="mod">
          <ac:chgData name="David Hedengren" userId="658bef35-c023-4c34-ad89-ec78a9d95ca6" providerId="ADAL" clId="{FBAF32F6-F88B-4240-8933-014DB28A2515}" dt="2024-09-03T07:08:12.530" v="1188" actId="1038"/>
          <ac:cxnSpMkLst>
            <pc:docMk/>
            <pc:sldMk cId="781354172" sldId="261"/>
            <ac:cxnSpMk id="148" creationId="{870C7A94-3AA6-3CE5-5014-C35AB6BDB9CA}"/>
          </ac:cxnSpMkLst>
        </pc:cxnChg>
        <pc:cxnChg chg="mod">
          <ac:chgData name="David Hedengren" userId="658bef35-c023-4c34-ad89-ec78a9d95ca6" providerId="ADAL" clId="{FBAF32F6-F88B-4240-8933-014DB28A2515}" dt="2024-09-03T07:08:12.530" v="1188" actId="1038"/>
          <ac:cxnSpMkLst>
            <pc:docMk/>
            <pc:sldMk cId="781354172" sldId="261"/>
            <ac:cxnSpMk id="149" creationId="{54B6B89C-3ED6-A1BB-32AF-B7CC7E0B80BC}"/>
          </ac:cxnSpMkLst>
        </pc:cxnChg>
        <pc:cxnChg chg="mod">
          <ac:chgData name="David Hedengren" userId="658bef35-c023-4c34-ad89-ec78a9d95ca6" providerId="ADAL" clId="{FBAF32F6-F88B-4240-8933-014DB28A2515}" dt="2024-09-03T07:08:12.530" v="1188" actId="1038"/>
          <ac:cxnSpMkLst>
            <pc:docMk/>
            <pc:sldMk cId="781354172" sldId="261"/>
            <ac:cxnSpMk id="150" creationId="{BE1D3AE6-C933-C109-B5E7-D6389577EE30}"/>
          </ac:cxnSpMkLst>
        </pc:cxnChg>
        <pc:cxnChg chg="mod">
          <ac:chgData name="David Hedengren" userId="658bef35-c023-4c34-ad89-ec78a9d95ca6" providerId="ADAL" clId="{FBAF32F6-F88B-4240-8933-014DB28A2515}" dt="2024-09-03T07:08:12.530" v="1188" actId="1038"/>
          <ac:cxnSpMkLst>
            <pc:docMk/>
            <pc:sldMk cId="781354172" sldId="261"/>
            <ac:cxnSpMk id="151" creationId="{5E5BB318-83CB-15E9-3103-18882C3FE801}"/>
          </ac:cxnSpMkLst>
        </pc:cxnChg>
        <pc:cxnChg chg="mod">
          <ac:chgData name="David Hedengren" userId="658bef35-c023-4c34-ad89-ec78a9d95ca6" providerId="ADAL" clId="{FBAF32F6-F88B-4240-8933-014DB28A2515}" dt="2024-09-03T07:08:12.530" v="1188" actId="1038"/>
          <ac:cxnSpMkLst>
            <pc:docMk/>
            <pc:sldMk cId="781354172" sldId="261"/>
            <ac:cxnSpMk id="152" creationId="{1E649CCD-7EEB-852B-334F-02E76731779B}"/>
          </ac:cxnSpMkLst>
        </pc:cxnChg>
        <pc:cxnChg chg="mod">
          <ac:chgData name="David Hedengren" userId="658bef35-c023-4c34-ad89-ec78a9d95ca6" providerId="ADAL" clId="{FBAF32F6-F88B-4240-8933-014DB28A2515}" dt="2024-09-03T07:08:12.530" v="1188" actId="1038"/>
          <ac:cxnSpMkLst>
            <pc:docMk/>
            <pc:sldMk cId="781354172" sldId="261"/>
            <ac:cxnSpMk id="160" creationId="{6ACBD7FC-C206-150E-37E4-64C763C7620D}"/>
          </ac:cxnSpMkLst>
        </pc:cxnChg>
        <pc:cxnChg chg="mod">
          <ac:chgData name="David Hedengren" userId="658bef35-c023-4c34-ad89-ec78a9d95ca6" providerId="ADAL" clId="{FBAF32F6-F88B-4240-8933-014DB28A2515}" dt="2024-09-03T07:08:12.530" v="1188" actId="1038"/>
          <ac:cxnSpMkLst>
            <pc:docMk/>
            <pc:sldMk cId="781354172" sldId="261"/>
            <ac:cxnSpMk id="161" creationId="{7D2BC2A2-C667-78B0-4D3A-B19DAA4AB472}"/>
          </ac:cxnSpMkLst>
        </pc:cxnChg>
      </pc:sldChg>
      <pc:sldChg chg="addSp delSp modSp new mod delAnim modAnim modNotesTx">
        <pc:chgData name="David Hedengren" userId="658bef35-c023-4c34-ad89-ec78a9d95ca6" providerId="ADAL" clId="{FBAF32F6-F88B-4240-8933-014DB28A2515}" dt="2024-09-04T07:58:28.815" v="5600" actId="6549"/>
        <pc:sldMkLst>
          <pc:docMk/>
          <pc:sldMk cId="1802556675" sldId="262"/>
        </pc:sldMkLst>
        <pc:spChg chg="add mod">
          <ac:chgData name="David Hedengren" userId="658bef35-c023-4c34-ad89-ec78a9d95ca6" providerId="ADAL" clId="{FBAF32F6-F88B-4240-8933-014DB28A2515}" dt="2024-09-03T07:47:53.155" v="2044" actId="1076"/>
          <ac:spMkLst>
            <pc:docMk/>
            <pc:sldMk cId="1802556675" sldId="262"/>
            <ac:spMk id="2" creationId="{7C60E436-7CE0-6CEE-5E41-EF3881EACDBE}"/>
          </ac:spMkLst>
        </pc:spChg>
        <pc:spChg chg="mod">
          <ac:chgData name="David Hedengren" userId="658bef35-c023-4c34-ad89-ec78a9d95ca6" providerId="ADAL" clId="{FBAF32F6-F88B-4240-8933-014DB28A2515}" dt="2024-09-03T07:20:41.105" v="1502"/>
          <ac:spMkLst>
            <pc:docMk/>
            <pc:sldMk cId="1802556675" sldId="262"/>
            <ac:spMk id="4" creationId="{F9E6AB44-1DF5-4DC0-4D3C-18879FB7544B}"/>
          </ac:spMkLst>
        </pc:spChg>
        <pc:spChg chg="add mod">
          <ac:chgData name="David Hedengren" userId="658bef35-c023-4c34-ad89-ec78a9d95ca6" providerId="ADAL" clId="{FBAF32F6-F88B-4240-8933-014DB28A2515}" dt="2024-09-03T07:47:57.916" v="2045" actId="1076"/>
          <ac:spMkLst>
            <pc:docMk/>
            <pc:sldMk cId="1802556675" sldId="262"/>
            <ac:spMk id="9" creationId="{F6B787BE-8A77-8254-8F7B-A8DCBC3DE91F}"/>
          </ac:spMkLst>
        </pc:spChg>
        <pc:spChg chg="add mod">
          <ac:chgData name="David Hedengren" userId="658bef35-c023-4c34-ad89-ec78a9d95ca6" providerId="ADAL" clId="{FBAF32F6-F88B-4240-8933-014DB28A2515}" dt="2024-09-03T07:47:57.916" v="2045" actId="1076"/>
          <ac:spMkLst>
            <pc:docMk/>
            <pc:sldMk cId="1802556675" sldId="262"/>
            <ac:spMk id="19" creationId="{0EFA45F0-7874-2C66-400E-2CDEC109C20A}"/>
          </ac:spMkLst>
        </pc:spChg>
        <pc:spChg chg="add mod">
          <ac:chgData name="David Hedengren" userId="658bef35-c023-4c34-ad89-ec78a9d95ca6" providerId="ADAL" clId="{FBAF32F6-F88B-4240-8933-014DB28A2515}" dt="2024-09-03T07:47:57.916" v="2045" actId="1076"/>
          <ac:spMkLst>
            <pc:docMk/>
            <pc:sldMk cId="1802556675" sldId="262"/>
            <ac:spMk id="20" creationId="{C885BC62-B398-0C87-70CD-6B8854A55EFA}"/>
          </ac:spMkLst>
        </pc:spChg>
        <pc:spChg chg="mod">
          <ac:chgData name="David Hedengren" userId="658bef35-c023-4c34-ad89-ec78a9d95ca6" providerId="ADAL" clId="{FBAF32F6-F88B-4240-8933-014DB28A2515}" dt="2024-09-03T07:23:09.499" v="1535"/>
          <ac:spMkLst>
            <pc:docMk/>
            <pc:sldMk cId="1802556675" sldId="262"/>
            <ac:spMk id="29" creationId="{93C696AB-6F96-44E3-A3D7-986FAFC75763}"/>
          </ac:spMkLst>
        </pc:spChg>
        <pc:spChg chg="add mod">
          <ac:chgData name="David Hedengren" userId="658bef35-c023-4c34-ad89-ec78a9d95ca6" providerId="ADAL" clId="{FBAF32F6-F88B-4240-8933-014DB28A2515}" dt="2024-09-03T07:47:57.916" v="2045" actId="1076"/>
          <ac:spMkLst>
            <pc:docMk/>
            <pc:sldMk cId="1802556675" sldId="262"/>
            <ac:spMk id="34" creationId="{09DF6B6E-E5A5-6833-EF67-448CAB99E281}"/>
          </ac:spMkLst>
        </pc:spChg>
        <pc:spChg chg="add mod">
          <ac:chgData name="David Hedengren" userId="658bef35-c023-4c34-ad89-ec78a9d95ca6" providerId="ADAL" clId="{FBAF32F6-F88B-4240-8933-014DB28A2515}" dt="2024-09-03T07:47:57.916" v="2045" actId="1076"/>
          <ac:spMkLst>
            <pc:docMk/>
            <pc:sldMk cId="1802556675" sldId="262"/>
            <ac:spMk id="44" creationId="{DB8D6F8D-6A02-D0A0-673B-CDFB2F616B83}"/>
          </ac:spMkLst>
        </pc:spChg>
        <pc:spChg chg="add mod">
          <ac:chgData name="David Hedengren" userId="658bef35-c023-4c34-ad89-ec78a9d95ca6" providerId="ADAL" clId="{FBAF32F6-F88B-4240-8933-014DB28A2515}" dt="2024-09-03T07:47:57.916" v="2045" actId="1076"/>
          <ac:spMkLst>
            <pc:docMk/>
            <pc:sldMk cId="1802556675" sldId="262"/>
            <ac:spMk id="45" creationId="{FD656EB1-529D-AF22-250A-B29BB61D0AB0}"/>
          </ac:spMkLst>
        </pc:spChg>
        <pc:spChg chg="add mod">
          <ac:chgData name="David Hedengren" userId="658bef35-c023-4c34-ad89-ec78a9d95ca6" providerId="ADAL" clId="{FBAF32F6-F88B-4240-8933-014DB28A2515}" dt="2024-09-03T07:47:57.916" v="2045" actId="1076"/>
          <ac:spMkLst>
            <pc:docMk/>
            <pc:sldMk cId="1802556675" sldId="262"/>
            <ac:spMk id="49" creationId="{10ACB47F-CB45-85BB-40E8-A49D9B27C22C}"/>
          </ac:spMkLst>
        </pc:spChg>
        <pc:spChg chg="mod">
          <ac:chgData name="David Hedengren" userId="658bef35-c023-4c34-ad89-ec78a9d95ca6" providerId="ADAL" clId="{FBAF32F6-F88B-4240-8933-014DB28A2515}" dt="2024-09-03T07:23:38.348" v="1542"/>
          <ac:spMkLst>
            <pc:docMk/>
            <pc:sldMk cId="1802556675" sldId="262"/>
            <ac:spMk id="51" creationId="{EA9D65E5-C3EA-128C-EDA9-CBD8657F4161}"/>
          </ac:spMkLst>
        </pc:spChg>
        <pc:spChg chg="add mod">
          <ac:chgData name="David Hedengren" userId="658bef35-c023-4c34-ad89-ec78a9d95ca6" providerId="ADAL" clId="{FBAF32F6-F88B-4240-8933-014DB28A2515}" dt="2024-09-03T07:47:57.916" v="2045" actId="1076"/>
          <ac:spMkLst>
            <pc:docMk/>
            <pc:sldMk cId="1802556675" sldId="262"/>
            <ac:spMk id="56" creationId="{402FFDC6-458E-B799-3D08-A98C65BA9FE9}"/>
          </ac:spMkLst>
        </pc:spChg>
        <pc:spChg chg="add mod">
          <ac:chgData name="David Hedengren" userId="658bef35-c023-4c34-ad89-ec78a9d95ca6" providerId="ADAL" clId="{FBAF32F6-F88B-4240-8933-014DB28A2515}" dt="2024-09-03T07:47:57.916" v="2045" actId="1076"/>
          <ac:spMkLst>
            <pc:docMk/>
            <pc:sldMk cId="1802556675" sldId="262"/>
            <ac:spMk id="66" creationId="{42194C8D-BEE7-A758-D438-024B4CBA7F63}"/>
          </ac:spMkLst>
        </pc:spChg>
        <pc:spChg chg="add mod">
          <ac:chgData name="David Hedengren" userId="658bef35-c023-4c34-ad89-ec78a9d95ca6" providerId="ADAL" clId="{FBAF32F6-F88B-4240-8933-014DB28A2515}" dt="2024-09-03T07:47:57.916" v="2045" actId="1076"/>
          <ac:spMkLst>
            <pc:docMk/>
            <pc:sldMk cId="1802556675" sldId="262"/>
            <ac:spMk id="67" creationId="{DC29ACE5-73C3-E1BB-ECA2-F00DC47DAA1E}"/>
          </ac:spMkLst>
        </pc:spChg>
        <pc:spChg chg="add del mod">
          <ac:chgData name="David Hedengren" userId="658bef35-c023-4c34-ad89-ec78a9d95ca6" providerId="ADAL" clId="{FBAF32F6-F88B-4240-8933-014DB28A2515}" dt="2024-09-03T07:23:46.808" v="1544" actId="21"/>
          <ac:spMkLst>
            <pc:docMk/>
            <pc:sldMk cId="1802556675" sldId="262"/>
            <ac:spMk id="71" creationId="{221B44C4-0C37-47E4-5149-1BB9C902F8A2}"/>
          </ac:spMkLst>
        </pc:spChg>
        <pc:spChg chg="add mod">
          <ac:chgData name="David Hedengren" userId="658bef35-c023-4c34-ad89-ec78a9d95ca6" providerId="ADAL" clId="{FBAF32F6-F88B-4240-8933-014DB28A2515}" dt="2024-09-03T07:47:57.916" v="2045" actId="1076"/>
          <ac:spMkLst>
            <pc:docMk/>
            <pc:sldMk cId="1802556675" sldId="262"/>
            <ac:spMk id="72" creationId="{7786F97F-D351-9364-B828-779A4146ED90}"/>
          </ac:spMkLst>
        </pc:spChg>
        <pc:spChg chg="mod">
          <ac:chgData name="David Hedengren" userId="658bef35-c023-4c34-ad89-ec78a9d95ca6" providerId="ADAL" clId="{FBAF32F6-F88B-4240-8933-014DB28A2515}" dt="2024-09-03T07:24:22.909" v="1554"/>
          <ac:spMkLst>
            <pc:docMk/>
            <pc:sldMk cId="1802556675" sldId="262"/>
            <ac:spMk id="77" creationId="{1C8B9464-4203-2AFB-7F18-ED784C6029A2}"/>
          </ac:spMkLst>
        </pc:spChg>
        <pc:spChg chg="add mod">
          <ac:chgData name="David Hedengren" userId="658bef35-c023-4c34-ad89-ec78a9d95ca6" providerId="ADAL" clId="{FBAF32F6-F88B-4240-8933-014DB28A2515}" dt="2024-09-03T07:47:57.916" v="2045" actId="1076"/>
          <ac:spMkLst>
            <pc:docMk/>
            <pc:sldMk cId="1802556675" sldId="262"/>
            <ac:spMk id="82" creationId="{041CEBFA-9B79-FF37-9E03-CDB6F6A108E5}"/>
          </ac:spMkLst>
        </pc:spChg>
        <pc:spChg chg="add mod">
          <ac:chgData name="David Hedengren" userId="658bef35-c023-4c34-ad89-ec78a9d95ca6" providerId="ADAL" clId="{FBAF32F6-F88B-4240-8933-014DB28A2515}" dt="2024-09-03T07:47:57.916" v="2045" actId="1076"/>
          <ac:spMkLst>
            <pc:docMk/>
            <pc:sldMk cId="1802556675" sldId="262"/>
            <ac:spMk id="92" creationId="{8608C25C-4FB3-2B18-77E2-7805C8E2F1C6}"/>
          </ac:spMkLst>
        </pc:spChg>
        <pc:spChg chg="add mod">
          <ac:chgData name="David Hedengren" userId="658bef35-c023-4c34-ad89-ec78a9d95ca6" providerId="ADAL" clId="{FBAF32F6-F88B-4240-8933-014DB28A2515}" dt="2024-09-03T07:47:57.916" v="2045" actId="1076"/>
          <ac:spMkLst>
            <pc:docMk/>
            <pc:sldMk cId="1802556675" sldId="262"/>
            <ac:spMk id="93" creationId="{130CDA16-7799-C09C-01C6-984BDA4F7AF9}"/>
          </ac:spMkLst>
        </pc:spChg>
        <pc:spChg chg="add mod">
          <ac:chgData name="David Hedengren" userId="658bef35-c023-4c34-ad89-ec78a9d95ca6" providerId="ADAL" clId="{FBAF32F6-F88B-4240-8933-014DB28A2515}" dt="2024-09-03T07:47:57.916" v="2045" actId="1076"/>
          <ac:spMkLst>
            <pc:docMk/>
            <pc:sldMk cId="1802556675" sldId="262"/>
            <ac:spMk id="97" creationId="{3C7A399A-D2FC-814B-CCDC-92250ACD4F64}"/>
          </ac:spMkLst>
        </pc:spChg>
        <pc:spChg chg="mod">
          <ac:chgData name="David Hedengren" userId="658bef35-c023-4c34-ad89-ec78a9d95ca6" providerId="ADAL" clId="{FBAF32F6-F88B-4240-8933-014DB28A2515}" dt="2024-09-03T07:24:27.117" v="1556"/>
          <ac:spMkLst>
            <pc:docMk/>
            <pc:sldMk cId="1802556675" sldId="262"/>
            <ac:spMk id="99" creationId="{1C06EDFE-56E5-0FD2-9BA8-4AD151F8AAB3}"/>
          </ac:spMkLst>
        </pc:spChg>
        <pc:spChg chg="add mod">
          <ac:chgData name="David Hedengren" userId="658bef35-c023-4c34-ad89-ec78a9d95ca6" providerId="ADAL" clId="{FBAF32F6-F88B-4240-8933-014DB28A2515}" dt="2024-09-03T07:47:57.916" v="2045" actId="1076"/>
          <ac:spMkLst>
            <pc:docMk/>
            <pc:sldMk cId="1802556675" sldId="262"/>
            <ac:spMk id="104" creationId="{CAD0D870-7727-29E8-3921-1B6359D454D0}"/>
          </ac:spMkLst>
        </pc:spChg>
        <pc:spChg chg="add mod">
          <ac:chgData name="David Hedengren" userId="658bef35-c023-4c34-ad89-ec78a9d95ca6" providerId="ADAL" clId="{FBAF32F6-F88B-4240-8933-014DB28A2515}" dt="2024-09-03T07:47:57.916" v="2045" actId="1076"/>
          <ac:spMkLst>
            <pc:docMk/>
            <pc:sldMk cId="1802556675" sldId="262"/>
            <ac:spMk id="114" creationId="{24E88511-054E-75C3-3159-C4404007F04B}"/>
          </ac:spMkLst>
        </pc:spChg>
        <pc:spChg chg="add mod">
          <ac:chgData name="David Hedengren" userId="658bef35-c023-4c34-ad89-ec78a9d95ca6" providerId="ADAL" clId="{FBAF32F6-F88B-4240-8933-014DB28A2515}" dt="2024-09-03T07:47:57.916" v="2045" actId="1076"/>
          <ac:spMkLst>
            <pc:docMk/>
            <pc:sldMk cId="1802556675" sldId="262"/>
            <ac:spMk id="115" creationId="{4D6279B3-9296-1C04-FA94-FDF468BBF272}"/>
          </ac:spMkLst>
        </pc:spChg>
        <pc:spChg chg="add del mod">
          <ac:chgData name="David Hedengren" userId="658bef35-c023-4c34-ad89-ec78a9d95ca6" providerId="ADAL" clId="{FBAF32F6-F88B-4240-8933-014DB28A2515}" dt="2024-09-03T07:26:51.003" v="1676" actId="478"/>
          <ac:spMkLst>
            <pc:docMk/>
            <pc:sldMk cId="1802556675" sldId="262"/>
            <ac:spMk id="119" creationId="{8B0FC70B-32BE-1FB1-1281-3AE131E2B034}"/>
          </ac:spMkLst>
        </pc:spChg>
        <pc:spChg chg="add del mod ord">
          <ac:chgData name="David Hedengren" userId="658bef35-c023-4c34-ad89-ec78a9d95ca6" providerId="ADAL" clId="{FBAF32F6-F88B-4240-8933-014DB28A2515}" dt="2024-09-03T07:47:57.916" v="2045" actId="1076"/>
          <ac:spMkLst>
            <pc:docMk/>
            <pc:sldMk cId="1802556675" sldId="262"/>
            <ac:spMk id="123" creationId="{23D0156A-D7E7-513D-59EA-08188C5F2D37}"/>
          </ac:spMkLst>
        </pc:spChg>
        <pc:spChg chg="add mod">
          <ac:chgData name="David Hedengren" userId="658bef35-c023-4c34-ad89-ec78a9d95ca6" providerId="ADAL" clId="{FBAF32F6-F88B-4240-8933-014DB28A2515}" dt="2024-09-03T07:47:57.916" v="2045" actId="1076"/>
          <ac:spMkLst>
            <pc:docMk/>
            <pc:sldMk cId="1802556675" sldId="262"/>
            <ac:spMk id="124" creationId="{DC9C316C-1FA8-4D13-F872-A372052C4AD3}"/>
          </ac:spMkLst>
        </pc:spChg>
        <pc:spChg chg="add mod">
          <ac:chgData name="David Hedengren" userId="658bef35-c023-4c34-ad89-ec78a9d95ca6" providerId="ADAL" clId="{FBAF32F6-F88B-4240-8933-014DB28A2515}" dt="2024-09-04T07:37:44.187" v="5574" actId="14100"/>
          <ac:spMkLst>
            <pc:docMk/>
            <pc:sldMk cId="1802556675" sldId="262"/>
            <ac:spMk id="129" creationId="{B73A3ECB-E217-B53E-04D1-A12E66BAE843}"/>
          </ac:spMkLst>
        </pc:spChg>
        <pc:spChg chg="add mod">
          <ac:chgData name="David Hedengren" userId="658bef35-c023-4c34-ad89-ec78a9d95ca6" providerId="ADAL" clId="{FBAF32F6-F88B-4240-8933-014DB28A2515}" dt="2024-09-03T07:47:57.916" v="2045" actId="1076"/>
          <ac:spMkLst>
            <pc:docMk/>
            <pc:sldMk cId="1802556675" sldId="262"/>
            <ac:spMk id="130" creationId="{927B29E0-528B-D27C-7289-DCEA2FAD81DB}"/>
          </ac:spMkLst>
        </pc:spChg>
        <pc:spChg chg="add mod">
          <ac:chgData name="David Hedengren" userId="658bef35-c023-4c34-ad89-ec78a9d95ca6" providerId="ADAL" clId="{FBAF32F6-F88B-4240-8933-014DB28A2515}" dt="2024-09-03T07:47:57.916" v="2045" actId="1076"/>
          <ac:spMkLst>
            <pc:docMk/>
            <pc:sldMk cId="1802556675" sldId="262"/>
            <ac:spMk id="131" creationId="{12B18645-C61B-04EA-5FB3-7AF5F2B88799}"/>
          </ac:spMkLst>
        </pc:spChg>
        <pc:spChg chg="add mod">
          <ac:chgData name="David Hedengren" userId="658bef35-c023-4c34-ad89-ec78a9d95ca6" providerId="ADAL" clId="{FBAF32F6-F88B-4240-8933-014DB28A2515}" dt="2024-09-03T07:47:57.916" v="2045" actId="1076"/>
          <ac:spMkLst>
            <pc:docMk/>
            <pc:sldMk cId="1802556675" sldId="262"/>
            <ac:spMk id="132" creationId="{26742602-F00E-0068-5CDB-7C8CC2F52F35}"/>
          </ac:spMkLst>
        </pc:spChg>
        <pc:spChg chg="add mod">
          <ac:chgData name="David Hedengren" userId="658bef35-c023-4c34-ad89-ec78a9d95ca6" providerId="ADAL" clId="{FBAF32F6-F88B-4240-8933-014DB28A2515}" dt="2024-09-03T07:47:57.916" v="2045" actId="1076"/>
          <ac:spMkLst>
            <pc:docMk/>
            <pc:sldMk cId="1802556675" sldId="262"/>
            <ac:spMk id="133" creationId="{5B5D204C-92D5-ED26-C8BB-0085803C46CF}"/>
          </ac:spMkLst>
        </pc:spChg>
        <pc:spChg chg="add mod ord">
          <ac:chgData name="David Hedengren" userId="658bef35-c023-4c34-ad89-ec78a9d95ca6" providerId="ADAL" clId="{FBAF32F6-F88B-4240-8933-014DB28A2515}" dt="2024-09-03T07:47:53.155" v="2044" actId="1076"/>
          <ac:spMkLst>
            <pc:docMk/>
            <pc:sldMk cId="1802556675" sldId="262"/>
            <ac:spMk id="134" creationId="{AD483C53-D09A-A30B-28E5-BCD2D7960D96}"/>
          </ac:spMkLst>
        </pc:spChg>
        <pc:spChg chg="add del">
          <ac:chgData name="David Hedengren" userId="658bef35-c023-4c34-ad89-ec78a9d95ca6" providerId="ADAL" clId="{FBAF32F6-F88B-4240-8933-014DB28A2515}" dt="2024-09-03T07:44:16.310" v="1976"/>
          <ac:spMkLst>
            <pc:docMk/>
            <pc:sldMk cId="1802556675" sldId="262"/>
            <ac:spMk id="135" creationId="{3C21ACC1-9B5A-C438-3623-9142CF06EEF4}"/>
          </ac:spMkLst>
        </pc:spChg>
        <pc:grpChg chg="add mod">
          <ac:chgData name="David Hedengren" userId="658bef35-c023-4c34-ad89-ec78a9d95ca6" providerId="ADAL" clId="{FBAF32F6-F88B-4240-8933-014DB28A2515}" dt="2024-09-03T07:47:57.916" v="2045" actId="1076"/>
          <ac:grpSpMkLst>
            <pc:docMk/>
            <pc:sldMk cId="1802556675" sldId="262"/>
            <ac:grpSpMk id="3" creationId="{F7B31A1F-E441-6878-B2C7-6AE5977EACDC}"/>
          </ac:grpSpMkLst>
        </pc:grpChg>
        <pc:grpChg chg="add mod">
          <ac:chgData name="David Hedengren" userId="658bef35-c023-4c34-ad89-ec78a9d95ca6" providerId="ADAL" clId="{FBAF32F6-F88B-4240-8933-014DB28A2515}" dt="2024-09-03T07:47:57.916" v="2045" actId="1076"/>
          <ac:grpSpMkLst>
            <pc:docMk/>
            <pc:sldMk cId="1802556675" sldId="262"/>
            <ac:grpSpMk id="12" creationId="{A9B2E0C9-395F-C83A-E1D5-765408A408BB}"/>
          </ac:grpSpMkLst>
        </pc:grpChg>
        <pc:grpChg chg="add mod">
          <ac:chgData name="David Hedengren" userId="658bef35-c023-4c34-ad89-ec78a9d95ca6" providerId="ADAL" clId="{FBAF32F6-F88B-4240-8933-014DB28A2515}" dt="2024-09-03T07:47:57.916" v="2045" actId="1076"/>
          <ac:grpSpMkLst>
            <pc:docMk/>
            <pc:sldMk cId="1802556675" sldId="262"/>
            <ac:grpSpMk id="13" creationId="{287D0CFF-C554-4A41-CC5D-D7A0F94A295E}"/>
          </ac:grpSpMkLst>
        </pc:grpChg>
        <pc:grpChg chg="add mod">
          <ac:chgData name="David Hedengren" userId="658bef35-c023-4c34-ad89-ec78a9d95ca6" providerId="ADAL" clId="{FBAF32F6-F88B-4240-8933-014DB28A2515}" dt="2024-09-03T07:47:57.916" v="2045" actId="1076"/>
          <ac:grpSpMkLst>
            <pc:docMk/>
            <pc:sldMk cId="1802556675" sldId="262"/>
            <ac:grpSpMk id="16" creationId="{A0B175FD-220C-494F-D479-4AE90167A665}"/>
          </ac:grpSpMkLst>
        </pc:grpChg>
        <pc:grpChg chg="add mod">
          <ac:chgData name="David Hedengren" userId="658bef35-c023-4c34-ad89-ec78a9d95ca6" providerId="ADAL" clId="{FBAF32F6-F88B-4240-8933-014DB28A2515}" dt="2024-09-03T07:47:57.916" v="2045" actId="1076"/>
          <ac:grpSpMkLst>
            <pc:docMk/>
            <pc:sldMk cId="1802556675" sldId="262"/>
            <ac:grpSpMk id="21" creationId="{32C18506-5893-78A5-D721-000B91A97555}"/>
          </ac:grpSpMkLst>
        </pc:grpChg>
        <pc:grpChg chg="add mod">
          <ac:chgData name="David Hedengren" userId="658bef35-c023-4c34-ad89-ec78a9d95ca6" providerId="ADAL" clId="{FBAF32F6-F88B-4240-8933-014DB28A2515}" dt="2024-09-03T07:47:57.916" v="2045" actId="1076"/>
          <ac:grpSpMkLst>
            <pc:docMk/>
            <pc:sldMk cId="1802556675" sldId="262"/>
            <ac:grpSpMk id="28" creationId="{AEFE77EE-50B9-8CA7-7935-97A8CFFB3886}"/>
          </ac:grpSpMkLst>
        </pc:grpChg>
        <pc:grpChg chg="add mod">
          <ac:chgData name="David Hedengren" userId="658bef35-c023-4c34-ad89-ec78a9d95ca6" providerId="ADAL" clId="{FBAF32F6-F88B-4240-8933-014DB28A2515}" dt="2024-09-03T07:47:57.916" v="2045" actId="1076"/>
          <ac:grpSpMkLst>
            <pc:docMk/>
            <pc:sldMk cId="1802556675" sldId="262"/>
            <ac:grpSpMk id="35" creationId="{0A8C5A68-7028-A691-B7C2-5891DEB19EC4}"/>
          </ac:grpSpMkLst>
        </pc:grpChg>
        <pc:grpChg chg="add mod">
          <ac:chgData name="David Hedengren" userId="658bef35-c023-4c34-ad89-ec78a9d95ca6" providerId="ADAL" clId="{FBAF32F6-F88B-4240-8933-014DB28A2515}" dt="2024-09-03T07:47:57.916" v="2045" actId="1076"/>
          <ac:grpSpMkLst>
            <pc:docMk/>
            <pc:sldMk cId="1802556675" sldId="262"/>
            <ac:grpSpMk id="38" creationId="{05A6D19A-27FD-AFF5-84A6-38C7C9D5E901}"/>
          </ac:grpSpMkLst>
        </pc:grpChg>
        <pc:grpChg chg="add mod">
          <ac:chgData name="David Hedengren" userId="658bef35-c023-4c34-ad89-ec78a9d95ca6" providerId="ADAL" clId="{FBAF32F6-F88B-4240-8933-014DB28A2515}" dt="2024-09-03T07:47:57.916" v="2045" actId="1076"/>
          <ac:grpSpMkLst>
            <pc:docMk/>
            <pc:sldMk cId="1802556675" sldId="262"/>
            <ac:grpSpMk id="41" creationId="{734DB89E-DBB9-7AC2-1741-1A2CDD4D2966}"/>
          </ac:grpSpMkLst>
        </pc:grpChg>
        <pc:grpChg chg="add mod">
          <ac:chgData name="David Hedengren" userId="658bef35-c023-4c34-ad89-ec78a9d95ca6" providerId="ADAL" clId="{FBAF32F6-F88B-4240-8933-014DB28A2515}" dt="2024-09-03T07:47:57.916" v="2045" actId="1076"/>
          <ac:grpSpMkLst>
            <pc:docMk/>
            <pc:sldMk cId="1802556675" sldId="262"/>
            <ac:grpSpMk id="46" creationId="{3EE3FA5E-DDB2-5A95-C6BB-792FD4A54554}"/>
          </ac:grpSpMkLst>
        </pc:grpChg>
        <pc:grpChg chg="add mod">
          <ac:chgData name="David Hedengren" userId="658bef35-c023-4c34-ad89-ec78a9d95ca6" providerId="ADAL" clId="{FBAF32F6-F88B-4240-8933-014DB28A2515}" dt="2024-09-03T07:47:57.916" v="2045" actId="1076"/>
          <ac:grpSpMkLst>
            <pc:docMk/>
            <pc:sldMk cId="1802556675" sldId="262"/>
            <ac:grpSpMk id="50" creationId="{E9AA4EC3-EDF7-03AD-5141-C702360E5BB2}"/>
          </ac:grpSpMkLst>
        </pc:grpChg>
        <pc:grpChg chg="add mod">
          <ac:chgData name="David Hedengren" userId="658bef35-c023-4c34-ad89-ec78a9d95ca6" providerId="ADAL" clId="{FBAF32F6-F88B-4240-8933-014DB28A2515}" dt="2024-09-03T07:47:57.916" v="2045" actId="1076"/>
          <ac:grpSpMkLst>
            <pc:docMk/>
            <pc:sldMk cId="1802556675" sldId="262"/>
            <ac:grpSpMk id="57" creationId="{45B00738-1681-065D-0B06-655A462321D0}"/>
          </ac:grpSpMkLst>
        </pc:grpChg>
        <pc:grpChg chg="add mod">
          <ac:chgData name="David Hedengren" userId="658bef35-c023-4c34-ad89-ec78a9d95ca6" providerId="ADAL" clId="{FBAF32F6-F88B-4240-8933-014DB28A2515}" dt="2024-09-03T07:47:57.916" v="2045" actId="1076"/>
          <ac:grpSpMkLst>
            <pc:docMk/>
            <pc:sldMk cId="1802556675" sldId="262"/>
            <ac:grpSpMk id="60" creationId="{04E8F7EB-2F08-536A-A16D-049174D0B437}"/>
          </ac:grpSpMkLst>
        </pc:grpChg>
        <pc:grpChg chg="add mod">
          <ac:chgData name="David Hedengren" userId="658bef35-c023-4c34-ad89-ec78a9d95ca6" providerId="ADAL" clId="{FBAF32F6-F88B-4240-8933-014DB28A2515}" dt="2024-09-03T07:47:57.916" v="2045" actId="1076"/>
          <ac:grpSpMkLst>
            <pc:docMk/>
            <pc:sldMk cId="1802556675" sldId="262"/>
            <ac:grpSpMk id="63" creationId="{00C37897-D330-D424-E407-A604E04E2E64}"/>
          </ac:grpSpMkLst>
        </pc:grpChg>
        <pc:grpChg chg="add mod">
          <ac:chgData name="David Hedengren" userId="658bef35-c023-4c34-ad89-ec78a9d95ca6" providerId="ADAL" clId="{FBAF32F6-F88B-4240-8933-014DB28A2515}" dt="2024-09-03T07:47:57.916" v="2045" actId="1076"/>
          <ac:grpSpMkLst>
            <pc:docMk/>
            <pc:sldMk cId="1802556675" sldId="262"/>
            <ac:grpSpMk id="68" creationId="{31A1BD5C-929E-635D-BB97-9AACA6AA5B9A}"/>
          </ac:grpSpMkLst>
        </pc:grpChg>
        <pc:grpChg chg="add mod">
          <ac:chgData name="David Hedengren" userId="658bef35-c023-4c34-ad89-ec78a9d95ca6" providerId="ADAL" clId="{FBAF32F6-F88B-4240-8933-014DB28A2515}" dt="2024-09-03T07:47:57.916" v="2045" actId="1076"/>
          <ac:grpSpMkLst>
            <pc:docMk/>
            <pc:sldMk cId="1802556675" sldId="262"/>
            <ac:grpSpMk id="76" creationId="{1D795319-04BE-2875-948F-20C06F3A9E83}"/>
          </ac:grpSpMkLst>
        </pc:grpChg>
        <pc:grpChg chg="add mod">
          <ac:chgData name="David Hedengren" userId="658bef35-c023-4c34-ad89-ec78a9d95ca6" providerId="ADAL" clId="{FBAF32F6-F88B-4240-8933-014DB28A2515}" dt="2024-09-03T07:47:57.916" v="2045" actId="1076"/>
          <ac:grpSpMkLst>
            <pc:docMk/>
            <pc:sldMk cId="1802556675" sldId="262"/>
            <ac:grpSpMk id="83" creationId="{FC7923F0-94BD-FAAF-92FC-1BDE91C64DAF}"/>
          </ac:grpSpMkLst>
        </pc:grpChg>
        <pc:grpChg chg="add mod">
          <ac:chgData name="David Hedengren" userId="658bef35-c023-4c34-ad89-ec78a9d95ca6" providerId="ADAL" clId="{FBAF32F6-F88B-4240-8933-014DB28A2515}" dt="2024-09-03T07:47:57.916" v="2045" actId="1076"/>
          <ac:grpSpMkLst>
            <pc:docMk/>
            <pc:sldMk cId="1802556675" sldId="262"/>
            <ac:grpSpMk id="86" creationId="{074BC15D-CB4B-6CD1-EAB4-3CB263080F6E}"/>
          </ac:grpSpMkLst>
        </pc:grpChg>
        <pc:grpChg chg="add mod">
          <ac:chgData name="David Hedengren" userId="658bef35-c023-4c34-ad89-ec78a9d95ca6" providerId="ADAL" clId="{FBAF32F6-F88B-4240-8933-014DB28A2515}" dt="2024-09-03T07:47:57.916" v="2045" actId="1076"/>
          <ac:grpSpMkLst>
            <pc:docMk/>
            <pc:sldMk cId="1802556675" sldId="262"/>
            <ac:grpSpMk id="89" creationId="{FDFF5FB6-9648-DEA2-0D10-CF225FB1654B}"/>
          </ac:grpSpMkLst>
        </pc:grpChg>
        <pc:grpChg chg="add mod">
          <ac:chgData name="David Hedengren" userId="658bef35-c023-4c34-ad89-ec78a9d95ca6" providerId="ADAL" clId="{FBAF32F6-F88B-4240-8933-014DB28A2515}" dt="2024-09-03T07:47:57.916" v="2045" actId="1076"/>
          <ac:grpSpMkLst>
            <pc:docMk/>
            <pc:sldMk cId="1802556675" sldId="262"/>
            <ac:grpSpMk id="94" creationId="{568B7FCA-3350-8657-54CB-FF8BF421EA01}"/>
          </ac:grpSpMkLst>
        </pc:grpChg>
        <pc:grpChg chg="add mod">
          <ac:chgData name="David Hedengren" userId="658bef35-c023-4c34-ad89-ec78a9d95ca6" providerId="ADAL" clId="{FBAF32F6-F88B-4240-8933-014DB28A2515}" dt="2024-09-03T07:47:57.916" v="2045" actId="1076"/>
          <ac:grpSpMkLst>
            <pc:docMk/>
            <pc:sldMk cId="1802556675" sldId="262"/>
            <ac:grpSpMk id="98" creationId="{0A64F31D-106C-727C-6B54-8AA27F610992}"/>
          </ac:grpSpMkLst>
        </pc:grpChg>
        <pc:grpChg chg="add mod">
          <ac:chgData name="David Hedengren" userId="658bef35-c023-4c34-ad89-ec78a9d95ca6" providerId="ADAL" clId="{FBAF32F6-F88B-4240-8933-014DB28A2515}" dt="2024-09-03T07:47:57.916" v="2045" actId="1076"/>
          <ac:grpSpMkLst>
            <pc:docMk/>
            <pc:sldMk cId="1802556675" sldId="262"/>
            <ac:grpSpMk id="105" creationId="{8283C858-D1B1-C60B-F9C0-AC99966E3DC1}"/>
          </ac:grpSpMkLst>
        </pc:grpChg>
        <pc:grpChg chg="add mod">
          <ac:chgData name="David Hedengren" userId="658bef35-c023-4c34-ad89-ec78a9d95ca6" providerId="ADAL" clId="{FBAF32F6-F88B-4240-8933-014DB28A2515}" dt="2024-09-03T07:47:57.916" v="2045" actId="1076"/>
          <ac:grpSpMkLst>
            <pc:docMk/>
            <pc:sldMk cId="1802556675" sldId="262"/>
            <ac:grpSpMk id="108" creationId="{7B58F8C4-2D9C-DC9A-5985-B3C311AAEA0C}"/>
          </ac:grpSpMkLst>
        </pc:grpChg>
        <pc:grpChg chg="add mod">
          <ac:chgData name="David Hedengren" userId="658bef35-c023-4c34-ad89-ec78a9d95ca6" providerId="ADAL" clId="{FBAF32F6-F88B-4240-8933-014DB28A2515}" dt="2024-09-03T07:47:57.916" v="2045" actId="1076"/>
          <ac:grpSpMkLst>
            <pc:docMk/>
            <pc:sldMk cId="1802556675" sldId="262"/>
            <ac:grpSpMk id="111" creationId="{17DA290E-C801-6969-2902-24DD15BF120D}"/>
          </ac:grpSpMkLst>
        </pc:grpChg>
        <pc:grpChg chg="add mod">
          <ac:chgData name="David Hedengren" userId="658bef35-c023-4c34-ad89-ec78a9d95ca6" providerId="ADAL" clId="{FBAF32F6-F88B-4240-8933-014DB28A2515}" dt="2024-09-03T07:47:57.916" v="2045" actId="1076"/>
          <ac:grpSpMkLst>
            <pc:docMk/>
            <pc:sldMk cId="1802556675" sldId="262"/>
            <ac:grpSpMk id="116" creationId="{55A80819-D4FF-FF16-1473-3A98A1272CD8}"/>
          </ac:grpSpMkLst>
        </pc:grpChg>
        <pc:grpChg chg="add mod">
          <ac:chgData name="David Hedengren" userId="658bef35-c023-4c34-ad89-ec78a9d95ca6" providerId="ADAL" clId="{FBAF32F6-F88B-4240-8933-014DB28A2515}" dt="2024-09-03T07:47:57.916" v="2045" actId="1076"/>
          <ac:grpSpMkLst>
            <pc:docMk/>
            <pc:sldMk cId="1802556675" sldId="262"/>
            <ac:grpSpMk id="120" creationId="{DA644BE9-300D-844D-DAD4-DF518A08B73E}"/>
          </ac:grpSpMkLst>
        </pc:grpChg>
        <pc:grpChg chg="add mod">
          <ac:chgData name="David Hedengren" userId="658bef35-c023-4c34-ad89-ec78a9d95ca6" providerId="ADAL" clId="{FBAF32F6-F88B-4240-8933-014DB28A2515}" dt="2024-09-03T07:47:57.916" v="2045" actId="1076"/>
          <ac:grpSpMkLst>
            <pc:docMk/>
            <pc:sldMk cId="1802556675" sldId="262"/>
            <ac:grpSpMk id="126" creationId="{A0C6208C-B1F5-1B51-8EB9-106BA2D2FDD6}"/>
          </ac:grpSpMkLst>
        </pc:grpChg>
        <pc:picChg chg="add del mod">
          <ac:chgData name="David Hedengren" userId="658bef35-c023-4c34-ad89-ec78a9d95ca6" providerId="ADAL" clId="{FBAF32F6-F88B-4240-8933-014DB28A2515}" dt="2024-09-03T07:46:16.082" v="1989" actId="21"/>
          <ac:picMkLst>
            <pc:docMk/>
            <pc:sldMk cId="1802556675" sldId="262"/>
            <ac:picMk id="137" creationId="{C91A5A12-9604-A26D-B022-F32606474D40}"/>
          </ac:picMkLst>
        </pc:picChg>
        <pc:picChg chg="add mod">
          <ac:chgData name="David Hedengren" userId="658bef35-c023-4c34-ad89-ec78a9d95ca6" providerId="ADAL" clId="{FBAF32F6-F88B-4240-8933-014DB28A2515}" dt="2024-09-03T07:49:58.087" v="2070" actId="1076"/>
          <ac:picMkLst>
            <pc:docMk/>
            <pc:sldMk cId="1802556675" sldId="262"/>
            <ac:picMk id="139" creationId="{5E9A82F7-2BE8-BC54-96DE-3A20F5BB1186}"/>
          </ac:picMkLst>
        </pc:picChg>
        <pc:cxnChg chg="mod">
          <ac:chgData name="David Hedengren" userId="658bef35-c023-4c34-ad89-ec78a9d95ca6" providerId="ADAL" clId="{FBAF32F6-F88B-4240-8933-014DB28A2515}" dt="2024-09-03T07:20:41.105" v="1502"/>
          <ac:cxnSpMkLst>
            <pc:docMk/>
            <pc:sldMk cId="1802556675" sldId="262"/>
            <ac:cxnSpMk id="5" creationId="{BB90B0C9-6A1C-27BE-8CBB-E7AA35771B34}"/>
          </ac:cxnSpMkLst>
        </pc:cxnChg>
        <pc:cxnChg chg="mod">
          <ac:chgData name="David Hedengren" userId="658bef35-c023-4c34-ad89-ec78a9d95ca6" providerId="ADAL" clId="{FBAF32F6-F88B-4240-8933-014DB28A2515}" dt="2024-09-03T07:20:41.105" v="1502"/>
          <ac:cxnSpMkLst>
            <pc:docMk/>
            <pc:sldMk cId="1802556675" sldId="262"/>
            <ac:cxnSpMk id="6" creationId="{4A8BC2FB-BCB7-AEE4-B3FE-7AE3CC9F35B9}"/>
          </ac:cxnSpMkLst>
        </pc:cxnChg>
        <pc:cxnChg chg="mod">
          <ac:chgData name="David Hedengren" userId="658bef35-c023-4c34-ad89-ec78a9d95ca6" providerId="ADAL" clId="{FBAF32F6-F88B-4240-8933-014DB28A2515}" dt="2024-09-03T07:20:41.105" v="1502"/>
          <ac:cxnSpMkLst>
            <pc:docMk/>
            <pc:sldMk cId="1802556675" sldId="262"/>
            <ac:cxnSpMk id="7" creationId="{FBEBAFC8-D491-CF25-C286-1170EC1C8127}"/>
          </ac:cxnSpMkLst>
        </pc:cxnChg>
        <pc:cxnChg chg="mod">
          <ac:chgData name="David Hedengren" userId="658bef35-c023-4c34-ad89-ec78a9d95ca6" providerId="ADAL" clId="{FBAF32F6-F88B-4240-8933-014DB28A2515}" dt="2024-09-03T07:20:41.105" v="1502"/>
          <ac:cxnSpMkLst>
            <pc:docMk/>
            <pc:sldMk cId="1802556675" sldId="262"/>
            <ac:cxnSpMk id="8" creationId="{4DC669A5-9B48-7AA3-FDF1-074A93F6AFF4}"/>
          </ac:cxnSpMkLst>
        </pc:cxnChg>
        <pc:cxnChg chg="add mod">
          <ac:chgData name="David Hedengren" userId="658bef35-c023-4c34-ad89-ec78a9d95ca6" providerId="ADAL" clId="{FBAF32F6-F88B-4240-8933-014DB28A2515}" dt="2024-09-03T07:21:09.462" v="1509" actId="208"/>
          <ac:cxnSpMkLst>
            <pc:docMk/>
            <pc:sldMk cId="1802556675" sldId="262"/>
            <ac:cxnSpMk id="10" creationId="{C1ED782B-D2C0-3589-C1CF-D8EEF6856A24}"/>
          </ac:cxnSpMkLst>
        </pc:cxnChg>
        <pc:cxnChg chg="add mod">
          <ac:chgData name="David Hedengren" userId="658bef35-c023-4c34-ad89-ec78a9d95ca6" providerId="ADAL" clId="{FBAF32F6-F88B-4240-8933-014DB28A2515}" dt="2024-09-03T07:21:09.462" v="1509" actId="208"/>
          <ac:cxnSpMkLst>
            <pc:docMk/>
            <pc:sldMk cId="1802556675" sldId="262"/>
            <ac:cxnSpMk id="11" creationId="{39B7559B-86C3-CACC-9E2B-C93682D5E987}"/>
          </ac:cxnSpMkLst>
        </pc:cxnChg>
        <pc:cxnChg chg="mod">
          <ac:chgData name="David Hedengren" userId="658bef35-c023-4c34-ad89-ec78a9d95ca6" providerId="ADAL" clId="{FBAF32F6-F88B-4240-8933-014DB28A2515}" dt="2024-09-03T07:21:31.956" v="1513"/>
          <ac:cxnSpMkLst>
            <pc:docMk/>
            <pc:sldMk cId="1802556675" sldId="262"/>
            <ac:cxnSpMk id="14" creationId="{082EB40F-BE0F-83AB-5046-EC445D208156}"/>
          </ac:cxnSpMkLst>
        </pc:cxnChg>
        <pc:cxnChg chg="mod">
          <ac:chgData name="David Hedengren" userId="658bef35-c023-4c34-ad89-ec78a9d95ca6" providerId="ADAL" clId="{FBAF32F6-F88B-4240-8933-014DB28A2515}" dt="2024-09-03T07:21:31.956" v="1513"/>
          <ac:cxnSpMkLst>
            <pc:docMk/>
            <pc:sldMk cId="1802556675" sldId="262"/>
            <ac:cxnSpMk id="15" creationId="{747800BD-B356-200A-359D-E0819DF32F17}"/>
          </ac:cxnSpMkLst>
        </pc:cxnChg>
        <pc:cxnChg chg="mod">
          <ac:chgData name="David Hedengren" userId="658bef35-c023-4c34-ad89-ec78a9d95ca6" providerId="ADAL" clId="{FBAF32F6-F88B-4240-8933-014DB28A2515}" dt="2024-09-03T07:21:42.943" v="1515"/>
          <ac:cxnSpMkLst>
            <pc:docMk/>
            <pc:sldMk cId="1802556675" sldId="262"/>
            <ac:cxnSpMk id="17" creationId="{6C04C79D-BCC7-BADD-0573-416F04E9D406}"/>
          </ac:cxnSpMkLst>
        </pc:cxnChg>
        <pc:cxnChg chg="mod">
          <ac:chgData name="David Hedengren" userId="658bef35-c023-4c34-ad89-ec78a9d95ca6" providerId="ADAL" clId="{FBAF32F6-F88B-4240-8933-014DB28A2515}" dt="2024-09-03T07:21:42.943" v="1515"/>
          <ac:cxnSpMkLst>
            <pc:docMk/>
            <pc:sldMk cId="1802556675" sldId="262"/>
            <ac:cxnSpMk id="18" creationId="{FF12BF94-A3A5-0619-FDB6-64E3AAA65CF8}"/>
          </ac:cxnSpMkLst>
        </pc:cxnChg>
        <pc:cxnChg chg="mod">
          <ac:chgData name="David Hedengren" userId="658bef35-c023-4c34-ad89-ec78a9d95ca6" providerId="ADAL" clId="{FBAF32F6-F88B-4240-8933-014DB28A2515}" dt="2024-09-03T07:22:11.086" v="1523" actId="208"/>
          <ac:cxnSpMkLst>
            <pc:docMk/>
            <pc:sldMk cId="1802556675" sldId="262"/>
            <ac:cxnSpMk id="22" creationId="{2009A055-81F9-6277-427F-DCB9C18BA5A3}"/>
          </ac:cxnSpMkLst>
        </pc:cxnChg>
        <pc:cxnChg chg="mod">
          <ac:chgData name="David Hedengren" userId="658bef35-c023-4c34-ad89-ec78a9d95ca6" providerId="ADAL" clId="{FBAF32F6-F88B-4240-8933-014DB28A2515}" dt="2024-09-03T07:22:11.086" v="1523" actId="208"/>
          <ac:cxnSpMkLst>
            <pc:docMk/>
            <pc:sldMk cId="1802556675" sldId="262"/>
            <ac:cxnSpMk id="23" creationId="{8AFC4E55-88F6-2A8D-71AC-92C564E20787}"/>
          </ac:cxnSpMkLst>
        </pc:cxnChg>
        <pc:cxnChg chg="add mod">
          <ac:chgData name="David Hedengren" userId="658bef35-c023-4c34-ad89-ec78a9d95ca6" providerId="ADAL" clId="{FBAF32F6-F88B-4240-8933-014DB28A2515}" dt="2024-09-03T07:47:57.916" v="2045" actId="1076"/>
          <ac:cxnSpMkLst>
            <pc:docMk/>
            <pc:sldMk cId="1802556675" sldId="262"/>
            <ac:cxnSpMk id="25" creationId="{15A0D409-9A09-3A38-51B8-80CBCE907025}"/>
          </ac:cxnSpMkLst>
        </pc:cxnChg>
        <pc:cxnChg chg="add mod">
          <ac:chgData name="David Hedengren" userId="658bef35-c023-4c34-ad89-ec78a9d95ca6" providerId="ADAL" clId="{FBAF32F6-F88B-4240-8933-014DB28A2515}" dt="2024-09-03T07:47:57.916" v="2045" actId="1076"/>
          <ac:cxnSpMkLst>
            <pc:docMk/>
            <pc:sldMk cId="1802556675" sldId="262"/>
            <ac:cxnSpMk id="26" creationId="{E59E3071-8C92-10FA-CAAB-0F464148981E}"/>
          </ac:cxnSpMkLst>
        </pc:cxnChg>
        <pc:cxnChg chg="mod">
          <ac:chgData name="David Hedengren" userId="658bef35-c023-4c34-ad89-ec78a9d95ca6" providerId="ADAL" clId="{FBAF32F6-F88B-4240-8933-014DB28A2515}" dt="2024-09-03T07:23:09.499" v="1535"/>
          <ac:cxnSpMkLst>
            <pc:docMk/>
            <pc:sldMk cId="1802556675" sldId="262"/>
            <ac:cxnSpMk id="30" creationId="{71F0995A-697C-354C-10D8-0EF3DA704FE7}"/>
          </ac:cxnSpMkLst>
        </pc:cxnChg>
        <pc:cxnChg chg="mod">
          <ac:chgData name="David Hedengren" userId="658bef35-c023-4c34-ad89-ec78a9d95ca6" providerId="ADAL" clId="{FBAF32F6-F88B-4240-8933-014DB28A2515}" dt="2024-09-03T07:23:09.499" v="1535"/>
          <ac:cxnSpMkLst>
            <pc:docMk/>
            <pc:sldMk cId="1802556675" sldId="262"/>
            <ac:cxnSpMk id="31" creationId="{FF128878-F312-7AF5-3B4E-A33885E5F7A4}"/>
          </ac:cxnSpMkLst>
        </pc:cxnChg>
        <pc:cxnChg chg="mod">
          <ac:chgData name="David Hedengren" userId="658bef35-c023-4c34-ad89-ec78a9d95ca6" providerId="ADAL" clId="{FBAF32F6-F88B-4240-8933-014DB28A2515}" dt="2024-09-03T07:23:09.499" v="1535"/>
          <ac:cxnSpMkLst>
            <pc:docMk/>
            <pc:sldMk cId="1802556675" sldId="262"/>
            <ac:cxnSpMk id="32" creationId="{CDCB1611-4206-9F6A-74D8-002F3A452CE4}"/>
          </ac:cxnSpMkLst>
        </pc:cxnChg>
        <pc:cxnChg chg="mod">
          <ac:chgData name="David Hedengren" userId="658bef35-c023-4c34-ad89-ec78a9d95ca6" providerId="ADAL" clId="{FBAF32F6-F88B-4240-8933-014DB28A2515}" dt="2024-09-03T07:23:09.499" v="1535"/>
          <ac:cxnSpMkLst>
            <pc:docMk/>
            <pc:sldMk cId="1802556675" sldId="262"/>
            <ac:cxnSpMk id="33" creationId="{63D70E05-3D0B-C5C0-CA6F-75D18EF19CD8}"/>
          </ac:cxnSpMkLst>
        </pc:cxnChg>
        <pc:cxnChg chg="mod">
          <ac:chgData name="David Hedengren" userId="658bef35-c023-4c34-ad89-ec78a9d95ca6" providerId="ADAL" clId="{FBAF32F6-F88B-4240-8933-014DB28A2515}" dt="2024-09-03T07:23:09.499" v="1535"/>
          <ac:cxnSpMkLst>
            <pc:docMk/>
            <pc:sldMk cId="1802556675" sldId="262"/>
            <ac:cxnSpMk id="36" creationId="{89968797-39EE-EBA9-C44B-BD774A9B18F7}"/>
          </ac:cxnSpMkLst>
        </pc:cxnChg>
        <pc:cxnChg chg="mod">
          <ac:chgData name="David Hedengren" userId="658bef35-c023-4c34-ad89-ec78a9d95ca6" providerId="ADAL" clId="{FBAF32F6-F88B-4240-8933-014DB28A2515}" dt="2024-09-03T07:23:09.499" v="1535"/>
          <ac:cxnSpMkLst>
            <pc:docMk/>
            <pc:sldMk cId="1802556675" sldId="262"/>
            <ac:cxnSpMk id="37" creationId="{A8C8B074-5C97-D197-30AA-5C18D56F8498}"/>
          </ac:cxnSpMkLst>
        </pc:cxnChg>
        <pc:cxnChg chg="mod">
          <ac:chgData name="David Hedengren" userId="658bef35-c023-4c34-ad89-ec78a9d95ca6" providerId="ADAL" clId="{FBAF32F6-F88B-4240-8933-014DB28A2515}" dt="2024-09-03T07:23:09.499" v="1535"/>
          <ac:cxnSpMkLst>
            <pc:docMk/>
            <pc:sldMk cId="1802556675" sldId="262"/>
            <ac:cxnSpMk id="39" creationId="{12DFA2E1-E524-EFF2-6F7B-0399AB00C2F2}"/>
          </ac:cxnSpMkLst>
        </pc:cxnChg>
        <pc:cxnChg chg="mod">
          <ac:chgData name="David Hedengren" userId="658bef35-c023-4c34-ad89-ec78a9d95ca6" providerId="ADAL" clId="{FBAF32F6-F88B-4240-8933-014DB28A2515}" dt="2024-09-03T07:23:09.499" v="1535"/>
          <ac:cxnSpMkLst>
            <pc:docMk/>
            <pc:sldMk cId="1802556675" sldId="262"/>
            <ac:cxnSpMk id="40" creationId="{142FF6A6-AFDC-AC38-8571-D9AA69B31CCA}"/>
          </ac:cxnSpMkLst>
        </pc:cxnChg>
        <pc:cxnChg chg="mod">
          <ac:chgData name="David Hedengren" userId="658bef35-c023-4c34-ad89-ec78a9d95ca6" providerId="ADAL" clId="{FBAF32F6-F88B-4240-8933-014DB28A2515}" dt="2024-09-03T07:23:09.499" v="1535"/>
          <ac:cxnSpMkLst>
            <pc:docMk/>
            <pc:sldMk cId="1802556675" sldId="262"/>
            <ac:cxnSpMk id="42" creationId="{E1937E07-C565-E298-3E4C-1EC4644134D5}"/>
          </ac:cxnSpMkLst>
        </pc:cxnChg>
        <pc:cxnChg chg="mod">
          <ac:chgData name="David Hedengren" userId="658bef35-c023-4c34-ad89-ec78a9d95ca6" providerId="ADAL" clId="{FBAF32F6-F88B-4240-8933-014DB28A2515}" dt="2024-09-03T07:23:09.499" v="1535"/>
          <ac:cxnSpMkLst>
            <pc:docMk/>
            <pc:sldMk cId="1802556675" sldId="262"/>
            <ac:cxnSpMk id="43" creationId="{BE198FDF-1650-AD12-B892-A941E8EEE100}"/>
          </ac:cxnSpMkLst>
        </pc:cxnChg>
        <pc:cxnChg chg="mod">
          <ac:chgData name="David Hedengren" userId="658bef35-c023-4c34-ad89-ec78a9d95ca6" providerId="ADAL" clId="{FBAF32F6-F88B-4240-8933-014DB28A2515}" dt="2024-09-03T07:23:21.089" v="1537" actId="208"/>
          <ac:cxnSpMkLst>
            <pc:docMk/>
            <pc:sldMk cId="1802556675" sldId="262"/>
            <ac:cxnSpMk id="47" creationId="{F8A463AF-C117-F271-5E63-43FABC1917D4}"/>
          </ac:cxnSpMkLst>
        </pc:cxnChg>
        <pc:cxnChg chg="mod">
          <ac:chgData name="David Hedengren" userId="658bef35-c023-4c34-ad89-ec78a9d95ca6" providerId="ADAL" clId="{FBAF32F6-F88B-4240-8933-014DB28A2515}" dt="2024-09-03T07:23:21.089" v="1537" actId="208"/>
          <ac:cxnSpMkLst>
            <pc:docMk/>
            <pc:sldMk cId="1802556675" sldId="262"/>
            <ac:cxnSpMk id="48" creationId="{D340C714-29DA-D0B6-8F9A-1998064ECB57}"/>
          </ac:cxnSpMkLst>
        </pc:cxnChg>
        <pc:cxnChg chg="mod">
          <ac:chgData name="David Hedengren" userId="658bef35-c023-4c34-ad89-ec78a9d95ca6" providerId="ADAL" clId="{FBAF32F6-F88B-4240-8933-014DB28A2515}" dt="2024-09-03T07:23:38.348" v="1542"/>
          <ac:cxnSpMkLst>
            <pc:docMk/>
            <pc:sldMk cId="1802556675" sldId="262"/>
            <ac:cxnSpMk id="52" creationId="{FDB71B72-5A75-9D89-75B0-6856C39FAA79}"/>
          </ac:cxnSpMkLst>
        </pc:cxnChg>
        <pc:cxnChg chg="mod">
          <ac:chgData name="David Hedengren" userId="658bef35-c023-4c34-ad89-ec78a9d95ca6" providerId="ADAL" clId="{FBAF32F6-F88B-4240-8933-014DB28A2515}" dt="2024-09-03T07:23:38.348" v="1542"/>
          <ac:cxnSpMkLst>
            <pc:docMk/>
            <pc:sldMk cId="1802556675" sldId="262"/>
            <ac:cxnSpMk id="53" creationId="{FB84DCDD-0E93-CF51-1801-5F7B53EB4D49}"/>
          </ac:cxnSpMkLst>
        </pc:cxnChg>
        <pc:cxnChg chg="mod">
          <ac:chgData name="David Hedengren" userId="658bef35-c023-4c34-ad89-ec78a9d95ca6" providerId="ADAL" clId="{FBAF32F6-F88B-4240-8933-014DB28A2515}" dt="2024-09-03T07:23:38.348" v="1542"/>
          <ac:cxnSpMkLst>
            <pc:docMk/>
            <pc:sldMk cId="1802556675" sldId="262"/>
            <ac:cxnSpMk id="54" creationId="{E109F558-A732-8086-C28B-D1B9E67C43B7}"/>
          </ac:cxnSpMkLst>
        </pc:cxnChg>
        <pc:cxnChg chg="mod">
          <ac:chgData name="David Hedengren" userId="658bef35-c023-4c34-ad89-ec78a9d95ca6" providerId="ADAL" clId="{FBAF32F6-F88B-4240-8933-014DB28A2515}" dt="2024-09-03T07:23:38.348" v="1542"/>
          <ac:cxnSpMkLst>
            <pc:docMk/>
            <pc:sldMk cId="1802556675" sldId="262"/>
            <ac:cxnSpMk id="55" creationId="{132D0779-D0AD-30E6-5703-F8B28FDA1108}"/>
          </ac:cxnSpMkLst>
        </pc:cxnChg>
        <pc:cxnChg chg="mod">
          <ac:chgData name="David Hedengren" userId="658bef35-c023-4c34-ad89-ec78a9d95ca6" providerId="ADAL" clId="{FBAF32F6-F88B-4240-8933-014DB28A2515}" dt="2024-09-03T07:23:38.348" v="1542"/>
          <ac:cxnSpMkLst>
            <pc:docMk/>
            <pc:sldMk cId="1802556675" sldId="262"/>
            <ac:cxnSpMk id="58" creationId="{1985668F-C926-B512-9B9E-E1EDAE4D36C9}"/>
          </ac:cxnSpMkLst>
        </pc:cxnChg>
        <pc:cxnChg chg="mod">
          <ac:chgData name="David Hedengren" userId="658bef35-c023-4c34-ad89-ec78a9d95ca6" providerId="ADAL" clId="{FBAF32F6-F88B-4240-8933-014DB28A2515}" dt="2024-09-03T07:23:38.348" v="1542"/>
          <ac:cxnSpMkLst>
            <pc:docMk/>
            <pc:sldMk cId="1802556675" sldId="262"/>
            <ac:cxnSpMk id="59" creationId="{35E5A56D-AEB8-7CB1-F615-5EEC7F6A589E}"/>
          </ac:cxnSpMkLst>
        </pc:cxnChg>
        <pc:cxnChg chg="mod">
          <ac:chgData name="David Hedengren" userId="658bef35-c023-4c34-ad89-ec78a9d95ca6" providerId="ADAL" clId="{FBAF32F6-F88B-4240-8933-014DB28A2515}" dt="2024-09-03T07:23:38.348" v="1542"/>
          <ac:cxnSpMkLst>
            <pc:docMk/>
            <pc:sldMk cId="1802556675" sldId="262"/>
            <ac:cxnSpMk id="61" creationId="{87432E45-D550-6D9D-487C-009106220630}"/>
          </ac:cxnSpMkLst>
        </pc:cxnChg>
        <pc:cxnChg chg="mod">
          <ac:chgData name="David Hedengren" userId="658bef35-c023-4c34-ad89-ec78a9d95ca6" providerId="ADAL" clId="{FBAF32F6-F88B-4240-8933-014DB28A2515}" dt="2024-09-03T07:23:38.348" v="1542"/>
          <ac:cxnSpMkLst>
            <pc:docMk/>
            <pc:sldMk cId="1802556675" sldId="262"/>
            <ac:cxnSpMk id="62" creationId="{469BB317-4B28-7089-CE5E-B5C228091628}"/>
          </ac:cxnSpMkLst>
        </pc:cxnChg>
        <pc:cxnChg chg="mod">
          <ac:chgData name="David Hedengren" userId="658bef35-c023-4c34-ad89-ec78a9d95ca6" providerId="ADAL" clId="{FBAF32F6-F88B-4240-8933-014DB28A2515}" dt="2024-09-03T07:23:38.348" v="1542"/>
          <ac:cxnSpMkLst>
            <pc:docMk/>
            <pc:sldMk cId="1802556675" sldId="262"/>
            <ac:cxnSpMk id="64" creationId="{C01E204B-0143-F072-DC87-EA116390D79F}"/>
          </ac:cxnSpMkLst>
        </pc:cxnChg>
        <pc:cxnChg chg="mod">
          <ac:chgData name="David Hedengren" userId="658bef35-c023-4c34-ad89-ec78a9d95ca6" providerId="ADAL" clId="{FBAF32F6-F88B-4240-8933-014DB28A2515}" dt="2024-09-03T07:23:38.348" v="1542"/>
          <ac:cxnSpMkLst>
            <pc:docMk/>
            <pc:sldMk cId="1802556675" sldId="262"/>
            <ac:cxnSpMk id="65" creationId="{9BB4320F-6461-A69A-4B85-48A8473CC257}"/>
          </ac:cxnSpMkLst>
        </pc:cxnChg>
        <pc:cxnChg chg="mod">
          <ac:chgData name="David Hedengren" userId="658bef35-c023-4c34-ad89-ec78a9d95ca6" providerId="ADAL" clId="{FBAF32F6-F88B-4240-8933-014DB28A2515}" dt="2024-09-03T07:23:38.348" v="1542"/>
          <ac:cxnSpMkLst>
            <pc:docMk/>
            <pc:sldMk cId="1802556675" sldId="262"/>
            <ac:cxnSpMk id="69" creationId="{7EA835C0-B2AC-50B7-3B08-DDDFFD7AAE6D}"/>
          </ac:cxnSpMkLst>
        </pc:cxnChg>
        <pc:cxnChg chg="mod">
          <ac:chgData name="David Hedengren" userId="658bef35-c023-4c34-ad89-ec78a9d95ca6" providerId="ADAL" clId="{FBAF32F6-F88B-4240-8933-014DB28A2515}" dt="2024-09-03T07:23:38.348" v="1542"/>
          <ac:cxnSpMkLst>
            <pc:docMk/>
            <pc:sldMk cId="1802556675" sldId="262"/>
            <ac:cxnSpMk id="70" creationId="{8CAE5365-0265-FCD6-DA27-6580A2328CBF}"/>
          </ac:cxnSpMkLst>
        </pc:cxnChg>
        <pc:cxnChg chg="add mod">
          <ac:chgData name="David Hedengren" userId="658bef35-c023-4c34-ad89-ec78a9d95ca6" providerId="ADAL" clId="{FBAF32F6-F88B-4240-8933-014DB28A2515}" dt="2024-09-04T07:31:16.194" v="5556" actId="1076"/>
          <ac:cxnSpMkLst>
            <pc:docMk/>
            <pc:sldMk cId="1802556675" sldId="262"/>
            <ac:cxnSpMk id="73" creationId="{D538CFC7-52B0-388B-0123-9780AD044E6A}"/>
          </ac:cxnSpMkLst>
        </pc:cxnChg>
        <pc:cxnChg chg="add mod">
          <ac:chgData name="David Hedengren" userId="658bef35-c023-4c34-ad89-ec78a9d95ca6" providerId="ADAL" clId="{FBAF32F6-F88B-4240-8933-014DB28A2515}" dt="2024-09-03T07:47:57.916" v="2045" actId="1076"/>
          <ac:cxnSpMkLst>
            <pc:docMk/>
            <pc:sldMk cId="1802556675" sldId="262"/>
            <ac:cxnSpMk id="75" creationId="{CE747367-81EA-28F7-DB70-F5A426B0C43F}"/>
          </ac:cxnSpMkLst>
        </pc:cxnChg>
        <pc:cxnChg chg="mod">
          <ac:chgData name="David Hedengren" userId="658bef35-c023-4c34-ad89-ec78a9d95ca6" providerId="ADAL" clId="{FBAF32F6-F88B-4240-8933-014DB28A2515}" dt="2024-09-03T07:24:22.909" v="1554"/>
          <ac:cxnSpMkLst>
            <pc:docMk/>
            <pc:sldMk cId="1802556675" sldId="262"/>
            <ac:cxnSpMk id="78" creationId="{9BCE01BB-12A4-678F-EB41-1A239BEBA8AB}"/>
          </ac:cxnSpMkLst>
        </pc:cxnChg>
        <pc:cxnChg chg="mod">
          <ac:chgData name="David Hedengren" userId="658bef35-c023-4c34-ad89-ec78a9d95ca6" providerId="ADAL" clId="{FBAF32F6-F88B-4240-8933-014DB28A2515}" dt="2024-09-03T07:24:22.909" v="1554"/>
          <ac:cxnSpMkLst>
            <pc:docMk/>
            <pc:sldMk cId="1802556675" sldId="262"/>
            <ac:cxnSpMk id="79" creationId="{A3CB8E44-8429-E024-1B99-D4C26EF62E62}"/>
          </ac:cxnSpMkLst>
        </pc:cxnChg>
        <pc:cxnChg chg="mod">
          <ac:chgData name="David Hedengren" userId="658bef35-c023-4c34-ad89-ec78a9d95ca6" providerId="ADAL" clId="{FBAF32F6-F88B-4240-8933-014DB28A2515}" dt="2024-09-03T07:24:22.909" v="1554"/>
          <ac:cxnSpMkLst>
            <pc:docMk/>
            <pc:sldMk cId="1802556675" sldId="262"/>
            <ac:cxnSpMk id="80" creationId="{E5C7B0F0-E38F-3B57-06B5-F876D93E0EF0}"/>
          </ac:cxnSpMkLst>
        </pc:cxnChg>
        <pc:cxnChg chg="mod">
          <ac:chgData name="David Hedengren" userId="658bef35-c023-4c34-ad89-ec78a9d95ca6" providerId="ADAL" clId="{FBAF32F6-F88B-4240-8933-014DB28A2515}" dt="2024-09-03T07:24:22.909" v="1554"/>
          <ac:cxnSpMkLst>
            <pc:docMk/>
            <pc:sldMk cId="1802556675" sldId="262"/>
            <ac:cxnSpMk id="81" creationId="{AD2DB9AA-1EC8-873D-E19D-094A8F234A1A}"/>
          </ac:cxnSpMkLst>
        </pc:cxnChg>
        <pc:cxnChg chg="mod">
          <ac:chgData name="David Hedengren" userId="658bef35-c023-4c34-ad89-ec78a9d95ca6" providerId="ADAL" clId="{FBAF32F6-F88B-4240-8933-014DB28A2515}" dt="2024-09-03T07:24:22.909" v="1554"/>
          <ac:cxnSpMkLst>
            <pc:docMk/>
            <pc:sldMk cId="1802556675" sldId="262"/>
            <ac:cxnSpMk id="84" creationId="{3211E46E-E529-60E2-CECF-A227E9D219B7}"/>
          </ac:cxnSpMkLst>
        </pc:cxnChg>
        <pc:cxnChg chg="mod">
          <ac:chgData name="David Hedengren" userId="658bef35-c023-4c34-ad89-ec78a9d95ca6" providerId="ADAL" clId="{FBAF32F6-F88B-4240-8933-014DB28A2515}" dt="2024-09-03T07:24:22.909" v="1554"/>
          <ac:cxnSpMkLst>
            <pc:docMk/>
            <pc:sldMk cId="1802556675" sldId="262"/>
            <ac:cxnSpMk id="85" creationId="{0C0A3945-ED5E-DCAC-2818-760A2807BEE0}"/>
          </ac:cxnSpMkLst>
        </pc:cxnChg>
        <pc:cxnChg chg="mod">
          <ac:chgData name="David Hedengren" userId="658bef35-c023-4c34-ad89-ec78a9d95ca6" providerId="ADAL" clId="{FBAF32F6-F88B-4240-8933-014DB28A2515}" dt="2024-09-03T07:24:22.909" v="1554"/>
          <ac:cxnSpMkLst>
            <pc:docMk/>
            <pc:sldMk cId="1802556675" sldId="262"/>
            <ac:cxnSpMk id="87" creationId="{7A5AA2B8-3541-45FD-17FE-92924C5EB414}"/>
          </ac:cxnSpMkLst>
        </pc:cxnChg>
        <pc:cxnChg chg="mod">
          <ac:chgData name="David Hedengren" userId="658bef35-c023-4c34-ad89-ec78a9d95ca6" providerId="ADAL" clId="{FBAF32F6-F88B-4240-8933-014DB28A2515}" dt="2024-09-03T07:24:22.909" v="1554"/>
          <ac:cxnSpMkLst>
            <pc:docMk/>
            <pc:sldMk cId="1802556675" sldId="262"/>
            <ac:cxnSpMk id="88" creationId="{ABDB52DC-0610-5E2A-9953-08F42E8DC7C8}"/>
          </ac:cxnSpMkLst>
        </pc:cxnChg>
        <pc:cxnChg chg="mod">
          <ac:chgData name="David Hedengren" userId="658bef35-c023-4c34-ad89-ec78a9d95ca6" providerId="ADAL" clId="{FBAF32F6-F88B-4240-8933-014DB28A2515}" dt="2024-09-03T07:24:22.909" v="1554"/>
          <ac:cxnSpMkLst>
            <pc:docMk/>
            <pc:sldMk cId="1802556675" sldId="262"/>
            <ac:cxnSpMk id="90" creationId="{5E9A5359-EAD2-DB23-E526-C0526C9F16F7}"/>
          </ac:cxnSpMkLst>
        </pc:cxnChg>
        <pc:cxnChg chg="mod">
          <ac:chgData name="David Hedengren" userId="658bef35-c023-4c34-ad89-ec78a9d95ca6" providerId="ADAL" clId="{FBAF32F6-F88B-4240-8933-014DB28A2515}" dt="2024-09-03T07:24:22.909" v="1554"/>
          <ac:cxnSpMkLst>
            <pc:docMk/>
            <pc:sldMk cId="1802556675" sldId="262"/>
            <ac:cxnSpMk id="91" creationId="{F6BB5F31-5990-D8F2-8C9B-B0B45CE122E2}"/>
          </ac:cxnSpMkLst>
        </pc:cxnChg>
        <pc:cxnChg chg="mod">
          <ac:chgData name="David Hedengren" userId="658bef35-c023-4c34-ad89-ec78a9d95ca6" providerId="ADAL" clId="{FBAF32F6-F88B-4240-8933-014DB28A2515}" dt="2024-09-03T07:24:22.909" v="1554"/>
          <ac:cxnSpMkLst>
            <pc:docMk/>
            <pc:sldMk cId="1802556675" sldId="262"/>
            <ac:cxnSpMk id="95" creationId="{0C9A3BCC-9F0E-00F8-8EB1-EBBD3F8553F8}"/>
          </ac:cxnSpMkLst>
        </pc:cxnChg>
        <pc:cxnChg chg="mod">
          <ac:chgData name="David Hedengren" userId="658bef35-c023-4c34-ad89-ec78a9d95ca6" providerId="ADAL" clId="{FBAF32F6-F88B-4240-8933-014DB28A2515}" dt="2024-09-03T07:24:22.909" v="1554"/>
          <ac:cxnSpMkLst>
            <pc:docMk/>
            <pc:sldMk cId="1802556675" sldId="262"/>
            <ac:cxnSpMk id="96" creationId="{BBE6316D-4BC8-8D9C-4EF3-F054E10CF8E8}"/>
          </ac:cxnSpMkLst>
        </pc:cxnChg>
        <pc:cxnChg chg="mod">
          <ac:chgData name="David Hedengren" userId="658bef35-c023-4c34-ad89-ec78a9d95ca6" providerId="ADAL" clId="{FBAF32F6-F88B-4240-8933-014DB28A2515}" dt="2024-09-03T07:24:27.117" v="1556"/>
          <ac:cxnSpMkLst>
            <pc:docMk/>
            <pc:sldMk cId="1802556675" sldId="262"/>
            <ac:cxnSpMk id="100" creationId="{5028EC55-67D2-8F57-C078-9571061B9912}"/>
          </ac:cxnSpMkLst>
        </pc:cxnChg>
        <pc:cxnChg chg="mod">
          <ac:chgData name="David Hedengren" userId="658bef35-c023-4c34-ad89-ec78a9d95ca6" providerId="ADAL" clId="{FBAF32F6-F88B-4240-8933-014DB28A2515}" dt="2024-09-03T07:24:27.117" v="1556"/>
          <ac:cxnSpMkLst>
            <pc:docMk/>
            <pc:sldMk cId="1802556675" sldId="262"/>
            <ac:cxnSpMk id="101" creationId="{BF1861B1-39DF-20C7-0CA4-AA88A9F4205E}"/>
          </ac:cxnSpMkLst>
        </pc:cxnChg>
        <pc:cxnChg chg="mod">
          <ac:chgData name="David Hedengren" userId="658bef35-c023-4c34-ad89-ec78a9d95ca6" providerId="ADAL" clId="{FBAF32F6-F88B-4240-8933-014DB28A2515}" dt="2024-09-03T07:24:27.117" v="1556"/>
          <ac:cxnSpMkLst>
            <pc:docMk/>
            <pc:sldMk cId="1802556675" sldId="262"/>
            <ac:cxnSpMk id="102" creationId="{77BB4E2B-529C-6972-25D9-E6C0ADA52D04}"/>
          </ac:cxnSpMkLst>
        </pc:cxnChg>
        <pc:cxnChg chg="mod">
          <ac:chgData name="David Hedengren" userId="658bef35-c023-4c34-ad89-ec78a9d95ca6" providerId="ADAL" clId="{FBAF32F6-F88B-4240-8933-014DB28A2515}" dt="2024-09-03T07:24:27.117" v="1556"/>
          <ac:cxnSpMkLst>
            <pc:docMk/>
            <pc:sldMk cId="1802556675" sldId="262"/>
            <ac:cxnSpMk id="103" creationId="{82ADE33D-5CC1-8B48-636E-4F5A978073CF}"/>
          </ac:cxnSpMkLst>
        </pc:cxnChg>
        <pc:cxnChg chg="mod">
          <ac:chgData name="David Hedengren" userId="658bef35-c023-4c34-ad89-ec78a9d95ca6" providerId="ADAL" clId="{FBAF32F6-F88B-4240-8933-014DB28A2515}" dt="2024-09-03T07:24:27.117" v="1556"/>
          <ac:cxnSpMkLst>
            <pc:docMk/>
            <pc:sldMk cId="1802556675" sldId="262"/>
            <ac:cxnSpMk id="106" creationId="{701B5116-AC52-EDEB-1423-473DD3EFFBC8}"/>
          </ac:cxnSpMkLst>
        </pc:cxnChg>
        <pc:cxnChg chg="mod">
          <ac:chgData name="David Hedengren" userId="658bef35-c023-4c34-ad89-ec78a9d95ca6" providerId="ADAL" clId="{FBAF32F6-F88B-4240-8933-014DB28A2515}" dt="2024-09-03T07:24:27.117" v="1556"/>
          <ac:cxnSpMkLst>
            <pc:docMk/>
            <pc:sldMk cId="1802556675" sldId="262"/>
            <ac:cxnSpMk id="107" creationId="{2C8396B2-2A0E-8398-2D24-2250AC355D5C}"/>
          </ac:cxnSpMkLst>
        </pc:cxnChg>
        <pc:cxnChg chg="mod">
          <ac:chgData name="David Hedengren" userId="658bef35-c023-4c34-ad89-ec78a9d95ca6" providerId="ADAL" clId="{FBAF32F6-F88B-4240-8933-014DB28A2515}" dt="2024-09-03T07:24:27.117" v="1556"/>
          <ac:cxnSpMkLst>
            <pc:docMk/>
            <pc:sldMk cId="1802556675" sldId="262"/>
            <ac:cxnSpMk id="109" creationId="{D198277A-A5D9-25E6-4D1C-3AE2AE17555D}"/>
          </ac:cxnSpMkLst>
        </pc:cxnChg>
        <pc:cxnChg chg="mod">
          <ac:chgData name="David Hedengren" userId="658bef35-c023-4c34-ad89-ec78a9d95ca6" providerId="ADAL" clId="{FBAF32F6-F88B-4240-8933-014DB28A2515}" dt="2024-09-03T07:24:27.117" v="1556"/>
          <ac:cxnSpMkLst>
            <pc:docMk/>
            <pc:sldMk cId="1802556675" sldId="262"/>
            <ac:cxnSpMk id="110" creationId="{C9B995B8-188B-2ADD-FD13-7F3C3111D098}"/>
          </ac:cxnSpMkLst>
        </pc:cxnChg>
        <pc:cxnChg chg="mod">
          <ac:chgData name="David Hedengren" userId="658bef35-c023-4c34-ad89-ec78a9d95ca6" providerId="ADAL" clId="{FBAF32F6-F88B-4240-8933-014DB28A2515}" dt="2024-09-03T07:24:27.117" v="1556"/>
          <ac:cxnSpMkLst>
            <pc:docMk/>
            <pc:sldMk cId="1802556675" sldId="262"/>
            <ac:cxnSpMk id="112" creationId="{DFCB408D-0AEB-C935-5A00-AE2781900292}"/>
          </ac:cxnSpMkLst>
        </pc:cxnChg>
        <pc:cxnChg chg="mod">
          <ac:chgData name="David Hedengren" userId="658bef35-c023-4c34-ad89-ec78a9d95ca6" providerId="ADAL" clId="{FBAF32F6-F88B-4240-8933-014DB28A2515}" dt="2024-09-03T07:24:27.117" v="1556"/>
          <ac:cxnSpMkLst>
            <pc:docMk/>
            <pc:sldMk cId="1802556675" sldId="262"/>
            <ac:cxnSpMk id="113" creationId="{F9A655E9-FB9E-B710-D36B-866E422B7DC8}"/>
          </ac:cxnSpMkLst>
        </pc:cxnChg>
        <pc:cxnChg chg="mod">
          <ac:chgData name="David Hedengren" userId="658bef35-c023-4c34-ad89-ec78a9d95ca6" providerId="ADAL" clId="{FBAF32F6-F88B-4240-8933-014DB28A2515}" dt="2024-09-03T07:24:27.117" v="1556"/>
          <ac:cxnSpMkLst>
            <pc:docMk/>
            <pc:sldMk cId="1802556675" sldId="262"/>
            <ac:cxnSpMk id="117" creationId="{B54A46D2-A363-498C-CBEB-595387E8DBBF}"/>
          </ac:cxnSpMkLst>
        </pc:cxnChg>
        <pc:cxnChg chg="mod">
          <ac:chgData name="David Hedengren" userId="658bef35-c023-4c34-ad89-ec78a9d95ca6" providerId="ADAL" clId="{FBAF32F6-F88B-4240-8933-014DB28A2515}" dt="2024-09-03T07:24:27.117" v="1556"/>
          <ac:cxnSpMkLst>
            <pc:docMk/>
            <pc:sldMk cId="1802556675" sldId="262"/>
            <ac:cxnSpMk id="118" creationId="{E11D3E36-3E76-61AF-4E40-A94CE8B85969}"/>
          </ac:cxnSpMkLst>
        </pc:cxnChg>
        <pc:cxnChg chg="mod">
          <ac:chgData name="David Hedengren" userId="658bef35-c023-4c34-ad89-ec78a9d95ca6" providerId="ADAL" clId="{FBAF32F6-F88B-4240-8933-014DB28A2515}" dt="2024-09-03T07:24:54.622" v="1561" actId="208"/>
          <ac:cxnSpMkLst>
            <pc:docMk/>
            <pc:sldMk cId="1802556675" sldId="262"/>
            <ac:cxnSpMk id="121" creationId="{AABB3448-C80A-E8C7-AA22-7E36CDB950C2}"/>
          </ac:cxnSpMkLst>
        </pc:cxnChg>
        <pc:cxnChg chg="mod">
          <ac:chgData name="David Hedengren" userId="658bef35-c023-4c34-ad89-ec78a9d95ca6" providerId="ADAL" clId="{FBAF32F6-F88B-4240-8933-014DB28A2515}" dt="2024-09-03T07:24:54.622" v="1561" actId="208"/>
          <ac:cxnSpMkLst>
            <pc:docMk/>
            <pc:sldMk cId="1802556675" sldId="262"/>
            <ac:cxnSpMk id="122" creationId="{D4EC51E9-DDF8-C868-4CD8-987663F09AE9}"/>
          </ac:cxnSpMkLst>
        </pc:cxnChg>
        <pc:cxnChg chg="add del mod">
          <ac:chgData name="David Hedengren" userId="658bef35-c023-4c34-ad89-ec78a9d95ca6" providerId="ADAL" clId="{FBAF32F6-F88B-4240-8933-014DB28A2515}" dt="2024-09-03T07:27:14.944" v="1680"/>
          <ac:cxnSpMkLst>
            <pc:docMk/>
            <pc:sldMk cId="1802556675" sldId="262"/>
            <ac:cxnSpMk id="125" creationId="{2C9E64BA-D3F8-41E2-9B0B-E6FB863411B9}"/>
          </ac:cxnSpMkLst>
        </pc:cxnChg>
        <pc:cxnChg chg="mod">
          <ac:chgData name="David Hedengren" userId="658bef35-c023-4c34-ad89-ec78a9d95ca6" providerId="ADAL" clId="{FBAF32F6-F88B-4240-8933-014DB28A2515}" dt="2024-09-03T07:27:23.457" v="1683" actId="208"/>
          <ac:cxnSpMkLst>
            <pc:docMk/>
            <pc:sldMk cId="1802556675" sldId="262"/>
            <ac:cxnSpMk id="127" creationId="{D827C462-4F68-4A0F-8EAB-076EA3AFD497}"/>
          </ac:cxnSpMkLst>
        </pc:cxnChg>
        <pc:cxnChg chg="mod">
          <ac:chgData name="David Hedengren" userId="658bef35-c023-4c34-ad89-ec78a9d95ca6" providerId="ADAL" clId="{FBAF32F6-F88B-4240-8933-014DB28A2515}" dt="2024-09-03T07:27:23.457" v="1683" actId="208"/>
          <ac:cxnSpMkLst>
            <pc:docMk/>
            <pc:sldMk cId="1802556675" sldId="262"/>
            <ac:cxnSpMk id="128" creationId="{4A19F43D-B5EF-604E-4DF8-0C66B5F81652}"/>
          </ac:cxnSpMkLst>
        </pc:cxnChg>
      </pc:sldChg>
      <pc:sldChg chg="addSp delSp modSp add mod delAnim modAnim modNotesTx">
        <pc:chgData name="David Hedengren" userId="658bef35-c023-4c34-ad89-ec78a9d95ca6" providerId="ADAL" clId="{FBAF32F6-F88B-4240-8933-014DB28A2515}" dt="2024-09-04T07:56:50.508" v="5598" actId="20577"/>
        <pc:sldMkLst>
          <pc:docMk/>
          <pc:sldMk cId="3348563735" sldId="263"/>
        </pc:sldMkLst>
        <pc:spChg chg="add mod">
          <ac:chgData name="David Hedengren" userId="658bef35-c023-4c34-ad89-ec78a9d95ca6" providerId="ADAL" clId="{FBAF32F6-F88B-4240-8933-014DB28A2515}" dt="2024-09-04T07:46:10.706" v="5587" actId="1582"/>
          <ac:spMkLst>
            <pc:docMk/>
            <pc:sldMk cId="3348563735" sldId="263"/>
            <ac:spMk id="2" creationId="{6422789C-63F5-845D-2D4A-57959D179F0E}"/>
          </ac:spMkLst>
        </pc:spChg>
        <pc:spChg chg="del">
          <ac:chgData name="David Hedengren" userId="658bef35-c023-4c34-ad89-ec78a9d95ca6" providerId="ADAL" clId="{FBAF32F6-F88B-4240-8933-014DB28A2515}" dt="2024-09-03T07:32:05.021" v="1763" actId="478"/>
          <ac:spMkLst>
            <pc:docMk/>
            <pc:sldMk cId="3348563735" sldId="263"/>
            <ac:spMk id="2" creationId="{7C60E436-7CE0-6CEE-5E41-EF3881EACDBE}"/>
          </ac:spMkLst>
        </pc:spChg>
        <pc:spChg chg="mod">
          <ac:chgData name="David Hedengren" userId="658bef35-c023-4c34-ad89-ec78a9d95ca6" providerId="ADAL" clId="{FBAF32F6-F88B-4240-8933-014DB28A2515}" dt="2024-09-03T07:48:29.900" v="2048" actId="1076"/>
          <ac:spMkLst>
            <pc:docMk/>
            <pc:sldMk cId="3348563735" sldId="263"/>
            <ac:spMk id="9" creationId="{F6B787BE-8A77-8254-8F7B-A8DCBC3DE91F}"/>
          </ac:spMkLst>
        </pc:spChg>
        <pc:spChg chg="mod">
          <ac:chgData name="David Hedengren" userId="658bef35-c023-4c34-ad89-ec78a9d95ca6" providerId="ADAL" clId="{FBAF32F6-F88B-4240-8933-014DB28A2515}" dt="2024-09-03T07:48:29.900" v="2048" actId="1076"/>
          <ac:spMkLst>
            <pc:docMk/>
            <pc:sldMk cId="3348563735" sldId="263"/>
            <ac:spMk id="19" creationId="{0EFA45F0-7874-2C66-400E-2CDEC109C20A}"/>
          </ac:spMkLst>
        </pc:spChg>
        <pc:spChg chg="mod">
          <ac:chgData name="David Hedengren" userId="658bef35-c023-4c34-ad89-ec78a9d95ca6" providerId="ADAL" clId="{FBAF32F6-F88B-4240-8933-014DB28A2515}" dt="2024-09-03T07:48:29.900" v="2048" actId="1076"/>
          <ac:spMkLst>
            <pc:docMk/>
            <pc:sldMk cId="3348563735" sldId="263"/>
            <ac:spMk id="20" creationId="{C885BC62-B398-0C87-70CD-6B8854A55EFA}"/>
          </ac:spMkLst>
        </pc:spChg>
        <pc:spChg chg="mod">
          <ac:chgData name="David Hedengren" userId="658bef35-c023-4c34-ad89-ec78a9d95ca6" providerId="ADAL" clId="{FBAF32F6-F88B-4240-8933-014DB28A2515}" dt="2024-09-03T07:48:29.900" v="2048" actId="1076"/>
          <ac:spMkLst>
            <pc:docMk/>
            <pc:sldMk cId="3348563735" sldId="263"/>
            <ac:spMk id="34" creationId="{09DF6B6E-E5A5-6833-EF67-448CAB99E281}"/>
          </ac:spMkLst>
        </pc:spChg>
        <pc:spChg chg="mod">
          <ac:chgData name="David Hedengren" userId="658bef35-c023-4c34-ad89-ec78a9d95ca6" providerId="ADAL" clId="{FBAF32F6-F88B-4240-8933-014DB28A2515}" dt="2024-09-03T07:48:29.900" v="2048" actId="1076"/>
          <ac:spMkLst>
            <pc:docMk/>
            <pc:sldMk cId="3348563735" sldId="263"/>
            <ac:spMk id="44" creationId="{DB8D6F8D-6A02-D0A0-673B-CDFB2F616B83}"/>
          </ac:spMkLst>
        </pc:spChg>
        <pc:spChg chg="mod">
          <ac:chgData name="David Hedengren" userId="658bef35-c023-4c34-ad89-ec78a9d95ca6" providerId="ADAL" clId="{FBAF32F6-F88B-4240-8933-014DB28A2515}" dt="2024-09-03T07:48:29.900" v="2048" actId="1076"/>
          <ac:spMkLst>
            <pc:docMk/>
            <pc:sldMk cId="3348563735" sldId="263"/>
            <ac:spMk id="45" creationId="{FD656EB1-529D-AF22-250A-B29BB61D0AB0}"/>
          </ac:spMkLst>
        </pc:spChg>
        <pc:spChg chg="mod">
          <ac:chgData name="David Hedengren" userId="658bef35-c023-4c34-ad89-ec78a9d95ca6" providerId="ADAL" clId="{FBAF32F6-F88B-4240-8933-014DB28A2515}" dt="2024-09-03T07:48:29.900" v="2048" actId="1076"/>
          <ac:spMkLst>
            <pc:docMk/>
            <pc:sldMk cId="3348563735" sldId="263"/>
            <ac:spMk id="49" creationId="{10ACB47F-CB45-85BB-40E8-A49D9B27C22C}"/>
          </ac:spMkLst>
        </pc:spChg>
        <pc:spChg chg="mod">
          <ac:chgData name="David Hedengren" userId="658bef35-c023-4c34-ad89-ec78a9d95ca6" providerId="ADAL" clId="{FBAF32F6-F88B-4240-8933-014DB28A2515}" dt="2024-09-03T07:48:29.900" v="2048" actId="1076"/>
          <ac:spMkLst>
            <pc:docMk/>
            <pc:sldMk cId="3348563735" sldId="263"/>
            <ac:spMk id="56" creationId="{402FFDC6-458E-B799-3D08-A98C65BA9FE9}"/>
          </ac:spMkLst>
        </pc:spChg>
        <pc:spChg chg="mod">
          <ac:chgData name="David Hedengren" userId="658bef35-c023-4c34-ad89-ec78a9d95ca6" providerId="ADAL" clId="{FBAF32F6-F88B-4240-8933-014DB28A2515}" dt="2024-09-03T07:48:29.900" v="2048" actId="1076"/>
          <ac:spMkLst>
            <pc:docMk/>
            <pc:sldMk cId="3348563735" sldId="263"/>
            <ac:spMk id="66" creationId="{42194C8D-BEE7-A758-D438-024B4CBA7F63}"/>
          </ac:spMkLst>
        </pc:spChg>
        <pc:spChg chg="mod">
          <ac:chgData name="David Hedengren" userId="658bef35-c023-4c34-ad89-ec78a9d95ca6" providerId="ADAL" clId="{FBAF32F6-F88B-4240-8933-014DB28A2515}" dt="2024-09-03T07:48:29.900" v="2048" actId="1076"/>
          <ac:spMkLst>
            <pc:docMk/>
            <pc:sldMk cId="3348563735" sldId="263"/>
            <ac:spMk id="67" creationId="{DC29ACE5-73C3-E1BB-ECA2-F00DC47DAA1E}"/>
          </ac:spMkLst>
        </pc:spChg>
        <pc:spChg chg="mod">
          <ac:chgData name="David Hedengren" userId="658bef35-c023-4c34-ad89-ec78a9d95ca6" providerId="ADAL" clId="{FBAF32F6-F88B-4240-8933-014DB28A2515}" dt="2024-09-03T07:48:29.900" v="2048" actId="1076"/>
          <ac:spMkLst>
            <pc:docMk/>
            <pc:sldMk cId="3348563735" sldId="263"/>
            <ac:spMk id="72" creationId="{7786F97F-D351-9364-B828-779A4146ED90}"/>
          </ac:spMkLst>
        </pc:spChg>
        <pc:spChg chg="mod">
          <ac:chgData name="David Hedengren" userId="658bef35-c023-4c34-ad89-ec78a9d95ca6" providerId="ADAL" clId="{FBAF32F6-F88B-4240-8933-014DB28A2515}" dt="2024-09-03T07:48:29.900" v="2048" actId="1076"/>
          <ac:spMkLst>
            <pc:docMk/>
            <pc:sldMk cId="3348563735" sldId="263"/>
            <ac:spMk id="82" creationId="{041CEBFA-9B79-FF37-9E03-CDB6F6A108E5}"/>
          </ac:spMkLst>
        </pc:spChg>
        <pc:spChg chg="mod">
          <ac:chgData name="David Hedengren" userId="658bef35-c023-4c34-ad89-ec78a9d95ca6" providerId="ADAL" clId="{FBAF32F6-F88B-4240-8933-014DB28A2515}" dt="2024-09-03T07:48:29.900" v="2048" actId="1076"/>
          <ac:spMkLst>
            <pc:docMk/>
            <pc:sldMk cId="3348563735" sldId="263"/>
            <ac:spMk id="92" creationId="{8608C25C-4FB3-2B18-77E2-7805C8E2F1C6}"/>
          </ac:spMkLst>
        </pc:spChg>
        <pc:spChg chg="mod">
          <ac:chgData name="David Hedengren" userId="658bef35-c023-4c34-ad89-ec78a9d95ca6" providerId="ADAL" clId="{FBAF32F6-F88B-4240-8933-014DB28A2515}" dt="2024-09-03T07:48:29.900" v="2048" actId="1076"/>
          <ac:spMkLst>
            <pc:docMk/>
            <pc:sldMk cId="3348563735" sldId="263"/>
            <ac:spMk id="93" creationId="{130CDA16-7799-C09C-01C6-984BDA4F7AF9}"/>
          </ac:spMkLst>
        </pc:spChg>
        <pc:spChg chg="mod">
          <ac:chgData name="David Hedengren" userId="658bef35-c023-4c34-ad89-ec78a9d95ca6" providerId="ADAL" clId="{FBAF32F6-F88B-4240-8933-014DB28A2515}" dt="2024-09-03T07:48:29.900" v="2048" actId="1076"/>
          <ac:spMkLst>
            <pc:docMk/>
            <pc:sldMk cId="3348563735" sldId="263"/>
            <ac:spMk id="97" creationId="{3C7A399A-D2FC-814B-CCDC-92250ACD4F64}"/>
          </ac:spMkLst>
        </pc:spChg>
        <pc:spChg chg="mod">
          <ac:chgData name="David Hedengren" userId="658bef35-c023-4c34-ad89-ec78a9d95ca6" providerId="ADAL" clId="{FBAF32F6-F88B-4240-8933-014DB28A2515}" dt="2024-09-03T07:48:29.900" v="2048" actId="1076"/>
          <ac:spMkLst>
            <pc:docMk/>
            <pc:sldMk cId="3348563735" sldId="263"/>
            <ac:spMk id="104" creationId="{CAD0D870-7727-29E8-3921-1B6359D454D0}"/>
          </ac:spMkLst>
        </pc:spChg>
        <pc:spChg chg="mod">
          <ac:chgData name="David Hedengren" userId="658bef35-c023-4c34-ad89-ec78a9d95ca6" providerId="ADAL" clId="{FBAF32F6-F88B-4240-8933-014DB28A2515}" dt="2024-09-03T07:48:29.900" v="2048" actId="1076"/>
          <ac:spMkLst>
            <pc:docMk/>
            <pc:sldMk cId="3348563735" sldId="263"/>
            <ac:spMk id="114" creationId="{24E88511-054E-75C3-3159-C4404007F04B}"/>
          </ac:spMkLst>
        </pc:spChg>
        <pc:spChg chg="mod">
          <ac:chgData name="David Hedengren" userId="658bef35-c023-4c34-ad89-ec78a9d95ca6" providerId="ADAL" clId="{FBAF32F6-F88B-4240-8933-014DB28A2515}" dt="2024-09-03T07:48:29.900" v="2048" actId="1076"/>
          <ac:spMkLst>
            <pc:docMk/>
            <pc:sldMk cId="3348563735" sldId="263"/>
            <ac:spMk id="115" creationId="{4D6279B3-9296-1C04-FA94-FDF468BBF272}"/>
          </ac:spMkLst>
        </pc:spChg>
        <pc:spChg chg="mod">
          <ac:chgData name="David Hedengren" userId="658bef35-c023-4c34-ad89-ec78a9d95ca6" providerId="ADAL" clId="{FBAF32F6-F88B-4240-8933-014DB28A2515}" dt="2024-09-03T07:48:29.900" v="2048" actId="1076"/>
          <ac:spMkLst>
            <pc:docMk/>
            <pc:sldMk cId="3348563735" sldId="263"/>
            <ac:spMk id="123" creationId="{23D0156A-D7E7-513D-59EA-08188C5F2D37}"/>
          </ac:spMkLst>
        </pc:spChg>
        <pc:spChg chg="mod">
          <ac:chgData name="David Hedengren" userId="658bef35-c023-4c34-ad89-ec78a9d95ca6" providerId="ADAL" clId="{FBAF32F6-F88B-4240-8933-014DB28A2515}" dt="2024-09-03T07:48:29.900" v="2048" actId="1076"/>
          <ac:spMkLst>
            <pc:docMk/>
            <pc:sldMk cId="3348563735" sldId="263"/>
            <ac:spMk id="124" creationId="{DC9C316C-1FA8-4D13-F872-A372052C4AD3}"/>
          </ac:spMkLst>
        </pc:spChg>
        <pc:spChg chg="del mod">
          <ac:chgData name="David Hedengren" userId="658bef35-c023-4c34-ad89-ec78a9d95ca6" providerId="ADAL" clId="{FBAF32F6-F88B-4240-8933-014DB28A2515}" dt="2024-09-03T07:30:48.747" v="1746" actId="478"/>
          <ac:spMkLst>
            <pc:docMk/>
            <pc:sldMk cId="3348563735" sldId="263"/>
            <ac:spMk id="129" creationId="{B73A3ECB-E217-B53E-04D1-A12E66BAE843}"/>
          </ac:spMkLst>
        </pc:spChg>
        <pc:spChg chg="del mod">
          <ac:chgData name="David Hedengren" userId="658bef35-c023-4c34-ad89-ec78a9d95ca6" providerId="ADAL" clId="{FBAF32F6-F88B-4240-8933-014DB28A2515}" dt="2024-09-03T07:30:47.796" v="1745" actId="478"/>
          <ac:spMkLst>
            <pc:docMk/>
            <pc:sldMk cId="3348563735" sldId="263"/>
            <ac:spMk id="130" creationId="{927B29E0-528B-D27C-7289-DCEA2FAD81DB}"/>
          </ac:spMkLst>
        </pc:spChg>
        <pc:spChg chg="del">
          <ac:chgData name="David Hedengren" userId="658bef35-c023-4c34-ad89-ec78a9d95ca6" providerId="ADAL" clId="{FBAF32F6-F88B-4240-8933-014DB28A2515}" dt="2024-09-03T07:30:49.832" v="1747" actId="478"/>
          <ac:spMkLst>
            <pc:docMk/>
            <pc:sldMk cId="3348563735" sldId="263"/>
            <ac:spMk id="131" creationId="{12B18645-C61B-04EA-5FB3-7AF5F2B88799}"/>
          </ac:spMkLst>
        </pc:spChg>
        <pc:spChg chg="del">
          <ac:chgData name="David Hedengren" userId="658bef35-c023-4c34-ad89-ec78a9d95ca6" providerId="ADAL" clId="{FBAF32F6-F88B-4240-8933-014DB28A2515}" dt="2024-09-03T07:30:46.380" v="1743" actId="478"/>
          <ac:spMkLst>
            <pc:docMk/>
            <pc:sldMk cId="3348563735" sldId="263"/>
            <ac:spMk id="132" creationId="{26742602-F00E-0068-5CDB-7C8CC2F52F35}"/>
          </ac:spMkLst>
        </pc:spChg>
        <pc:spChg chg="del">
          <ac:chgData name="David Hedengren" userId="658bef35-c023-4c34-ad89-ec78a9d95ca6" providerId="ADAL" clId="{FBAF32F6-F88B-4240-8933-014DB28A2515}" dt="2024-09-03T07:30:50.940" v="1748" actId="478"/>
          <ac:spMkLst>
            <pc:docMk/>
            <pc:sldMk cId="3348563735" sldId="263"/>
            <ac:spMk id="133" creationId="{5B5D204C-92D5-ED26-C8BB-0085803C46CF}"/>
          </ac:spMkLst>
        </pc:spChg>
        <pc:spChg chg="mod">
          <ac:chgData name="David Hedengren" userId="658bef35-c023-4c34-ad89-ec78a9d95ca6" providerId="ADAL" clId="{FBAF32F6-F88B-4240-8933-014DB28A2515}" dt="2024-09-03T07:32:08.545" v="1764"/>
          <ac:spMkLst>
            <pc:docMk/>
            <pc:sldMk cId="3348563735" sldId="263"/>
            <ac:spMk id="134" creationId="{5ECF4C4D-BFAC-0265-8841-3A08BA26A4C5}"/>
          </ac:spMkLst>
        </pc:spChg>
        <pc:spChg chg="add del mod">
          <ac:chgData name="David Hedengren" userId="658bef35-c023-4c34-ad89-ec78a9d95ca6" providerId="ADAL" clId="{FBAF32F6-F88B-4240-8933-014DB28A2515}" dt="2024-09-03T07:32:25.445" v="1767" actId="478"/>
          <ac:spMkLst>
            <pc:docMk/>
            <pc:sldMk cId="3348563735" sldId="263"/>
            <ac:spMk id="139" creationId="{C65FFE4B-0F7F-73C1-A63D-DACBE6FEBD92}"/>
          </ac:spMkLst>
        </pc:spChg>
        <pc:spChg chg="add del mod">
          <ac:chgData name="David Hedengren" userId="658bef35-c023-4c34-ad89-ec78a9d95ca6" providerId="ADAL" clId="{FBAF32F6-F88B-4240-8933-014DB28A2515}" dt="2024-09-03T07:32:25.445" v="1767" actId="478"/>
          <ac:spMkLst>
            <pc:docMk/>
            <pc:sldMk cId="3348563735" sldId="263"/>
            <ac:spMk id="149" creationId="{D0C86D7E-32CA-0C35-91C2-F02B48C223E7}"/>
          </ac:spMkLst>
        </pc:spChg>
        <pc:spChg chg="add del mod">
          <ac:chgData name="David Hedengren" userId="658bef35-c023-4c34-ad89-ec78a9d95ca6" providerId="ADAL" clId="{FBAF32F6-F88B-4240-8933-014DB28A2515}" dt="2024-09-03T07:32:25.445" v="1767" actId="478"/>
          <ac:spMkLst>
            <pc:docMk/>
            <pc:sldMk cId="3348563735" sldId="263"/>
            <ac:spMk id="150" creationId="{2A65E7B0-BDA0-7498-ADEF-041F3274873B}"/>
          </ac:spMkLst>
        </pc:spChg>
        <pc:spChg chg="add mod">
          <ac:chgData name="David Hedengren" userId="658bef35-c023-4c34-ad89-ec78a9d95ca6" providerId="ADAL" clId="{FBAF32F6-F88B-4240-8933-014DB28A2515}" dt="2024-09-03T07:48:29.900" v="2048" actId="1076"/>
          <ac:spMkLst>
            <pc:docMk/>
            <pc:sldMk cId="3348563735" sldId="263"/>
            <ac:spMk id="163" creationId="{B6B2AEAE-587E-3B8F-4A03-D71ADDDB97DD}"/>
          </ac:spMkLst>
        </pc:spChg>
        <pc:spChg chg="add mod">
          <ac:chgData name="David Hedengren" userId="658bef35-c023-4c34-ad89-ec78a9d95ca6" providerId="ADAL" clId="{FBAF32F6-F88B-4240-8933-014DB28A2515}" dt="2024-09-03T07:48:29.900" v="2048" actId="1076"/>
          <ac:spMkLst>
            <pc:docMk/>
            <pc:sldMk cId="3348563735" sldId="263"/>
            <ac:spMk id="164" creationId="{89FE90BA-A8D4-CB0C-3138-82D76C114457}"/>
          </ac:spMkLst>
        </pc:spChg>
        <pc:spChg chg="add mod">
          <ac:chgData name="David Hedengren" userId="658bef35-c023-4c34-ad89-ec78a9d95ca6" providerId="ADAL" clId="{FBAF32F6-F88B-4240-8933-014DB28A2515}" dt="2024-09-03T07:48:29.900" v="2048" actId="1076"/>
          <ac:spMkLst>
            <pc:docMk/>
            <pc:sldMk cId="3348563735" sldId="263"/>
            <ac:spMk id="165" creationId="{61B23254-A0AF-54D0-5AB7-F23A8432BF8B}"/>
          </ac:spMkLst>
        </pc:spChg>
        <pc:spChg chg="mod">
          <ac:chgData name="David Hedengren" userId="658bef35-c023-4c34-ad89-ec78a9d95ca6" providerId="ADAL" clId="{FBAF32F6-F88B-4240-8933-014DB28A2515}" dt="2024-09-03T07:33:51.252" v="1802"/>
          <ac:spMkLst>
            <pc:docMk/>
            <pc:sldMk cId="3348563735" sldId="263"/>
            <ac:spMk id="172" creationId="{8F5A6902-8216-80D7-2611-C65789F0336A}"/>
          </ac:spMkLst>
        </pc:spChg>
        <pc:spChg chg="add mod">
          <ac:chgData name="David Hedengren" userId="658bef35-c023-4c34-ad89-ec78a9d95ca6" providerId="ADAL" clId="{FBAF32F6-F88B-4240-8933-014DB28A2515}" dt="2024-09-03T07:48:29.900" v="2048" actId="1076"/>
          <ac:spMkLst>
            <pc:docMk/>
            <pc:sldMk cId="3348563735" sldId="263"/>
            <ac:spMk id="177" creationId="{DF852D35-EADE-8087-D72D-5B733047A7C0}"/>
          </ac:spMkLst>
        </pc:spChg>
        <pc:spChg chg="add mod">
          <ac:chgData name="David Hedengren" userId="658bef35-c023-4c34-ad89-ec78a9d95ca6" providerId="ADAL" clId="{FBAF32F6-F88B-4240-8933-014DB28A2515}" dt="2024-09-03T07:48:29.900" v="2048" actId="1076"/>
          <ac:spMkLst>
            <pc:docMk/>
            <pc:sldMk cId="3348563735" sldId="263"/>
            <ac:spMk id="187" creationId="{B0BC3E82-B79E-0538-AC93-C59746DC3085}"/>
          </ac:spMkLst>
        </pc:spChg>
        <pc:spChg chg="add mod">
          <ac:chgData name="David Hedengren" userId="658bef35-c023-4c34-ad89-ec78a9d95ca6" providerId="ADAL" clId="{FBAF32F6-F88B-4240-8933-014DB28A2515}" dt="2024-09-03T07:48:29.900" v="2048" actId="1076"/>
          <ac:spMkLst>
            <pc:docMk/>
            <pc:sldMk cId="3348563735" sldId="263"/>
            <ac:spMk id="188" creationId="{ED453022-040B-FE4F-2232-2E4DFFD5A61B}"/>
          </ac:spMkLst>
        </pc:spChg>
        <pc:spChg chg="mod">
          <ac:chgData name="David Hedengren" userId="658bef35-c023-4c34-ad89-ec78a9d95ca6" providerId="ADAL" clId="{FBAF32F6-F88B-4240-8933-014DB28A2515}" dt="2024-09-03T07:34:02.331" v="1805"/>
          <ac:spMkLst>
            <pc:docMk/>
            <pc:sldMk cId="3348563735" sldId="263"/>
            <ac:spMk id="194" creationId="{823A7A1D-B6EC-E9C9-1A2D-E031CFC2A436}"/>
          </ac:spMkLst>
        </pc:spChg>
        <pc:spChg chg="add mod">
          <ac:chgData name="David Hedengren" userId="658bef35-c023-4c34-ad89-ec78a9d95ca6" providerId="ADAL" clId="{FBAF32F6-F88B-4240-8933-014DB28A2515}" dt="2024-09-03T07:48:29.900" v="2048" actId="1076"/>
          <ac:spMkLst>
            <pc:docMk/>
            <pc:sldMk cId="3348563735" sldId="263"/>
            <ac:spMk id="199" creationId="{785ACB11-C542-A614-60A9-97CDB9DE61FF}"/>
          </ac:spMkLst>
        </pc:spChg>
        <pc:spChg chg="add mod">
          <ac:chgData name="David Hedengren" userId="658bef35-c023-4c34-ad89-ec78a9d95ca6" providerId="ADAL" clId="{FBAF32F6-F88B-4240-8933-014DB28A2515}" dt="2024-09-03T07:48:29.900" v="2048" actId="1076"/>
          <ac:spMkLst>
            <pc:docMk/>
            <pc:sldMk cId="3348563735" sldId="263"/>
            <ac:spMk id="209" creationId="{C694CB5C-BA0B-0A1B-F3E0-5B939DD94F79}"/>
          </ac:spMkLst>
        </pc:spChg>
        <pc:spChg chg="add mod">
          <ac:chgData name="David Hedengren" userId="658bef35-c023-4c34-ad89-ec78a9d95ca6" providerId="ADAL" clId="{FBAF32F6-F88B-4240-8933-014DB28A2515}" dt="2024-09-03T07:48:29.900" v="2048" actId="1076"/>
          <ac:spMkLst>
            <pc:docMk/>
            <pc:sldMk cId="3348563735" sldId="263"/>
            <ac:spMk id="210" creationId="{7622CF8E-7016-45BD-06F3-FBC9EB32EE1B}"/>
          </ac:spMkLst>
        </pc:spChg>
        <pc:spChg chg="add mod">
          <ac:chgData name="David Hedengren" userId="658bef35-c023-4c34-ad89-ec78a9d95ca6" providerId="ADAL" clId="{FBAF32F6-F88B-4240-8933-014DB28A2515}" dt="2024-09-03T07:48:29.900" v="2048" actId="1076"/>
          <ac:spMkLst>
            <pc:docMk/>
            <pc:sldMk cId="3348563735" sldId="263"/>
            <ac:spMk id="217" creationId="{3F22904C-DF67-BE53-5E0F-E1F21216CAA9}"/>
          </ac:spMkLst>
        </pc:spChg>
        <pc:spChg chg="mod">
          <ac:chgData name="David Hedengren" userId="658bef35-c023-4c34-ad89-ec78a9d95ca6" providerId="ADAL" clId="{FBAF32F6-F88B-4240-8933-014DB28A2515}" dt="2024-09-03T07:35:18.799" v="1829"/>
          <ac:spMkLst>
            <pc:docMk/>
            <pc:sldMk cId="3348563735" sldId="263"/>
            <ac:spMk id="224" creationId="{1487749E-E413-3411-3E87-8C4885D52F98}"/>
          </ac:spMkLst>
        </pc:spChg>
        <pc:spChg chg="add mod">
          <ac:chgData name="David Hedengren" userId="658bef35-c023-4c34-ad89-ec78a9d95ca6" providerId="ADAL" clId="{FBAF32F6-F88B-4240-8933-014DB28A2515}" dt="2024-09-03T07:48:29.900" v="2048" actId="1076"/>
          <ac:spMkLst>
            <pc:docMk/>
            <pc:sldMk cId="3348563735" sldId="263"/>
            <ac:spMk id="229" creationId="{9A02857F-5B68-3D5E-90A1-3C771D7B83E6}"/>
          </ac:spMkLst>
        </pc:spChg>
        <pc:spChg chg="add mod">
          <ac:chgData name="David Hedengren" userId="658bef35-c023-4c34-ad89-ec78a9d95ca6" providerId="ADAL" clId="{FBAF32F6-F88B-4240-8933-014DB28A2515}" dt="2024-09-03T07:48:29.900" v="2048" actId="1076"/>
          <ac:spMkLst>
            <pc:docMk/>
            <pc:sldMk cId="3348563735" sldId="263"/>
            <ac:spMk id="239" creationId="{15057B90-7435-4223-536D-41E01F3AFA61}"/>
          </ac:spMkLst>
        </pc:spChg>
        <pc:spChg chg="add mod">
          <ac:chgData name="David Hedengren" userId="658bef35-c023-4c34-ad89-ec78a9d95ca6" providerId="ADAL" clId="{FBAF32F6-F88B-4240-8933-014DB28A2515}" dt="2024-09-03T07:48:29.900" v="2048" actId="1076"/>
          <ac:spMkLst>
            <pc:docMk/>
            <pc:sldMk cId="3348563735" sldId="263"/>
            <ac:spMk id="240" creationId="{67051EE8-9FA0-CB4F-7C60-901D5024F2ED}"/>
          </ac:spMkLst>
        </pc:spChg>
        <pc:spChg chg="add mod">
          <ac:chgData name="David Hedengren" userId="658bef35-c023-4c34-ad89-ec78a9d95ca6" providerId="ADAL" clId="{FBAF32F6-F88B-4240-8933-014DB28A2515}" dt="2024-09-03T07:48:29.900" v="2048" actId="1076"/>
          <ac:spMkLst>
            <pc:docMk/>
            <pc:sldMk cId="3348563735" sldId="263"/>
            <ac:spMk id="245" creationId="{2CAF72B9-B3FD-F955-F33F-12FF132875B8}"/>
          </ac:spMkLst>
        </pc:spChg>
        <pc:spChg chg="add mod">
          <ac:chgData name="David Hedengren" userId="658bef35-c023-4c34-ad89-ec78a9d95ca6" providerId="ADAL" clId="{FBAF32F6-F88B-4240-8933-014DB28A2515}" dt="2024-09-03T07:48:29.900" v="2048" actId="1076"/>
          <ac:spMkLst>
            <pc:docMk/>
            <pc:sldMk cId="3348563735" sldId="263"/>
            <ac:spMk id="246" creationId="{A732EA16-56DB-F81C-3BA6-52FBA05FF229}"/>
          </ac:spMkLst>
        </pc:spChg>
        <pc:spChg chg="mod">
          <ac:chgData name="David Hedengren" userId="658bef35-c023-4c34-ad89-ec78a9d95ca6" providerId="ADAL" clId="{FBAF32F6-F88B-4240-8933-014DB28A2515}" dt="2024-09-03T07:36:02.615" v="1839"/>
          <ac:spMkLst>
            <pc:docMk/>
            <pc:sldMk cId="3348563735" sldId="263"/>
            <ac:spMk id="248" creationId="{08664D8C-ABFE-97FE-C3F4-553BD9AD71F2}"/>
          </ac:spMkLst>
        </pc:spChg>
        <pc:spChg chg="add mod">
          <ac:chgData name="David Hedengren" userId="658bef35-c023-4c34-ad89-ec78a9d95ca6" providerId="ADAL" clId="{FBAF32F6-F88B-4240-8933-014DB28A2515}" dt="2024-09-03T07:48:29.900" v="2048" actId="1076"/>
          <ac:spMkLst>
            <pc:docMk/>
            <pc:sldMk cId="3348563735" sldId="263"/>
            <ac:spMk id="253" creationId="{966864C8-A64D-6580-B10A-F9E945309C17}"/>
          </ac:spMkLst>
        </pc:spChg>
        <pc:spChg chg="add mod">
          <ac:chgData name="David Hedengren" userId="658bef35-c023-4c34-ad89-ec78a9d95ca6" providerId="ADAL" clId="{FBAF32F6-F88B-4240-8933-014DB28A2515}" dt="2024-09-03T07:48:29.900" v="2048" actId="1076"/>
          <ac:spMkLst>
            <pc:docMk/>
            <pc:sldMk cId="3348563735" sldId="263"/>
            <ac:spMk id="263" creationId="{F471E803-7038-194C-64FF-28C392DDF5B0}"/>
          </ac:spMkLst>
        </pc:spChg>
        <pc:spChg chg="add mod">
          <ac:chgData name="David Hedengren" userId="658bef35-c023-4c34-ad89-ec78a9d95ca6" providerId="ADAL" clId="{FBAF32F6-F88B-4240-8933-014DB28A2515}" dt="2024-09-03T07:48:29.900" v="2048" actId="1076"/>
          <ac:spMkLst>
            <pc:docMk/>
            <pc:sldMk cId="3348563735" sldId="263"/>
            <ac:spMk id="264" creationId="{51074024-553D-E561-2FCA-B8C68A074813}"/>
          </ac:spMkLst>
        </pc:spChg>
        <pc:spChg chg="add mod">
          <ac:chgData name="David Hedengren" userId="658bef35-c023-4c34-ad89-ec78a9d95ca6" providerId="ADAL" clId="{FBAF32F6-F88B-4240-8933-014DB28A2515}" dt="2024-09-03T07:48:29.900" v="2048" actId="1076"/>
          <ac:spMkLst>
            <pc:docMk/>
            <pc:sldMk cId="3348563735" sldId="263"/>
            <ac:spMk id="269" creationId="{06A87A7B-3952-349A-AF8D-7B0F6B3B3325}"/>
          </ac:spMkLst>
        </pc:spChg>
        <pc:spChg chg="mod">
          <ac:chgData name="David Hedengren" userId="658bef35-c023-4c34-ad89-ec78a9d95ca6" providerId="ADAL" clId="{FBAF32F6-F88B-4240-8933-014DB28A2515}" dt="2024-09-03T07:36:34.528" v="1847"/>
          <ac:spMkLst>
            <pc:docMk/>
            <pc:sldMk cId="3348563735" sldId="263"/>
            <ac:spMk id="272" creationId="{AAF381ED-F2E3-F124-A94A-F53320D07012}"/>
          </ac:spMkLst>
        </pc:spChg>
        <pc:spChg chg="add mod">
          <ac:chgData name="David Hedengren" userId="658bef35-c023-4c34-ad89-ec78a9d95ca6" providerId="ADAL" clId="{FBAF32F6-F88B-4240-8933-014DB28A2515}" dt="2024-09-03T07:48:29.900" v="2048" actId="1076"/>
          <ac:spMkLst>
            <pc:docMk/>
            <pc:sldMk cId="3348563735" sldId="263"/>
            <ac:spMk id="277" creationId="{3F224FE7-3BF5-D7CD-E18E-866549C2B2DA}"/>
          </ac:spMkLst>
        </pc:spChg>
        <pc:spChg chg="add mod">
          <ac:chgData name="David Hedengren" userId="658bef35-c023-4c34-ad89-ec78a9d95ca6" providerId="ADAL" clId="{FBAF32F6-F88B-4240-8933-014DB28A2515}" dt="2024-09-03T07:48:29.900" v="2048" actId="1076"/>
          <ac:spMkLst>
            <pc:docMk/>
            <pc:sldMk cId="3348563735" sldId="263"/>
            <ac:spMk id="287" creationId="{B848105B-6970-1C04-3933-3B57F15AB86C}"/>
          </ac:spMkLst>
        </pc:spChg>
        <pc:spChg chg="add mod">
          <ac:chgData name="David Hedengren" userId="658bef35-c023-4c34-ad89-ec78a9d95ca6" providerId="ADAL" clId="{FBAF32F6-F88B-4240-8933-014DB28A2515}" dt="2024-09-03T07:48:29.900" v="2048" actId="1076"/>
          <ac:spMkLst>
            <pc:docMk/>
            <pc:sldMk cId="3348563735" sldId="263"/>
            <ac:spMk id="288" creationId="{556E2FC9-872A-3C21-2563-52C0402CE29A}"/>
          </ac:spMkLst>
        </pc:spChg>
        <pc:spChg chg="add mod">
          <ac:chgData name="David Hedengren" userId="658bef35-c023-4c34-ad89-ec78a9d95ca6" providerId="ADAL" clId="{FBAF32F6-F88B-4240-8933-014DB28A2515}" dt="2024-09-03T07:48:29.900" v="2048" actId="1076"/>
          <ac:spMkLst>
            <pc:docMk/>
            <pc:sldMk cId="3348563735" sldId="263"/>
            <ac:spMk id="292" creationId="{7862208F-5978-2A37-46BB-438F16B724E7}"/>
          </ac:spMkLst>
        </pc:spChg>
        <pc:spChg chg="add mod">
          <ac:chgData name="David Hedengren" userId="658bef35-c023-4c34-ad89-ec78a9d95ca6" providerId="ADAL" clId="{FBAF32F6-F88B-4240-8933-014DB28A2515}" dt="2024-09-03T07:48:29.900" v="2048" actId="1076"/>
          <ac:spMkLst>
            <pc:docMk/>
            <pc:sldMk cId="3348563735" sldId="263"/>
            <ac:spMk id="296" creationId="{76D2C06B-C8D3-7E6F-CA6F-3E8F78592F72}"/>
          </ac:spMkLst>
        </pc:spChg>
        <pc:spChg chg="add mod">
          <ac:chgData name="David Hedengren" userId="658bef35-c023-4c34-ad89-ec78a9d95ca6" providerId="ADAL" clId="{FBAF32F6-F88B-4240-8933-014DB28A2515}" dt="2024-09-03T07:48:29.900" v="2048" actId="1076"/>
          <ac:spMkLst>
            <pc:docMk/>
            <pc:sldMk cId="3348563735" sldId="263"/>
            <ac:spMk id="297" creationId="{560D2E3D-D77D-1ECD-9B40-E98BECCD322C}"/>
          </ac:spMkLst>
        </pc:spChg>
        <pc:spChg chg="add mod">
          <ac:chgData name="David Hedengren" userId="658bef35-c023-4c34-ad89-ec78a9d95ca6" providerId="ADAL" clId="{FBAF32F6-F88B-4240-8933-014DB28A2515}" dt="2024-09-03T07:48:29.900" v="2048" actId="1076"/>
          <ac:spMkLst>
            <pc:docMk/>
            <pc:sldMk cId="3348563735" sldId="263"/>
            <ac:spMk id="298" creationId="{2A2C02BF-0C08-938C-6771-4FDC629EF16B}"/>
          </ac:spMkLst>
        </pc:spChg>
        <pc:spChg chg="add del mod">
          <ac:chgData name="David Hedengren" userId="658bef35-c023-4c34-ad89-ec78a9d95ca6" providerId="ADAL" clId="{FBAF32F6-F88B-4240-8933-014DB28A2515}" dt="2024-09-03T07:38:07.511" v="1921" actId="478"/>
          <ac:spMkLst>
            <pc:docMk/>
            <pc:sldMk cId="3348563735" sldId="263"/>
            <ac:spMk id="299" creationId="{13916D6C-082A-717E-CA55-7383657EB879}"/>
          </ac:spMkLst>
        </pc:spChg>
        <pc:spChg chg="add mod">
          <ac:chgData name="David Hedengren" userId="658bef35-c023-4c34-ad89-ec78a9d95ca6" providerId="ADAL" clId="{FBAF32F6-F88B-4240-8933-014DB28A2515}" dt="2024-09-03T07:48:29.900" v="2048" actId="1076"/>
          <ac:spMkLst>
            <pc:docMk/>
            <pc:sldMk cId="3348563735" sldId="263"/>
            <ac:spMk id="300" creationId="{E66EF3CA-40AE-1EAB-DE98-FA63B6EAEA03}"/>
          </ac:spMkLst>
        </pc:spChg>
        <pc:spChg chg="add mod">
          <ac:chgData name="David Hedengren" userId="658bef35-c023-4c34-ad89-ec78a9d95ca6" providerId="ADAL" clId="{FBAF32F6-F88B-4240-8933-014DB28A2515}" dt="2024-09-03T07:48:29.900" v="2048" actId="1076"/>
          <ac:spMkLst>
            <pc:docMk/>
            <pc:sldMk cId="3348563735" sldId="263"/>
            <ac:spMk id="301" creationId="{88CD4B3E-01C2-02DC-40A5-F341883A247B}"/>
          </ac:spMkLst>
        </pc:spChg>
        <pc:spChg chg="add mod">
          <ac:chgData name="David Hedengren" userId="658bef35-c023-4c34-ad89-ec78a9d95ca6" providerId="ADAL" clId="{FBAF32F6-F88B-4240-8933-014DB28A2515}" dt="2024-09-03T07:48:29.900" v="2048" actId="1076"/>
          <ac:spMkLst>
            <pc:docMk/>
            <pc:sldMk cId="3348563735" sldId="263"/>
            <ac:spMk id="302" creationId="{59F3C8F0-AD16-1888-C05F-4C21C65F303C}"/>
          </ac:spMkLst>
        </pc:spChg>
        <pc:spChg chg="add mod">
          <ac:chgData name="David Hedengren" userId="658bef35-c023-4c34-ad89-ec78a9d95ca6" providerId="ADAL" clId="{FBAF32F6-F88B-4240-8933-014DB28A2515}" dt="2024-09-03T07:48:29.900" v="2048" actId="1076"/>
          <ac:spMkLst>
            <pc:docMk/>
            <pc:sldMk cId="3348563735" sldId="263"/>
            <ac:spMk id="303" creationId="{16267A95-7A5E-3D1A-782C-FA88F1B970DD}"/>
          </ac:spMkLst>
        </pc:spChg>
        <pc:spChg chg="add mod">
          <ac:chgData name="David Hedengren" userId="658bef35-c023-4c34-ad89-ec78a9d95ca6" providerId="ADAL" clId="{FBAF32F6-F88B-4240-8933-014DB28A2515}" dt="2024-09-03T07:48:29.900" v="2048" actId="1076"/>
          <ac:spMkLst>
            <pc:docMk/>
            <pc:sldMk cId="3348563735" sldId="263"/>
            <ac:spMk id="304" creationId="{5F10725B-5CD7-5B9A-7192-88520E17C063}"/>
          </ac:spMkLst>
        </pc:spChg>
        <pc:spChg chg="add mod">
          <ac:chgData name="David Hedengren" userId="658bef35-c023-4c34-ad89-ec78a9d95ca6" providerId="ADAL" clId="{FBAF32F6-F88B-4240-8933-014DB28A2515}" dt="2024-09-03T07:48:29.900" v="2048" actId="1076"/>
          <ac:spMkLst>
            <pc:docMk/>
            <pc:sldMk cId="3348563735" sldId="263"/>
            <ac:spMk id="305" creationId="{EB6D9BB1-DA60-26BD-BFBC-2D3C989A8B73}"/>
          </ac:spMkLst>
        </pc:spChg>
        <pc:spChg chg="add mod">
          <ac:chgData name="David Hedengren" userId="658bef35-c023-4c34-ad89-ec78a9d95ca6" providerId="ADAL" clId="{FBAF32F6-F88B-4240-8933-014DB28A2515}" dt="2024-09-03T07:48:29.900" v="2048" actId="1076"/>
          <ac:spMkLst>
            <pc:docMk/>
            <pc:sldMk cId="3348563735" sldId="263"/>
            <ac:spMk id="306" creationId="{1958784A-ABC1-1CF5-1DE7-0810FC1DF259}"/>
          </ac:spMkLst>
        </pc:spChg>
        <pc:spChg chg="add mod">
          <ac:chgData name="David Hedengren" userId="658bef35-c023-4c34-ad89-ec78a9d95ca6" providerId="ADAL" clId="{FBAF32F6-F88B-4240-8933-014DB28A2515}" dt="2024-09-03T07:48:29.900" v="2048" actId="1076"/>
          <ac:spMkLst>
            <pc:docMk/>
            <pc:sldMk cId="3348563735" sldId="263"/>
            <ac:spMk id="307" creationId="{AA4CC525-CA92-2A52-72C2-15F66DAA5B1D}"/>
          </ac:spMkLst>
        </pc:spChg>
        <pc:grpChg chg="mod">
          <ac:chgData name="David Hedengren" userId="658bef35-c023-4c34-ad89-ec78a9d95ca6" providerId="ADAL" clId="{FBAF32F6-F88B-4240-8933-014DB28A2515}" dt="2024-09-03T07:48:29.900" v="2048" actId="1076"/>
          <ac:grpSpMkLst>
            <pc:docMk/>
            <pc:sldMk cId="3348563735" sldId="263"/>
            <ac:grpSpMk id="3" creationId="{F7B31A1F-E441-6878-B2C7-6AE5977EACDC}"/>
          </ac:grpSpMkLst>
        </pc:grpChg>
        <pc:grpChg chg="mod">
          <ac:chgData name="David Hedengren" userId="658bef35-c023-4c34-ad89-ec78a9d95ca6" providerId="ADAL" clId="{FBAF32F6-F88B-4240-8933-014DB28A2515}" dt="2024-09-03T07:48:29.900" v="2048" actId="1076"/>
          <ac:grpSpMkLst>
            <pc:docMk/>
            <pc:sldMk cId="3348563735" sldId="263"/>
            <ac:grpSpMk id="12" creationId="{A9B2E0C9-395F-C83A-E1D5-765408A408BB}"/>
          </ac:grpSpMkLst>
        </pc:grpChg>
        <pc:grpChg chg="mod">
          <ac:chgData name="David Hedengren" userId="658bef35-c023-4c34-ad89-ec78a9d95ca6" providerId="ADAL" clId="{FBAF32F6-F88B-4240-8933-014DB28A2515}" dt="2024-09-03T07:48:29.900" v="2048" actId="1076"/>
          <ac:grpSpMkLst>
            <pc:docMk/>
            <pc:sldMk cId="3348563735" sldId="263"/>
            <ac:grpSpMk id="13" creationId="{287D0CFF-C554-4A41-CC5D-D7A0F94A295E}"/>
          </ac:grpSpMkLst>
        </pc:grpChg>
        <pc:grpChg chg="mod">
          <ac:chgData name="David Hedengren" userId="658bef35-c023-4c34-ad89-ec78a9d95ca6" providerId="ADAL" clId="{FBAF32F6-F88B-4240-8933-014DB28A2515}" dt="2024-09-03T07:48:29.900" v="2048" actId="1076"/>
          <ac:grpSpMkLst>
            <pc:docMk/>
            <pc:sldMk cId="3348563735" sldId="263"/>
            <ac:grpSpMk id="16" creationId="{A0B175FD-220C-494F-D479-4AE90167A665}"/>
          </ac:grpSpMkLst>
        </pc:grpChg>
        <pc:grpChg chg="mod">
          <ac:chgData name="David Hedengren" userId="658bef35-c023-4c34-ad89-ec78a9d95ca6" providerId="ADAL" clId="{FBAF32F6-F88B-4240-8933-014DB28A2515}" dt="2024-09-03T07:48:29.900" v="2048" actId="1076"/>
          <ac:grpSpMkLst>
            <pc:docMk/>
            <pc:sldMk cId="3348563735" sldId="263"/>
            <ac:grpSpMk id="21" creationId="{32C18506-5893-78A5-D721-000B91A97555}"/>
          </ac:grpSpMkLst>
        </pc:grpChg>
        <pc:grpChg chg="mod">
          <ac:chgData name="David Hedengren" userId="658bef35-c023-4c34-ad89-ec78a9d95ca6" providerId="ADAL" clId="{FBAF32F6-F88B-4240-8933-014DB28A2515}" dt="2024-09-03T07:48:29.900" v="2048" actId="1076"/>
          <ac:grpSpMkLst>
            <pc:docMk/>
            <pc:sldMk cId="3348563735" sldId="263"/>
            <ac:grpSpMk id="28" creationId="{AEFE77EE-50B9-8CA7-7935-97A8CFFB3886}"/>
          </ac:grpSpMkLst>
        </pc:grpChg>
        <pc:grpChg chg="mod">
          <ac:chgData name="David Hedengren" userId="658bef35-c023-4c34-ad89-ec78a9d95ca6" providerId="ADAL" clId="{FBAF32F6-F88B-4240-8933-014DB28A2515}" dt="2024-09-03T07:48:29.900" v="2048" actId="1076"/>
          <ac:grpSpMkLst>
            <pc:docMk/>
            <pc:sldMk cId="3348563735" sldId="263"/>
            <ac:grpSpMk id="35" creationId="{0A8C5A68-7028-A691-B7C2-5891DEB19EC4}"/>
          </ac:grpSpMkLst>
        </pc:grpChg>
        <pc:grpChg chg="mod">
          <ac:chgData name="David Hedengren" userId="658bef35-c023-4c34-ad89-ec78a9d95ca6" providerId="ADAL" clId="{FBAF32F6-F88B-4240-8933-014DB28A2515}" dt="2024-09-03T07:48:29.900" v="2048" actId="1076"/>
          <ac:grpSpMkLst>
            <pc:docMk/>
            <pc:sldMk cId="3348563735" sldId="263"/>
            <ac:grpSpMk id="38" creationId="{05A6D19A-27FD-AFF5-84A6-38C7C9D5E901}"/>
          </ac:grpSpMkLst>
        </pc:grpChg>
        <pc:grpChg chg="mod">
          <ac:chgData name="David Hedengren" userId="658bef35-c023-4c34-ad89-ec78a9d95ca6" providerId="ADAL" clId="{FBAF32F6-F88B-4240-8933-014DB28A2515}" dt="2024-09-03T07:48:29.900" v="2048" actId="1076"/>
          <ac:grpSpMkLst>
            <pc:docMk/>
            <pc:sldMk cId="3348563735" sldId="263"/>
            <ac:grpSpMk id="41" creationId="{734DB89E-DBB9-7AC2-1741-1A2CDD4D2966}"/>
          </ac:grpSpMkLst>
        </pc:grpChg>
        <pc:grpChg chg="mod">
          <ac:chgData name="David Hedengren" userId="658bef35-c023-4c34-ad89-ec78a9d95ca6" providerId="ADAL" clId="{FBAF32F6-F88B-4240-8933-014DB28A2515}" dt="2024-09-03T07:48:29.900" v="2048" actId="1076"/>
          <ac:grpSpMkLst>
            <pc:docMk/>
            <pc:sldMk cId="3348563735" sldId="263"/>
            <ac:grpSpMk id="46" creationId="{3EE3FA5E-DDB2-5A95-C6BB-792FD4A54554}"/>
          </ac:grpSpMkLst>
        </pc:grpChg>
        <pc:grpChg chg="mod">
          <ac:chgData name="David Hedengren" userId="658bef35-c023-4c34-ad89-ec78a9d95ca6" providerId="ADAL" clId="{FBAF32F6-F88B-4240-8933-014DB28A2515}" dt="2024-09-03T07:48:29.900" v="2048" actId="1076"/>
          <ac:grpSpMkLst>
            <pc:docMk/>
            <pc:sldMk cId="3348563735" sldId="263"/>
            <ac:grpSpMk id="50" creationId="{E9AA4EC3-EDF7-03AD-5141-C702360E5BB2}"/>
          </ac:grpSpMkLst>
        </pc:grpChg>
        <pc:grpChg chg="mod">
          <ac:chgData name="David Hedengren" userId="658bef35-c023-4c34-ad89-ec78a9d95ca6" providerId="ADAL" clId="{FBAF32F6-F88B-4240-8933-014DB28A2515}" dt="2024-09-03T07:48:29.900" v="2048" actId="1076"/>
          <ac:grpSpMkLst>
            <pc:docMk/>
            <pc:sldMk cId="3348563735" sldId="263"/>
            <ac:grpSpMk id="57" creationId="{45B00738-1681-065D-0B06-655A462321D0}"/>
          </ac:grpSpMkLst>
        </pc:grpChg>
        <pc:grpChg chg="mod">
          <ac:chgData name="David Hedengren" userId="658bef35-c023-4c34-ad89-ec78a9d95ca6" providerId="ADAL" clId="{FBAF32F6-F88B-4240-8933-014DB28A2515}" dt="2024-09-03T07:48:29.900" v="2048" actId="1076"/>
          <ac:grpSpMkLst>
            <pc:docMk/>
            <pc:sldMk cId="3348563735" sldId="263"/>
            <ac:grpSpMk id="60" creationId="{04E8F7EB-2F08-536A-A16D-049174D0B437}"/>
          </ac:grpSpMkLst>
        </pc:grpChg>
        <pc:grpChg chg="mod">
          <ac:chgData name="David Hedengren" userId="658bef35-c023-4c34-ad89-ec78a9d95ca6" providerId="ADAL" clId="{FBAF32F6-F88B-4240-8933-014DB28A2515}" dt="2024-09-03T07:48:29.900" v="2048" actId="1076"/>
          <ac:grpSpMkLst>
            <pc:docMk/>
            <pc:sldMk cId="3348563735" sldId="263"/>
            <ac:grpSpMk id="63" creationId="{00C37897-D330-D424-E407-A604E04E2E64}"/>
          </ac:grpSpMkLst>
        </pc:grpChg>
        <pc:grpChg chg="mod">
          <ac:chgData name="David Hedengren" userId="658bef35-c023-4c34-ad89-ec78a9d95ca6" providerId="ADAL" clId="{FBAF32F6-F88B-4240-8933-014DB28A2515}" dt="2024-09-03T07:48:29.900" v="2048" actId="1076"/>
          <ac:grpSpMkLst>
            <pc:docMk/>
            <pc:sldMk cId="3348563735" sldId="263"/>
            <ac:grpSpMk id="68" creationId="{31A1BD5C-929E-635D-BB97-9AACA6AA5B9A}"/>
          </ac:grpSpMkLst>
        </pc:grpChg>
        <pc:grpChg chg="mod">
          <ac:chgData name="David Hedengren" userId="658bef35-c023-4c34-ad89-ec78a9d95ca6" providerId="ADAL" clId="{FBAF32F6-F88B-4240-8933-014DB28A2515}" dt="2024-09-03T07:48:29.900" v="2048" actId="1076"/>
          <ac:grpSpMkLst>
            <pc:docMk/>
            <pc:sldMk cId="3348563735" sldId="263"/>
            <ac:grpSpMk id="76" creationId="{1D795319-04BE-2875-948F-20C06F3A9E83}"/>
          </ac:grpSpMkLst>
        </pc:grpChg>
        <pc:grpChg chg="mod">
          <ac:chgData name="David Hedengren" userId="658bef35-c023-4c34-ad89-ec78a9d95ca6" providerId="ADAL" clId="{FBAF32F6-F88B-4240-8933-014DB28A2515}" dt="2024-09-03T07:48:29.900" v="2048" actId="1076"/>
          <ac:grpSpMkLst>
            <pc:docMk/>
            <pc:sldMk cId="3348563735" sldId="263"/>
            <ac:grpSpMk id="83" creationId="{FC7923F0-94BD-FAAF-92FC-1BDE91C64DAF}"/>
          </ac:grpSpMkLst>
        </pc:grpChg>
        <pc:grpChg chg="mod">
          <ac:chgData name="David Hedengren" userId="658bef35-c023-4c34-ad89-ec78a9d95ca6" providerId="ADAL" clId="{FBAF32F6-F88B-4240-8933-014DB28A2515}" dt="2024-09-03T07:48:29.900" v="2048" actId="1076"/>
          <ac:grpSpMkLst>
            <pc:docMk/>
            <pc:sldMk cId="3348563735" sldId="263"/>
            <ac:grpSpMk id="86" creationId="{074BC15D-CB4B-6CD1-EAB4-3CB263080F6E}"/>
          </ac:grpSpMkLst>
        </pc:grpChg>
        <pc:grpChg chg="mod">
          <ac:chgData name="David Hedengren" userId="658bef35-c023-4c34-ad89-ec78a9d95ca6" providerId="ADAL" clId="{FBAF32F6-F88B-4240-8933-014DB28A2515}" dt="2024-09-03T07:48:29.900" v="2048" actId="1076"/>
          <ac:grpSpMkLst>
            <pc:docMk/>
            <pc:sldMk cId="3348563735" sldId="263"/>
            <ac:grpSpMk id="89" creationId="{FDFF5FB6-9648-DEA2-0D10-CF225FB1654B}"/>
          </ac:grpSpMkLst>
        </pc:grpChg>
        <pc:grpChg chg="mod">
          <ac:chgData name="David Hedengren" userId="658bef35-c023-4c34-ad89-ec78a9d95ca6" providerId="ADAL" clId="{FBAF32F6-F88B-4240-8933-014DB28A2515}" dt="2024-09-03T07:48:29.900" v="2048" actId="1076"/>
          <ac:grpSpMkLst>
            <pc:docMk/>
            <pc:sldMk cId="3348563735" sldId="263"/>
            <ac:grpSpMk id="94" creationId="{568B7FCA-3350-8657-54CB-FF8BF421EA01}"/>
          </ac:grpSpMkLst>
        </pc:grpChg>
        <pc:grpChg chg="mod">
          <ac:chgData name="David Hedengren" userId="658bef35-c023-4c34-ad89-ec78a9d95ca6" providerId="ADAL" clId="{FBAF32F6-F88B-4240-8933-014DB28A2515}" dt="2024-09-03T07:48:29.900" v="2048" actId="1076"/>
          <ac:grpSpMkLst>
            <pc:docMk/>
            <pc:sldMk cId="3348563735" sldId="263"/>
            <ac:grpSpMk id="98" creationId="{0A64F31D-106C-727C-6B54-8AA27F610992}"/>
          </ac:grpSpMkLst>
        </pc:grpChg>
        <pc:grpChg chg="mod">
          <ac:chgData name="David Hedengren" userId="658bef35-c023-4c34-ad89-ec78a9d95ca6" providerId="ADAL" clId="{FBAF32F6-F88B-4240-8933-014DB28A2515}" dt="2024-09-03T07:48:29.900" v="2048" actId="1076"/>
          <ac:grpSpMkLst>
            <pc:docMk/>
            <pc:sldMk cId="3348563735" sldId="263"/>
            <ac:grpSpMk id="105" creationId="{8283C858-D1B1-C60B-F9C0-AC99966E3DC1}"/>
          </ac:grpSpMkLst>
        </pc:grpChg>
        <pc:grpChg chg="mod">
          <ac:chgData name="David Hedengren" userId="658bef35-c023-4c34-ad89-ec78a9d95ca6" providerId="ADAL" clId="{FBAF32F6-F88B-4240-8933-014DB28A2515}" dt="2024-09-03T07:48:29.900" v="2048" actId="1076"/>
          <ac:grpSpMkLst>
            <pc:docMk/>
            <pc:sldMk cId="3348563735" sldId="263"/>
            <ac:grpSpMk id="108" creationId="{7B58F8C4-2D9C-DC9A-5985-B3C311AAEA0C}"/>
          </ac:grpSpMkLst>
        </pc:grpChg>
        <pc:grpChg chg="mod">
          <ac:chgData name="David Hedengren" userId="658bef35-c023-4c34-ad89-ec78a9d95ca6" providerId="ADAL" clId="{FBAF32F6-F88B-4240-8933-014DB28A2515}" dt="2024-09-03T07:48:29.900" v="2048" actId="1076"/>
          <ac:grpSpMkLst>
            <pc:docMk/>
            <pc:sldMk cId="3348563735" sldId="263"/>
            <ac:grpSpMk id="111" creationId="{17DA290E-C801-6969-2902-24DD15BF120D}"/>
          </ac:grpSpMkLst>
        </pc:grpChg>
        <pc:grpChg chg="mod">
          <ac:chgData name="David Hedengren" userId="658bef35-c023-4c34-ad89-ec78a9d95ca6" providerId="ADAL" clId="{FBAF32F6-F88B-4240-8933-014DB28A2515}" dt="2024-09-03T07:48:29.900" v="2048" actId="1076"/>
          <ac:grpSpMkLst>
            <pc:docMk/>
            <pc:sldMk cId="3348563735" sldId="263"/>
            <ac:grpSpMk id="116" creationId="{55A80819-D4FF-FF16-1473-3A98A1272CD8}"/>
          </ac:grpSpMkLst>
        </pc:grpChg>
        <pc:grpChg chg="mod">
          <ac:chgData name="David Hedengren" userId="658bef35-c023-4c34-ad89-ec78a9d95ca6" providerId="ADAL" clId="{FBAF32F6-F88B-4240-8933-014DB28A2515}" dt="2024-09-03T07:48:29.900" v="2048" actId="1076"/>
          <ac:grpSpMkLst>
            <pc:docMk/>
            <pc:sldMk cId="3348563735" sldId="263"/>
            <ac:grpSpMk id="120" creationId="{DA644BE9-300D-844D-DAD4-DF518A08B73E}"/>
          </ac:grpSpMkLst>
        </pc:grpChg>
        <pc:grpChg chg="add mod">
          <ac:chgData name="David Hedengren" userId="658bef35-c023-4c34-ad89-ec78a9d95ca6" providerId="ADAL" clId="{FBAF32F6-F88B-4240-8933-014DB28A2515}" dt="2024-09-03T07:48:29.900" v="2048" actId="1076"/>
          <ac:grpSpMkLst>
            <pc:docMk/>
            <pc:sldMk cId="3348563735" sldId="263"/>
            <ac:grpSpMk id="125" creationId="{73E7B0B1-783A-4616-4B97-9302360B7414}"/>
          </ac:grpSpMkLst>
        </pc:grpChg>
        <pc:grpChg chg="mod">
          <ac:chgData name="David Hedengren" userId="658bef35-c023-4c34-ad89-ec78a9d95ca6" providerId="ADAL" clId="{FBAF32F6-F88B-4240-8933-014DB28A2515}" dt="2024-09-03T07:48:29.900" v="2048" actId="1076"/>
          <ac:grpSpMkLst>
            <pc:docMk/>
            <pc:sldMk cId="3348563735" sldId="263"/>
            <ac:grpSpMk id="126" creationId="{A0C6208C-B1F5-1B51-8EB9-106BA2D2FDD6}"/>
          </ac:grpSpMkLst>
        </pc:grpChg>
        <pc:grpChg chg="add del mod">
          <ac:chgData name="David Hedengren" userId="658bef35-c023-4c34-ad89-ec78a9d95ca6" providerId="ADAL" clId="{FBAF32F6-F88B-4240-8933-014DB28A2515}" dt="2024-09-03T07:32:25.445" v="1767" actId="478"/>
          <ac:grpSpMkLst>
            <pc:docMk/>
            <pc:sldMk cId="3348563735" sldId="263"/>
            <ac:grpSpMk id="140" creationId="{3D7BFBEE-AE38-2AF5-F34D-82AE40DEB155}"/>
          </ac:grpSpMkLst>
        </pc:grpChg>
        <pc:grpChg chg="add del mod">
          <ac:chgData name="David Hedengren" userId="658bef35-c023-4c34-ad89-ec78a9d95ca6" providerId="ADAL" clId="{FBAF32F6-F88B-4240-8933-014DB28A2515}" dt="2024-09-03T07:32:25.445" v="1767" actId="478"/>
          <ac:grpSpMkLst>
            <pc:docMk/>
            <pc:sldMk cId="3348563735" sldId="263"/>
            <ac:grpSpMk id="143" creationId="{6215936C-1639-5E5C-D670-FE8B106C3139}"/>
          </ac:grpSpMkLst>
        </pc:grpChg>
        <pc:grpChg chg="add del mod">
          <ac:chgData name="David Hedengren" userId="658bef35-c023-4c34-ad89-ec78a9d95ca6" providerId="ADAL" clId="{FBAF32F6-F88B-4240-8933-014DB28A2515}" dt="2024-09-03T07:32:25.445" v="1767" actId="478"/>
          <ac:grpSpMkLst>
            <pc:docMk/>
            <pc:sldMk cId="3348563735" sldId="263"/>
            <ac:grpSpMk id="146" creationId="{DF8ACE60-C2AC-3C5D-7140-8A82011CDA55}"/>
          </ac:grpSpMkLst>
        </pc:grpChg>
        <pc:grpChg chg="add del mod">
          <ac:chgData name="David Hedengren" userId="658bef35-c023-4c34-ad89-ec78a9d95ca6" providerId="ADAL" clId="{FBAF32F6-F88B-4240-8933-014DB28A2515}" dt="2024-09-03T07:32:25.445" v="1767" actId="478"/>
          <ac:grpSpMkLst>
            <pc:docMk/>
            <pc:sldMk cId="3348563735" sldId="263"/>
            <ac:grpSpMk id="151" creationId="{9CABE1EA-2F31-5FBC-3413-84A571BB3B54}"/>
          </ac:grpSpMkLst>
        </pc:grpChg>
        <pc:grpChg chg="add mod">
          <ac:chgData name="David Hedengren" userId="658bef35-c023-4c34-ad89-ec78a9d95ca6" providerId="ADAL" clId="{FBAF32F6-F88B-4240-8933-014DB28A2515}" dt="2024-09-03T07:48:29.900" v="2048" actId="1076"/>
          <ac:grpSpMkLst>
            <pc:docMk/>
            <pc:sldMk cId="3348563735" sldId="263"/>
            <ac:grpSpMk id="154" creationId="{32A12E6E-E4DE-DDC5-C2A4-57B28C13978E}"/>
          </ac:grpSpMkLst>
        </pc:grpChg>
        <pc:grpChg chg="add mod">
          <ac:chgData name="David Hedengren" userId="658bef35-c023-4c34-ad89-ec78a9d95ca6" providerId="ADAL" clId="{FBAF32F6-F88B-4240-8933-014DB28A2515}" dt="2024-09-03T07:48:29.900" v="2048" actId="1076"/>
          <ac:grpSpMkLst>
            <pc:docMk/>
            <pc:sldMk cId="3348563735" sldId="263"/>
            <ac:grpSpMk id="157" creationId="{A5A71AAE-1C28-C09E-BF63-C02C61CD4ACD}"/>
          </ac:grpSpMkLst>
        </pc:grpChg>
        <pc:grpChg chg="add mod">
          <ac:chgData name="David Hedengren" userId="658bef35-c023-4c34-ad89-ec78a9d95ca6" providerId="ADAL" clId="{FBAF32F6-F88B-4240-8933-014DB28A2515}" dt="2024-09-03T07:48:29.900" v="2048" actId="1076"/>
          <ac:grpSpMkLst>
            <pc:docMk/>
            <pc:sldMk cId="3348563735" sldId="263"/>
            <ac:grpSpMk id="160" creationId="{86BE3B8F-8228-531C-0F19-59CBD4F564B9}"/>
          </ac:grpSpMkLst>
        </pc:grpChg>
        <pc:grpChg chg="add mod">
          <ac:chgData name="David Hedengren" userId="658bef35-c023-4c34-ad89-ec78a9d95ca6" providerId="ADAL" clId="{FBAF32F6-F88B-4240-8933-014DB28A2515}" dt="2024-09-03T07:48:29.900" v="2048" actId="1076"/>
          <ac:grpSpMkLst>
            <pc:docMk/>
            <pc:sldMk cId="3348563735" sldId="263"/>
            <ac:grpSpMk id="171" creationId="{953E6A9B-FC31-1FAF-268D-831B20AA6155}"/>
          </ac:grpSpMkLst>
        </pc:grpChg>
        <pc:grpChg chg="add mod">
          <ac:chgData name="David Hedengren" userId="658bef35-c023-4c34-ad89-ec78a9d95ca6" providerId="ADAL" clId="{FBAF32F6-F88B-4240-8933-014DB28A2515}" dt="2024-09-03T07:48:29.900" v="2048" actId="1076"/>
          <ac:grpSpMkLst>
            <pc:docMk/>
            <pc:sldMk cId="3348563735" sldId="263"/>
            <ac:grpSpMk id="178" creationId="{83769322-A196-B0DA-F144-F3CADE06A93D}"/>
          </ac:grpSpMkLst>
        </pc:grpChg>
        <pc:grpChg chg="add mod">
          <ac:chgData name="David Hedengren" userId="658bef35-c023-4c34-ad89-ec78a9d95ca6" providerId="ADAL" clId="{FBAF32F6-F88B-4240-8933-014DB28A2515}" dt="2024-09-03T07:48:29.900" v="2048" actId="1076"/>
          <ac:grpSpMkLst>
            <pc:docMk/>
            <pc:sldMk cId="3348563735" sldId="263"/>
            <ac:grpSpMk id="181" creationId="{8718ACE6-FEA5-AF28-1549-DA99B5F6F584}"/>
          </ac:grpSpMkLst>
        </pc:grpChg>
        <pc:grpChg chg="add mod">
          <ac:chgData name="David Hedengren" userId="658bef35-c023-4c34-ad89-ec78a9d95ca6" providerId="ADAL" clId="{FBAF32F6-F88B-4240-8933-014DB28A2515}" dt="2024-09-03T07:48:29.900" v="2048" actId="1076"/>
          <ac:grpSpMkLst>
            <pc:docMk/>
            <pc:sldMk cId="3348563735" sldId="263"/>
            <ac:grpSpMk id="184" creationId="{11BD69E5-23A9-1CDC-C99B-428D02D5D2D3}"/>
          </ac:grpSpMkLst>
        </pc:grpChg>
        <pc:grpChg chg="add mod">
          <ac:chgData name="David Hedengren" userId="658bef35-c023-4c34-ad89-ec78a9d95ca6" providerId="ADAL" clId="{FBAF32F6-F88B-4240-8933-014DB28A2515}" dt="2024-09-03T07:48:29.900" v="2048" actId="1076"/>
          <ac:grpSpMkLst>
            <pc:docMk/>
            <pc:sldMk cId="3348563735" sldId="263"/>
            <ac:grpSpMk id="189" creationId="{02735843-5560-C96F-37BD-BDACD30FA0DF}"/>
          </ac:grpSpMkLst>
        </pc:grpChg>
        <pc:grpChg chg="add mod">
          <ac:chgData name="David Hedengren" userId="658bef35-c023-4c34-ad89-ec78a9d95ca6" providerId="ADAL" clId="{FBAF32F6-F88B-4240-8933-014DB28A2515}" dt="2024-09-03T07:48:29.900" v="2048" actId="1076"/>
          <ac:grpSpMkLst>
            <pc:docMk/>
            <pc:sldMk cId="3348563735" sldId="263"/>
            <ac:grpSpMk id="193" creationId="{2CFF7660-6FD1-57B4-D6CB-80A481147EB7}"/>
          </ac:grpSpMkLst>
        </pc:grpChg>
        <pc:grpChg chg="add mod">
          <ac:chgData name="David Hedengren" userId="658bef35-c023-4c34-ad89-ec78a9d95ca6" providerId="ADAL" clId="{FBAF32F6-F88B-4240-8933-014DB28A2515}" dt="2024-09-03T07:48:29.900" v="2048" actId="1076"/>
          <ac:grpSpMkLst>
            <pc:docMk/>
            <pc:sldMk cId="3348563735" sldId="263"/>
            <ac:grpSpMk id="200" creationId="{74196417-5485-54EB-D98D-10A88026298C}"/>
          </ac:grpSpMkLst>
        </pc:grpChg>
        <pc:grpChg chg="add mod">
          <ac:chgData name="David Hedengren" userId="658bef35-c023-4c34-ad89-ec78a9d95ca6" providerId="ADAL" clId="{FBAF32F6-F88B-4240-8933-014DB28A2515}" dt="2024-09-03T07:48:29.900" v="2048" actId="1076"/>
          <ac:grpSpMkLst>
            <pc:docMk/>
            <pc:sldMk cId="3348563735" sldId="263"/>
            <ac:grpSpMk id="203" creationId="{DBDB7A54-FDA3-D5B6-DF2E-2DF396AD5FFA}"/>
          </ac:grpSpMkLst>
        </pc:grpChg>
        <pc:grpChg chg="add mod">
          <ac:chgData name="David Hedengren" userId="658bef35-c023-4c34-ad89-ec78a9d95ca6" providerId="ADAL" clId="{FBAF32F6-F88B-4240-8933-014DB28A2515}" dt="2024-09-03T07:48:29.900" v="2048" actId="1076"/>
          <ac:grpSpMkLst>
            <pc:docMk/>
            <pc:sldMk cId="3348563735" sldId="263"/>
            <ac:grpSpMk id="206" creationId="{FE69C11A-2F0D-670C-EE71-A65567A87D4D}"/>
          </ac:grpSpMkLst>
        </pc:grpChg>
        <pc:grpChg chg="add mod">
          <ac:chgData name="David Hedengren" userId="658bef35-c023-4c34-ad89-ec78a9d95ca6" providerId="ADAL" clId="{FBAF32F6-F88B-4240-8933-014DB28A2515}" dt="2024-09-03T07:48:29.900" v="2048" actId="1076"/>
          <ac:grpSpMkLst>
            <pc:docMk/>
            <pc:sldMk cId="3348563735" sldId="263"/>
            <ac:grpSpMk id="211" creationId="{B3D55C7F-7A72-F61B-B202-CDEFF179BC56}"/>
          </ac:grpSpMkLst>
        </pc:grpChg>
        <pc:grpChg chg="add mod">
          <ac:chgData name="David Hedengren" userId="658bef35-c023-4c34-ad89-ec78a9d95ca6" providerId="ADAL" clId="{FBAF32F6-F88B-4240-8933-014DB28A2515}" dt="2024-09-03T07:48:29.900" v="2048" actId="1076"/>
          <ac:grpSpMkLst>
            <pc:docMk/>
            <pc:sldMk cId="3348563735" sldId="263"/>
            <ac:grpSpMk id="223" creationId="{56EF2F14-82F6-798E-DA66-95B3CB0A3129}"/>
          </ac:grpSpMkLst>
        </pc:grpChg>
        <pc:grpChg chg="add mod">
          <ac:chgData name="David Hedengren" userId="658bef35-c023-4c34-ad89-ec78a9d95ca6" providerId="ADAL" clId="{FBAF32F6-F88B-4240-8933-014DB28A2515}" dt="2024-09-03T07:48:29.900" v="2048" actId="1076"/>
          <ac:grpSpMkLst>
            <pc:docMk/>
            <pc:sldMk cId="3348563735" sldId="263"/>
            <ac:grpSpMk id="230" creationId="{FAF008F1-897D-AB37-3E68-97FF68A3C31A}"/>
          </ac:grpSpMkLst>
        </pc:grpChg>
        <pc:grpChg chg="add mod">
          <ac:chgData name="David Hedengren" userId="658bef35-c023-4c34-ad89-ec78a9d95ca6" providerId="ADAL" clId="{FBAF32F6-F88B-4240-8933-014DB28A2515}" dt="2024-09-03T07:48:29.900" v="2048" actId="1076"/>
          <ac:grpSpMkLst>
            <pc:docMk/>
            <pc:sldMk cId="3348563735" sldId="263"/>
            <ac:grpSpMk id="233" creationId="{24FB6E77-CC74-AF5D-B11A-F27AD501323E}"/>
          </ac:grpSpMkLst>
        </pc:grpChg>
        <pc:grpChg chg="add mod">
          <ac:chgData name="David Hedengren" userId="658bef35-c023-4c34-ad89-ec78a9d95ca6" providerId="ADAL" clId="{FBAF32F6-F88B-4240-8933-014DB28A2515}" dt="2024-09-03T07:48:29.900" v="2048" actId="1076"/>
          <ac:grpSpMkLst>
            <pc:docMk/>
            <pc:sldMk cId="3348563735" sldId="263"/>
            <ac:grpSpMk id="236" creationId="{85C088A1-3D67-BF3D-C628-94A58D3CCBC2}"/>
          </ac:grpSpMkLst>
        </pc:grpChg>
        <pc:grpChg chg="add mod">
          <ac:chgData name="David Hedengren" userId="658bef35-c023-4c34-ad89-ec78a9d95ca6" providerId="ADAL" clId="{FBAF32F6-F88B-4240-8933-014DB28A2515}" dt="2024-09-03T07:48:29.900" v="2048" actId="1076"/>
          <ac:grpSpMkLst>
            <pc:docMk/>
            <pc:sldMk cId="3348563735" sldId="263"/>
            <ac:grpSpMk id="241" creationId="{90530DBB-55BB-F4ED-9165-B448B5125073}"/>
          </ac:grpSpMkLst>
        </pc:grpChg>
        <pc:grpChg chg="add mod">
          <ac:chgData name="David Hedengren" userId="658bef35-c023-4c34-ad89-ec78a9d95ca6" providerId="ADAL" clId="{FBAF32F6-F88B-4240-8933-014DB28A2515}" dt="2024-09-03T07:48:29.900" v="2048" actId="1076"/>
          <ac:grpSpMkLst>
            <pc:docMk/>
            <pc:sldMk cId="3348563735" sldId="263"/>
            <ac:grpSpMk id="247" creationId="{4E143001-022D-FAAA-8FD3-CC84FC677128}"/>
          </ac:grpSpMkLst>
        </pc:grpChg>
        <pc:grpChg chg="add mod">
          <ac:chgData name="David Hedengren" userId="658bef35-c023-4c34-ad89-ec78a9d95ca6" providerId="ADAL" clId="{FBAF32F6-F88B-4240-8933-014DB28A2515}" dt="2024-09-03T07:48:29.900" v="2048" actId="1076"/>
          <ac:grpSpMkLst>
            <pc:docMk/>
            <pc:sldMk cId="3348563735" sldId="263"/>
            <ac:grpSpMk id="254" creationId="{DD95310D-283E-D552-E8B7-E7D649F1B9EF}"/>
          </ac:grpSpMkLst>
        </pc:grpChg>
        <pc:grpChg chg="add mod">
          <ac:chgData name="David Hedengren" userId="658bef35-c023-4c34-ad89-ec78a9d95ca6" providerId="ADAL" clId="{FBAF32F6-F88B-4240-8933-014DB28A2515}" dt="2024-09-03T07:48:29.900" v="2048" actId="1076"/>
          <ac:grpSpMkLst>
            <pc:docMk/>
            <pc:sldMk cId="3348563735" sldId="263"/>
            <ac:grpSpMk id="257" creationId="{B1054509-44FC-587D-98A4-D4D4B520DE5D}"/>
          </ac:grpSpMkLst>
        </pc:grpChg>
        <pc:grpChg chg="add mod">
          <ac:chgData name="David Hedengren" userId="658bef35-c023-4c34-ad89-ec78a9d95ca6" providerId="ADAL" clId="{FBAF32F6-F88B-4240-8933-014DB28A2515}" dt="2024-09-03T07:48:29.900" v="2048" actId="1076"/>
          <ac:grpSpMkLst>
            <pc:docMk/>
            <pc:sldMk cId="3348563735" sldId="263"/>
            <ac:grpSpMk id="260" creationId="{4252A439-D8A8-698E-7403-604208F4B333}"/>
          </ac:grpSpMkLst>
        </pc:grpChg>
        <pc:grpChg chg="add mod">
          <ac:chgData name="David Hedengren" userId="658bef35-c023-4c34-ad89-ec78a9d95ca6" providerId="ADAL" clId="{FBAF32F6-F88B-4240-8933-014DB28A2515}" dt="2024-09-03T07:48:29.900" v="2048" actId="1076"/>
          <ac:grpSpMkLst>
            <pc:docMk/>
            <pc:sldMk cId="3348563735" sldId="263"/>
            <ac:grpSpMk id="265" creationId="{D38A93CF-C064-F988-560B-2D84F1EEDF72}"/>
          </ac:grpSpMkLst>
        </pc:grpChg>
        <pc:grpChg chg="add mod">
          <ac:chgData name="David Hedengren" userId="658bef35-c023-4c34-ad89-ec78a9d95ca6" providerId="ADAL" clId="{FBAF32F6-F88B-4240-8933-014DB28A2515}" dt="2024-09-03T07:48:29.900" v="2048" actId="1076"/>
          <ac:grpSpMkLst>
            <pc:docMk/>
            <pc:sldMk cId="3348563735" sldId="263"/>
            <ac:grpSpMk id="271" creationId="{128A4503-9C63-964F-3975-F60741C7591A}"/>
          </ac:grpSpMkLst>
        </pc:grpChg>
        <pc:grpChg chg="add mod">
          <ac:chgData name="David Hedengren" userId="658bef35-c023-4c34-ad89-ec78a9d95ca6" providerId="ADAL" clId="{FBAF32F6-F88B-4240-8933-014DB28A2515}" dt="2024-09-03T07:48:29.900" v="2048" actId="1076"/>
          <ac:grpSpMkLst>
            <pc:docMk/>
            <pc:sldMk cId="3348563735" sldId="263"/>
            <ac:grpSpMk id="278" creationId="{5A642006-1910-148B-F38F-A645CBD322C2}"/>
          </ac:grpSpMkLst>
        </pc:grpChg>
        <pc:grpChg chg="add mod">
          <ac:chgData name="David Hedengren" userId="658bef35-c023-4c34-ad89-ec78a9d95ca6" providerId="ADAL" clId="{FBAF32F6-F88B-4240-8933-014DB28A2515}" dt="2024-09-03T07:48:29.900" v="2048" actId="1076"/>
          <ac:grpSpMkLst>
            <pc:docMk/>
            <pc:sldMk cId="3348563735" sldId="263"/>
            <ac:grpSpMk id="281" creationId="{223865D4-AB6F-F27D-CDD8-9D558F37E843}"/>
          </ac:grpSpMkLst>
        </pc:grpChg>
        <pc:grpChg chg="add mod">
          <ac:chgData name="David Hedengren" userId="658bef35-c023-4c34-ad89-ec78a9d95ca6" providerId="ADAL" clId="{FBAF32F6-F88B-4240-8933-014DB28A2515}" dt="2024-09-03T07:48:29.900" v="2048" actId="1076"/>
          <ac:grpSpMkLst>
            <pc:docMk/>
            <pc:sldMk cId="3348563735" sldId="263"/>
            <ac:grpSpMk id="284" creationId="{1242E30E-77FE-C6F6-3921-CF2CF718B782}"/>
          </ac:grpSpMkLst>
        </pc:grpChg>
        <pc:grpChg chg="add mod">
          <ac:chgData name="David Hedengren" userId="658bef35-c023-4c34-ad89-ec78a9d95ca6" providerId="ADAL" clId="{FBAF32F6-F88B-4240-8933-014DB28A2515}" dt="2024-09-03T07:48:29.900" v="2048" actId="1076"/>
          <ac:grpSpMkLst>
            <pc:docMk/>
            <pc:sldMk cId="3348563735" sldId="263"/>
            <ac:grpSpMk id="289" creationId="{BC7920B2-60AB-77E3-055A-2D5947D89476}"/>
          </ac:grpSpMkLst>
        </pc:grpChg>
        <pc:grpChg chg="add mod">
          <ac:chgData name="David Hedengren" userId="658bef35-c023-4c34-ad89-ec78a9d95ca6" providerId="ADAL" clId="{FBAF32F6-F88B-4240-8933-014DB28A2515}" dt="2024-09-03T07:48:29.900" v="2048" actId="1076"/>
          <ac:grpSpMkLst>
            <pc:docMk/>
            <pc:sldMk cId="3348563735" sldId="263"/>
            <ac:grpSpMk id="293" creationId="{F1B62900-7D7C-91AB-2224-C14A53882DC8}"/>
          </ac:grpSpMkLst>
        </pc:grpChg>
        <pc:picChg chg="add del mod">
          <ac:chgData name="David Hedengren" userId="658bef35-c023-4c34-ad89-ec78a9d95ca6" providerId="ADAL" clId="{FBAF32F6-F88B-4240-8933-014DB28A2515}" dt="2024-09-03T07:48:21.883" v="2047" actId="478"/>
          <ac:picMkLst>
            <pc:docMk/>
            <pc:sldMk cId="3348563735" sldId="263"/>
            <ac:picMk id="308" creationId="{FCAD4A7B-5754-56E8-B89F-A4D1EC406776}"/>
          </ac:picMkLst>
        </pc:picChg>
        <pc:cxnChg chg="mod">
          <ac:chgData name="David Hedengren" userId="658bef35-c023-4c34-ad89-ec78a9d95ca6" providerId="ADAL" clId="{FBAF32F6-F88B-4240-8933-014DB28A2515}" dt="2024-09-03T07:48:29.900" v="2048" actId="1076"/>
          <ac:cxnSpMkLst>
            <pc:docMk/>
            <pc:sldMk cId="3348563735" sldId="263"/>
            <ac:cxnSpMk id="25" creationId="{15A0D409-9A09-3A38-51B8-80CBCE907025}"/>
          </ac:cxnSpMkLst>
        </pc:cxnChg>
        <pc:cxnChg chg="mod">
          <ac:chgData name="David Hedengren" userId="658bef35-c023-4c34-ad89-ec78a9d95ca6" providerId="ADAL" clId="{FBAF32F6-F88B-4240-8933-014DB28A2515}" dt="2024-09-03T07:48:29.900" v="2048" actId="1076"/>
          <ac:cxnSpMkLst>
            <pc:docMk/>
            <pc:sldMk cId="3348563735" sldId="263"/>
            <ac:cxnSpMk id="26" creationId="{E59E3071-8C92-10FA-CAAB-0F464148981E}"/>
          </ac:cxnSpMkLst>
        </pc:cxnChg>
        <pc:cxnChg chg="mod">
          <ac:chgData name="David Hedengren" userId="658bef35-c023-4c34-ad89-ec78a9d95ca6" providerId="ADAL" clId="{FBAF32F6-F88B-4240-8933-014DB28A2515}" dt="2024-09-03T07:48:29.900" v="2048" actId="1076"/>
          <ac:cxnSpMkLst>
            <pc:docMk/>
            <pc:sldMk cId="3348563735" sldId="263"/>
            <ac:cxnSpMk id="73" creationId="{D538CFC7-52B0-388B-0123-9780AD044E6A}"/>
          </ac:cxnSpMkLst>
        </pc:cxnChg>
        <pc:cxnChg chg="mod">
          <ac:chgData name="David Hedengren" userId="658bef35-c023-4c34-ad89-ec78a9d95ca6" providerId="ADAL" clId="{FBAF32F6-F88B-4240-8933-014DB28A2515}" dt="2024-09-03T07:48:29.900" v="2048" actId="1076"/>
          <ac:cxnSpMkLst>
            <pc:docMk/>
            <pc:sldMk cId="3348563735" sldId="263"/>
            <ac:cxnSpMk id="75" creationId="{CE747367-81EA-28F7-DB70-F5A426B0C43F}"/>
          </ac:cxnSpMkLst>
        </pc:cxnChg>
        <pc:cxnChg chg="mod">
          <ac:chgData name="David Hedengren" userId="658bef35-c023-4c34-ad89-ec78a9d95ca6" providerId="ADAL" clId="{FBAF32F6-F88B-4240-8933-014DB28A2515}" dt="2024-09-03T07:32:08.545" v="1764"/>
          <ac:cxnSpMkLst>
            <pc:docMk/>
            <pc:sldMk cId="3348563735" sldId="263"/>
            <ac:cxnSpMk id="135" creationId="{017778EA-A5F6-7E7D-01A8-EE8598EAC7F3}"/>
          </ac:cxnSpMkLst>
        </pc:cxnChg>
        <pc:cxnChg chg="mod">
          <ac:chgData name="David Hedengren" userId="658bef35-c023-4c34-ad89-ec78a9d95ca6" providerId="ADAL" clId="{FBAF32F6-F88B-4240-8933-014DB28A2515}" dt="2024-09-03T07:32:08.545" v="1764"/>
          <ac:cxnSpMkLst>
            <pc:docMk/>
            <pc:sldMk cId="3348563735" sldId="263"/>
            <ac:cxnSpMk id="136" creationId="{DF71BCB0-F885-6AE3-8E1F-9D11FFF5B049}"/>
          </ac:cxnSpMkLst>
        </pc:cxnChg>
        <pc:cxnChg chg="mod">
          <ac:chgData name="David Hedengren" userId="658bef35-c023-4c34-ad89-ec78a9d95ca6" providerId="ADAL" clId="{FBAF32F6-F88B-4240-8933-014DB28A2515}" dt="2024-09-03T07:32:08.545" v="1764"/>
          <ac:cxnSpMkLst>
            <pc:docMk/>
            <pc:sldMk cId="3348563735" sldId="263"/>
            <ac:cxnSpMk id="137" creationId="{593BCB1B-9268-CA9F-62BD-AB91B812B1F2}"/>
          </ac:cxnSpMkLst>
        </pc:cxnChg>
        <pc:cxnChg chg="mod">
          <ac:chgData name="David Hedengren" userId="658bef35-c023-4c34-ad89-ec78a9d95ca6" providerId="ADAL" clId="{FBAF32F6-F88B-4240-8933-014DB28A2515}" dt="2024-09-03T07:32:08.545" v="1764"/>
          <ac:cxnSpMkLst>
            <pc:docMk/>
            <pc:sldMk cId="3348563735" sldId="263"/>
            <ac:cxnSpMk id="138" creationId="{DC0F3B21-E063-1D32-E850-EBDC0BEAEE8B}"/>
          </ac:cxnSpMkLst>
        </pc:cxnChg>
        <pc:cxnChg chg="mod">
          <ac:chgData name="David Hedengren" userId="658bef35-c023-4c34-ad89-ec78a9d95ca6" providerId="ADAL" clId="{FBAF32F6-F88B-4240-8933-014DB28A2515}" dt="2024-09-03T07:32:08.545" v="1764"/>
          <ac:cxnSpMkLst>
            <pc:docMk/>
            <pc:sldMk cId="3348563735" sldId="263"/>
            <ac:cxnSpMk id="141" creationId="{9E2BB38D-DD56-A803-A111-362EFEB1444C}"/>
          </ac:cxnSpMkLst>
        </pc:cxnChg>
        <pc:cxnChg chg="mod">
          <ac:chgData name="David Hedengren" userId="658bef35-c023-4c34-ad89-ec78a9d95ca6" providerId="ADAL" clId="{FBAF32F6-F88B-4240-8933-014DB28A2515}" dt="2024-09-03T07:32:08.545" v="1764"/>
          <ac:cxnSpMkLst>
            <pc:docMk/>
            <pc:sldMk cId="3348563735" sldId="263"/>
            <ac:cxnSpMk id="142" creationId="{31272540-8679-3745-8C2B-A89546CFB34F}"/>
          </ac:cxnSpMkLst>
        </pc:cxnChg>
        <pc:cxnChg chg="mod">
          <ac:chgData name="David Hedengren" userId="658bef35-c023-4c34-ad89-ec78a9d95ca6" providerId="ADAL" clId="{FBAF32F6-F88B-4240-8933-014DB28A2515}" dt="2024-09-03T07:32:08.545" v="1764"/>
          <ac:cxnSpMkLst>
            <pc:docMk/>
            <pc:sldMk cId="3348563735" sldId="263"/>
            <ac:cxnSpMk id="144" creationId="{AD8C52D5-59A8-DFC9-6007-E109966273AA}"/>
          </ac:cxnSpMkLst>
        </pc:cxnChg>
        <pc:cxnChg chg="mod">
          <ac:chgData name="David Hedengren" userId="658bef35-c023-4c34-ad89-ec78a9d95ca6" providerId="ADAL" clId="{FBAF32F6-F88B-4240-8933-014DB28A2515}" dt="2024-09-03T07:32:08.545" v="1764"/>
          <ac:cxnSpMkLst>
            <pc:docMk/>
            <pc:sldMk cId="3348563735" sldId="263"/>
            <ac:cxnSpMk id="145" creationId="{EEB59A08-6CD5-E44D-91AB-6893F1B83DD3}"/>
          </ac:cxnSpMkLst>
        </pc:cxnChg>
        <pc:cxnChg chg="mod">
          <ac:chgData name="David Hedengren" userId="658bef35-c023-4c34-ad89-ec78a9d95ca6" providerId="ADAL" clId="{FBAF32F6-F88B-4240-8933-014DB28A2515}" dt="2024-09-03T07:32:08.545" v="1764"/>
          <ac:cxnSpMkLst>
            <pc:docMk/>
            <pc:sldMk cId="3348563735" sldId="263"/>
            <ac:cxnSpMk id="147" creationId="{ECF7603D-49CA-D214-BA86-D184FD70A8D3}"/>
          </ac:cxnSpMkLst>
        </pc:cxnChg>
        <pc:cxnChg chg="mod">
          <ac:chgData name="David Hedengren" userId="658bef35-c023-4c34-ad89-ec78a9d95ca6" providerId="ADAL" clId="{FBAF32F6-F88B-4240-8933-014DB28A2515}" dt="2024-09-03T07:32:08.545" v="1764"/>
          <ac:cxnSpMkLst>
            <pc:docMk/>
            <pc:sldMk cId="3348563735" sldId="263"/>
            <ac:cxnSpMk id="148" creationId="{77E45FCD-53D3-C5B7-0A8C-7F0A6F96EF79}"/>
          </ac:cxnSpMkLst>
        </pc:cxnChg>
        <pc:cxnChg chg="mod">
          <ac:chgData name="David Hedengren" userId="658bef35-c023-4c34-ad89-ec78a9d95ca6" providerId="ADAL" clId="{FBAF32F6-F88B-4240-8933-014DB28A2515}" dt="2024-09-03T07:32:08.545" v="1764"/>
          <ac:cxnSpMkLst>
            <pc:docMk/>
            <pc:sldMk cId="3348563735" sldId="263"/>
            <ac:cxnSpMk id="152" creationId="{FBA09024-CDF5-676D-F5AA-11A6A33A53E1}"/>
          </ac:cxnSpMkLst>
        </pc:cxnChg>
        <pc:cxnChg chg="mod">
          <ac:chgData name="David Hedengren" userId="658bef35-c023-4c34-ad89-ec78a9d95ca6" providerId="ADAL" clId="{FBAF32F6-F88B-4240-8933-014DB28A2515}" dt="2024-09-03T07:32:08.545" v="1764"/>
          <ac:cxnSpMkLst>
            <pc:docMk/>
            <pc:sldMk cId="3348563735" sldId="263"/>
            <ac:cxnSpMk id="153" creationId="{E01B8A68-A53F-5356-2C48-505D4A3FD440}"/>
          </ac:cxnSpMkLst>
        </pc:cxnChg>
        <pc:cxnChg chg="mod">
          <ac:chgData name="David Hedengren" userId="658bef35-c023-4c34-ad89-ec78a9d95ca6" providerId="ADAL" clId="{FBAF32F6-F88B-4240-8933-014DB28A2515}" dt="2024-09-03T07:32:29.493" v="1768"/>
          <ac:cxnSpMkLst>
            <pc:docMk/>
            <pc:sldMk cId="3348563735" sldId="263"/>
            <ac:cxnSpMk id="155" creationId="{A78B069C-2178-CB71-3D83-E254B3AD7641}"/>
          </ac:cxnSpMkLst>
        </pc:cxnChg>
        <pc:cxnChg chg="mod">
          <ac:chgData name="David Hedengren" userId="658bef35-c023-4c34-ad89-ec78a9d95ca6" providerId="ADAL" clId="{FBAF32F6-F88B-4240-8933-014DB28A2515}" dt="2024-09-03T07:32:29.493" v="1768"/>
          <ac:cxnSpMkLst>
            <pc:docMk/>
            <pc:sldMk cId="3348563735" sldId="263"/>
            <ac:cxnSpMk id="156" creationId="{15ED5477-5CDF-D41B-80A1-2C21AA220444}"/>
          </ac:cxnSpMkLst>
        </pc:cxnChg>
        <pc:cxnChg chg="mod">
          <ac:chgData name="David Hedengren" userId="658bef35-c023-4c34-ad89-ec78a9d95ca6" providerId="ADAL" clId="{FBAF32F6-F88B-4240-8933-014DB28A2515}" dt="2024-09-03T07:32:40.921" v="1772"/>
          <ac:cxnSpMkLst>
            <pc:docMk/>
            <pc:sldMk cId="3348563735" sldId="263"/>
            <ac:cxnSpMk id="158" creationId="{D00FDEAB-C9A5-B9D9-0A80-326DF908F02C}"/>
          </ac:cxnSpMkLst>
        </pc:cxnChg>
        <pc:cxnChg chg="mod">
          <ac:chgData name="David Hedengren" userId="658bef35-c023-4c34-ad89-ec78a9d95ca6" providerId="ADAL" clId="{FBAF32F6-F88B-4240-8933-014DB28A2515}" dt="2024-09-03T07:32:40.921" v="1772"/>
          <ac:cxnSpMkLst>
            <pc:docMk/>
            <pc:sldMk cId="3348563735" sldId="263"/>
            <ac:cxnSpMk id="159" creationId="{F32E3F8C-E65D-97E5-EBAC-E1F3692FB39B}"/>
          </ac:cxnSpMkLst>
        </pc:cxnChg>
        <pc:cxnChg chg="mod">
          <ac:chgData name="David Hedengren" userId="658bef35-c023-4c34-ad89-ec78a9d95ca6" providerId="ADAL" clId="{FBAF32F6-F88B-4240-8933-014DB28A2515}" dt="2024-09-03T07:32:43.528" v="1774"/>
          <ac:cxnSpMkLst>
            <pc:docMk/>
            <pc:sldMk cId="3348563735" sldId="263"/>
            <ac:cxnSpMk id="161" creationId="{DE3F48BD-445E-C817-D07A-1F8B27DA24F9}"/>
          </ac:cxnSpMkLst>
        </pc:cxnChg>
        <pc:cxnChg chg="mod">
          <ac:chgData name="David Hedengren" userId="658bef35-c023-4c34-ad89-ec78a9d95ca6" providerId="ADAL" clId="{FBAF32F6-F88B-4240-8933-014DB28A2515}" dt="2024-09-03T07:32:43.528" v="1774"/>
          <ac:cxnSpMkLst>
            <pc:docMk/>
            <pc:sldMk cId="3348563735" sldId="263"/>
            <ac:cxnSpMk id="162" creationId="{A1629B41-4308-DB0F-82E2-169E5877B76D}"/>
          </ac:cxnSpMkLst>
        </pc:cxnChg>
        <pc:cxnChg chg="add del mod">
          <ac:chgData name="David Hedengren" userId="658bef35-c023-4c34-ad89-ec78a9d95ca6" providerId="ADAL" clId="{FBAF32F6-F88B-4240-8933-014DB28A2515}" dt="2024-09-03T07:48:29.900" v="2048" actId="1076"/>
          <ac:cxnSpMkLst>
            <pc:docMk/>
            <pc:sldMk cId="3348563735" sldId="263"/>
            <ac:cxnSpMk id="166" creationId="{503F7E66-4AE3-252D-0DAC-B78BBBCFEED1}"/>
          </ac:cxnSpMkLst>
        </pc:cxnChg>
        <pc:cxnChg chg="add mod">
          <ac:chgData name="David Hedengren" userId="658bef35-c023-4c34-ad89-ec78a9d95ca6" providerId="ADAL" clId="{FBAF32F6-F88B-4240-8933-014DB28A2515}" dt="2024-09-03T07:48:29.900" v="2048" actId="1076"/>
          <ac:cxnSpMkLst>
            <pc:docMk/>
            <pc:sldMk cId="3348563735" sldId="263"/>
            <ac:cxnSpMk id="169" creationId="{A96387DA-643E-43CF-0BF8-C734FF986142}"/>
          </ac:cxnSpMkLst>
        </pc:cxnChg>
        <pc:cxnChg chg="mod">
          <ac:chgData name="David Hedengren" userId="658bef35-c023-4c34-ad89-ec78a9d95ca6" providerId="ADAL" clId="{FBAF32F6-F88B-4240-8933-014DB28A2515}" dt="2024-09-03T07:33:51.252" v="1802"/>
          <ac:cxnSpMkLst>
            <pc:docMk/>
            <pc:sldMk cId="3348563735" sldId="263"/>
            <ac:cxnSpMk id="173" creationId="{6909B286-98E3-EA99-BD52-89E3577CD35B}"/>
          </ac:cxnSpMkLst>
        </pc:cxnChg>
        <pc:cxnChg chg="mod">
          <ac:chgData name="David Hedengren" userId="658bef35-c023-4c34-ad89-ec78a9d95ca6" providerId="ADAL" clId="{FBAF32F6-F88B-4240-8933-014DB28A2515}" dt="2024-09-03T07:33:51.252" v="1802"/>
          <ac:cxnSpMkLst>
            <pc:docMk/>
            <pc:sldMk cId="3348563735" sldId="263"/>
            <ac:cxnSpMk id="174" creationId="{C97AEB58-DF94-6957-B53E-2EAC890B9D41}"/>
          </ac:cxnSpMkLst>
        </pc:cxnChg>
        <pc:cxnChg chg="mod">
          <ac:chgData name="David Hedengren" userId="658bef35-c023-4c34-ad89-ec78a9d95ca6" providerId="ADAL" clId="{FBAF32F6-F88B-4240-8933-014DB28A2515}" dt="2024-09-03T07:33:51.252" v="1802"/>
          <ac:cxnSpMkLst>
            <pc:docMk/>
            <pc:sldMk cId="3348563735" sldId="263"/>
            <ac:cxnSpMk id="175" creationId="{B5A4F76E-5948-6C72-7207-87AD65166CD3}"/>
          </ac:cxnSpMkLst>
        </pc:cxnChg>
        <pc:cxnChg chg="mod">
          <ac:chgData name="David Hedengren" userId="658bef35-c023-4c34-ad89-ec78a9d95ca6" providerId="ADAL" clId="{FBAF32F6-F88B-4240-8933-014DB28A2515}" dt="2024-09-03T07:33:51.252" v="1802"/>
          <ac:cxnSpMkLst>
            <pc:docMk/>
            <pc:sldMk cId="3348563735" sldId="263"/>
            <ac:cxnSpMk id="176" creationId="{3BA123B0-E41B-4300-4DCB-96C55BD0A1A4}"/>
          </ac:cxnSpMkLst>
        </pc:cxnChg>
        <pc:cxnChg chg="mod">
          <ac:chgData name="David Hedengren" userId="658bef35-c023-4c34-ad89-ec78a9d95ca6" providerId="ADAL" clId="{FBAF32F6-F88B-4240-8933-014DB28A2515}" dt="2024-09-03T07:33:51.252" v="1802"/>
          <ac:cxnSpMkLst>
            <pc:docMk/>
            <pc:sldMk cId="3348563735" sldId="263"/>
            <ac:cxnSpMk id="179" creationId="{DC3AF882-EA9F-901A-C06B-AA8132A897E1}"/>
          </ac:cxnSpMkLst>
        </pc:cxnChg>
        <pc:cxnChg chg="mod">
          <ac:chgData name="David Hedengren" userId="658bef35-c023-4c34-ad89-ec78a9d95ca6" providerId="ADAL" clId="{FBAF32F6-F88B-4240-8933-014DB28A2515}" dt="2024-09-03T07:33:51.252" v="1802"/>
          <ac:cxnSpMkLst>
            <pc:docMk/>
            <pc:sldMk cId="3348563735" sldId="263"/>
            <ac:cxnSpMk id="180" creationId="{2DDE28CA-9B24-A567-C8E3-6FF2A5A72B11}"/>
          </ac:cxnSpMkLst>
        </pc:cxnChg>
        <pc:cxnChg chg="mod">
          <ac:chgData name="David Hedengren" userId="658bef35-c023-4c34-ad89-ec78a9d95ca6" providerId="ADAL" clId="{FBAF32F6-F88B-4240-8933-014DB28A2515}" dt="2024-09-03T07:33:51.252" v="1802"/>
          <ac:cxnSpMkLst>
            <pc:docMk/>
            <pc:sldMk cId="3348563735" sldId="263"/>
            <ac:cxnSpMk id="182" creationId="{067CBC4C-4B25-0D58-8542-8F5063F15376}"/>
          </ac:cxnSpMkLst>
        </pc:cxnChg>
        <pc:cxnChg chg="mod">
          <ac:chgData name="David Hedengren" userId="658bef35-c023-4c34-ad89-ec78a9d95ca6" providerId="ADAL" clId="{FBAF32F6-F88B-4240-8933-014DB28A2515}" dt="2024-09-03T07:33:51.252" v="1802"/>
          <ac:cxnSpMkLst>
            <pc:docMk/>
            <pc:sldMk cId="3348563735" sldId="263"/>
            <ac:cxnSpMk id="183" creationId="{8B1CBB15-B357-C401-2FA8-C4B465B5D9C9}"/>
          </ac:cxnSpMkLst>
        </pc:cxnChg>
        <pc:cxnChg chg="mod">
          <ac:chgData name="David Hedengren" userId="658bef35-c023-4c34-ad89-ec78a9d95ca6" providerId="ADAL" clId="{FBAF32F6-F88B-4240-8933-014DB28A2515}" dt="2024-09-03T07:33:51.252" v="1802"/>
          <ac:cxnSpMkLst>
            <pc:docMk/>
            <pc:sldMk cId="3348563735" sldId="263"/>
            <ac:cxnSpMk id="185" creationId="{1ED2D374-D7BA-9821-7882-517A7694A36F}"/>
          </ac:cxnSpMkLst>
        </pc:cxnChg>
        <pc:cxnChg chg="mod">
          <ac:chgData name="David Hedengren" userId="658bef35-c023-4c34-ad89-ec78a9d95ca6" providerId="ADAL" clId="{FBAF32F6-F88B-4240-8933-014DB28A2515}" dt="2024-09-03T07:33:51.252" v="1802"/>
          <ac:cxnSpMkLst>
            <pc:docMk/>
            <pc:sldMk cId="3348563735" sldId="263"/>
            <ac:cxnSpMk id="186" creationId="{26E922FC-F7E1-5456-4B3D-B2171E7EF852}"/>
          </ac:cxnSpMkLst>
        </pc:cxnChg>
        <pc:cxnChg chg="mod">
          <ac:chgData name="David Hedengren" userId="658bef35-c023-4c34-ad89-ec78a9d95ca6" providerId="ADAL" clId="{FBAF32F6-F88B-4240-8933-014DB28A2515}" dt="2024-09-03T07:33:51.252" v="1802"/>
          <ac:cxnSpMkLst>
            <pc:docMk/>
            <pc:sldMk cId="3348563735" sldId="263"/>
            <ac:cxnSpMk id="190" creationId="{7BBC50A6-B95E-8E80-C880-75C44D334FB9}"/>
          </ac:cxnSpMkLst>
        </pc:cxnChg>
        <pc:cxnChg chg="mod">
          <ac:chgData name="David Hedengren" userId="658bef35-c023-4c34-ad89-ec78a9d95ca6" providerId="ADAL" clId="{FBAF32F6-F88B-4240-8933-014DB28A2515}" dt="2024-09-03T07:33:51.252" v="1802"/>
          <ac:cxnSpMkLst>
            <pc:docMk/>
            <pc:sldMk cId="3348563735" sldId="263"/>
            <ac:cxnSpMk id="191" creationId="{32E3A6E5-18B9-A663-57F2-6BB9D64A553C}"/>
          </ac:cxnSpMkLst>
        </pc:cxnChg>
        <pc:cxnChg chg="mod">
          <ac:chgData name="David Hedengren" userId="658bef35-c023-4c34-ad89-ec78a9d95ca6" providerId="ADAL" clId="{FBAF32F6-F88B-4240-8933-014DB28A2515}" dt="2024-09-03T07:34:02.331" v="1805"/>
          <ac:cxnSpMkLst>
            <pc:docMk/>
            <pc:sldMk cId="3348563735" sldId="263"/>
            <ac:cxnSpMk id="195" creationId="{44A15434-CB6B-DADA-E3C8-A70CF8B07F92}"/>
          </ac:cxnSpMkLst>
        </pc:cxnChg>
        <pc:cxnChg chg="mod">
          <ac:chgData name="David Hedengren" userId="658bef35-c023-4c34-ad89-ec78a9d95ca6" providerId="ADAL" clId="{FBAF32F6-F88B-4240-8933-014DB28A2515}" dt="2024-09-03T07:34:02.331" v="1805"/>
          <ac:cxnSpMkLst>
            <pc:docMk/>
            <pc:sldMk cId="3348563735" sldId="263"/>
            <ac:cxnSpMk id="196" creationId="{34517A13-4A40-8138-DDC6-832812892780}"/>
          </ac:cxnSpMkLst>
        </pc:cxnChg>
        <pc:cxnChg chg="mod">
          <ac:chgData name="David Hedengren" userId="658bef35-c023-4c34-ad89-ec78a9d95ca6" providerId="ADAL" clId="{FBAF32F6-F88B-4240-8933-014DB28A2515}" dt="2024-09-03T07:34:02.331" v="1805"/>
          <ac:cxnSpMkLst>
            <pc:docMk/>
            <pc:sldMk cId="3348563735" sldId="263"/>
            <ac:cxnSpMk id="197" creationId="{1330813E-3000-E84A-C45A-F68DC5F2D2B3}"/>
          </ac:cxnSpMkLst>
        </pc:cxnChg>
        <pc:cxnChg chg="mod">
          <ac:chgData name="David Hedengren" userId="658bef35-c023-4c34-ad89-ec78a9d95ca6" providerId="ADAL" clId="{FBAF32F6-F88B-4240-8933-014DB28A2515}" dt="2024-09-03T07:34:02.331" v="1805"/>
          <ac:cxnSpMkLst>
            <pc:docMk/>
            <pc:sldMk cId="3348563735" sldId="263"/>
            <ac:cxnSpMk id="198" creationId="{235E0F9A-1A41-D292-7B18-F8165067F8A4}"/>
          </ac:cxnSpMkLst>
        </pc:cxnChg>
        <pc:cxnChg chg="mod">
          <ac:chgData name="David Hedengren" userId="658bef35-c023-4c34-ad89-ec78a9d95ca6" providerId="ADAL" clId="{FBAF32F6-F88B-4240-8933-014DB28A2515}" dt="2024-09-03T07:34:02.331" v="1805"/>
          <ac:cxnSpMkLst>
            <pc:docMk/>
            <pc:sldMk cId="3348563735" sldId="263"/>
            <ac:cxnSpMk id="201" creationId="{A66C7EE2-7C70-CB55-AD43-87D08A06A777}"/>
          </ac:cxnSpMkLst>
        </pc:cxnChg>
        <pc:cxnChg chg="mod">
          <ac:chgData name="David Hedengren" userId="658bef35-c023-4c34-ad89-ec78a9d95ca6" providerId="ADAL" clId="{FBAF32F6-F88B-4240-8933-014DB28A2515}" dt="2024-09-03T07:34:02.331" v="1805"/>
          <ac:cxnSpMkLst>
            <pc:docMk/>
            <pc:sldMk cId="3348563735" sldId="263"/>
            <ac:cxnSpMk id="202" creationId="{D514A394-66F6-BB40-C336-10E610A6B90B}"/>
          </ac:cxnSpMkLst>
        </pc:cxnChg>
        <pc:cxnChg chg="mod">
          <ac:chgData name="David Hedengren" userId="658bef35-c023-4c34-ad89-ec78a9d95ca6" providerId="ADAL" clId="{FBAF32F6-F88B-4240-8933-014DB28A2515}" dt="2024-09-03T07:34:02.331" v="1805"/>
          <ac:cxnSpMkLst>
            <pc:docMk/>
            <pc:sldMk cId="3348563735" sldId="263"/>
            <ac:cxnSpMk id="204" creationId="{97D1066F-C661-CC06-487B-0AE3B701DE53}"/>
          </ac:cxnSpMkLst>
        </pc:cxnChg>
        <pc:cxnChg chg="mod">
          <ac:chgData name="David Hedengren" userId="658bef35-c023-4c34-ad89-ec78a9d95ca6" providerId="ADAL" clId="{FBAF32F6-F88B-4240-8933-014DB28A2515}" dt="2024-09-03T07:34:02.331" v="1805"/>
          <ac:cxnSpMkLst>
            <pc:docMk/>
            <pc:sldMk cId="3348563735" sldId="263"/>
            <ac:cxnSpMk id="205" creationId="{5310A0AD-9666-ECB2-BBDE-3260ABB932A2}"/>
          </ac:cxnSpMkLst>
        </pc:cxnChg>
        <pc:cxnChg chg="mod">
          <ac:chgData name="David Hedengren" userId="658bef35-c023-4c34-ad89-ec78a9d95ca6" providerId="ADAL" clId="{FBAF32F6-F88B-4240-8933-014DB28A2515}" dt="2024-09-03T07:34:02.331" v="1805"/>
          <ac:cxnSpMkLst>
            <pc:docMk/>
            <pc:sldMk cId="3348563735" sldId="263"/>
            <ac:cxnSpMk id="207" creationId="{C69C4639-CB9F-431C-CDEF-83EA83D1EFB2}"/>
          </ac:cxnSpMkLst>
        </pc:cxnChg>
        <pc:cxnChg chg="mod">
          <ac:chgData name="David Hedengren" userId="658bef35-c023-4c34-ad89-ec78a9d95ca6" providerId="ADAL" clId="{FBAF32F6-F88B-4240-8933-014DB28A2515}" dt="2024-09-03T07:34:02.331" v="1805"/>
          <ac:cxnSpMkLst>
            <pc:docMk/>
            <pc:sldMk cId="3348563735" sldId="263"/>
            <ac:cxnSpMk id="208" creationId="{DA417D22-E9F4-E56E-007D-8A2EA5EB81E3}"/>
          </ac:cxnSpMkLst>
        </pc:cxnChg>
        <pc:cxnChg chg="mod">
          <ac:chgData name="David Hedengren" userId="658bef35-c023-4c34-ad89-ec78a9d95ca6" providerId="ADAL" clId="{FBAF32F6-F88B-4240-8933-014DB28A2515}" dt="2024-09-03T07:34:02.331" v="1805"/>
          <ac:cxnSpMkLst>
            <pc:docMk/>
            <pc:sldMk cId="3348563735" sldId="263"/>
            <ac:cxnSpMk id="212" creationId="{6F5E9DA6-3218-5BD7-86A6-962A31ED02DA}"/>
          </ac:cxnSpMkLst>
        </pc:cxnChg>
        <pc:cxnChg chg="mod">
          <ac:chgData name="David Hedengren" userId="658bef35-c023-4c34-ad89-ec78a9d95ca6" providerId="ADAL" clId="{FBAF32F6-F88B-4240-8933-014DB28A2515}" dt="2024-09-03T07:34:02.331" v="1805"/>
          <ac:cxnSpMkLst>
            <pc:docMk/>
            <pc:sldMk cId="3348563735" sldId="263"/>
            <ac:cxnSpMk id="213" creationId="{A007D391-A25F-DCC1-19E1-05123055C277}"/>
          </ac:cxnSpMkLst>
        </pc:cxnChg>
        <pc:cxnChg chg="add mod">
          <ac:chgData name="David Hedengren" userId="658bef35-c023-4c34-ad89-ec78a9d95ca6" providerId="ADAL" clId="{FBAF32F6-F88B-4240-8933-014DB28A2515}" dt="2024-09-03T07:48:29.900" v="2048" actId="1076"/>
          <ac:cxnSpMkLst>
            <pc:docMk/>
            <pc:sldMk cId="3348563735" sldId="263"/>
            <ac:cxnSpMk id="214" creationId="{F993CCDD-B9E6-E009-8C90-06E802BEA09C}"/>
          </ac:cxnSpMkLst>
        </pc:cxnChg>
        <pc:cxnChg chg="add mod">
          <ac:chgData name="David Hedengren" userId="658bef35-c023-4c34-ad89-ec78a9d95ca6" providerId="ADAL" clId="{FBAF32F6-F88B-4240-8933-014DB28A2515}" dt="2024-09-03T07:48:29.900" v="2048" actId="1076"/>
          <ac:cxnSpMkLst>
            <pc:docMk/>
            <pc:sldMk cId="3348563735" sldId="263"/>
            <ac:cxnSpMk id="218" creationId="{91F1F00D-4B6D-6D67-815F-F4CBB88852EB}"/>
          </ac:cxnSpMkLst>
        </pc:cxnChg>
        <pc:cxnChg chg="add mod">
          <ac:chgData name="David Hedengren" userId="658bef35-c023-4c34-ad89-ec78a9d95ca6" providerId="ADAL" clId="{FBAF32F6-F88B-4240-8933-014DB28A2515}" dt="2024-09-03T07:48:29.900" v="2048" actId="1076"/>
          <ac:cxnSpMkLst>
            <pc:docMk/>
            <pc:sldMk cId="3348563735" sldId="263"/>
            <ac:cxnSpMk id="219" creationId="{5A7BCB40-3E40-EC48-D34B-0759D5BE7BA5}"/>
          </ac:cxnSpMkLst>
        </pc:cxnChg>
        <pc:cxnChg chg="mod">
          <ac:chgData name="David Hedengren" userId="658bef35-c023-4c34-ad89-ec78a9d95ca6" providerId="ADAL" clId="{FBAF32F6-F88B-4240-8933-014DB28A2515}" dt="2024-09-03T07:35:18.799" v="1829"/>
          <ac:cxnSpMkLst>
            <pc:docMk/>
            <pc:sldMk cId="3348563735" sldId="263"/>
            <ac:cxnSpMk id="225" creationId="{5D0A2E01-211B-0689-6619-2F971A02510A}"/>
          </ac:cxnSpMkLst>
        </pc:cxnChg>
        <pc:cxnChg chg="mod">
          <ac:chgData name="David Hedengren" userId="658bef35-c023-4c34-ad89-ec78a9d95ca6" providerId="ADAL" clId="{FBAF32F6-F88B-4240-8933-014DB28A2515}" dt="2024-09-03T07:35:18.799" v="1829"/>
          <ac:cxnSpMkLst>
            <pc:docMk/>
            <pc:sldMk cId="3348563735" sldId="263"/>
            <ac:cxnSpMk id="226" creationId="{5267DEB4-40A1-9426-56A6-C1DF8E5FDBF5}"/>
          </ac:cxnSpMkLst>
        </pc:cxnChg>
        <pc:cxnChg chg="mod">
          <ac:chgData name="David Hedengren" userId="658bef35-c023-4c34-ad89-ec78a9d95ca6" providerId="ADAL" clId="{FBAF32F6-F88B-4240-8933-014DB28A2515}" dt="2024-09-03T07:35:18.799" v="1829"/>
          <ac:cxnSpMkLst>
            <pc:docMk/>
            <pc:sldMk cId="3348563735" sldId="263"/>
            <ac:cxnSpMk id="227" creationId="{A3E0F408-EB54-56FC-7DB5-6038F53DAAF5}"/>
          </ac:cxnSpMkLst>
        </pc:cxnChg>
        <pc:cxnChg chg="mod">
          <ac:chgData name="David Hedengren" userId="658bef35-c023-4c34-ad89-ec78a9d95ca6" providerId="ADAL" clId="{FBAF32F6-F88B-4240-8933-014DB28A2515}" dt="2024-09-03T07:35:18.799" v="1829"/>
          <ac:cxnSpMkLst>
            <pc:docMk/>
            <pc:sldMk cId="3348563735" sldId="263"/>
            <ac:cxnSpMk id="228" creationId="{B8F7A8EC-6C7B-522C-B8CB-8F1A13B903CA}"/>
          </ac:cxnSpMkLst>
        </pc:cxnChg>
        <pc:cxnChg chg="mod">
          <ac:chgData name="David Hedengren" userId="658bef35-c023-4c34-ad89-ec78a9d95ca6" providerId="ADAL" clId="{FBAF32F6-F88B-4240-8933-014DB28A2515}" dt="2024-09-03T07:35:18.799" v="1829"/>
          <ac:cxnSpMkLst>
            <pc:docMk/>
            <pc:sldMk cId="3348563735" sldId="263"/>
            <ac:cxnSpMk id="231" creationId="{A6EEE0CA-7106-A259-DE1A-0CCDF4F51367}"/>
          </ac:cxnSpMkLst>
        </pc:cxnChg>
        <pc:cxnChg chg="mod">
          <ac:chgData name="David Hedengren" userId="658bef35-c023-4c34-ad89-ec78a9d95ca6" providerId="ADAL" clId="{FBAF32F6-F88B-4240-8933-014DB28A2515}" dt="2024-09-03T07:35:18.799" v="1829"/>
          <ac:cxnSpMkLst>
            <pc:docMk/>
            <pc:sldMk cId="3348563735" sldId="263"/>
            <ac:cxnSpMk id="232" creationId="{3A7BAB93-1648-3D88-6523-43095C05979E}"/>
          </ac:cxnSpMkLst>
        </pc:cxnChg>
        <pc:cxnChg chg="mod">
          <ac:chgData name="David Hedengren" userId="658bef35-c023-4c34-ad89-ec78a9d95ca6" providerId="ADAL" clId="{FBAF32F6-F88B-4240-8933-014DB28A2515}" dt="2024-09-03T07:35:18.799" v="1829"/>
          <ac:cxnSpMkLst>
            <pc:docMk/>
            <pc:sldMk cId="3348563735" sldId="263"/>
            <ac:cxnSpMk id="234" creationId="{1AF178AB-CFCD-89BA-B622-3956A3297AE1}"/>
          </ac:cxnSpMkLst>
        </pc:cxnChg>
        <pc:cxnChg chg="mod">
          <ac:chgData name="David Hedengren" userId="658bef35-c023-4c34-ad89-ec78a9d95ca6" providerId="ADAL" clId="{FBAF32F6-F88B-4240-8933-014DB28A2515}" dt="2024-09-03T07:35:18.799" v="1829"/>
          <ac:cxnSpMkLst>
            <pc:docMk/>
            <pc:sldMk cId="3348563735" sldId="263"/>
            <ac:cxnSpMk id="235" creationId="{EE31511A-DCED-25E9-0080-A50D303A092B}"/>
          </ac:cxnSpMkLst>
        </pc:cxnChg>
        <pc:cxnChg chg="mod">
          <ac:chgData name="David Hedengren" userId="658bef35-c023-4c34-ad89-ec78a9d95ca6" providerId="ADAL" clId="{FBAF32F6-F88B-4240-8933-014DB28A2515}" dt="2024-09-03T07:35:18.799" v="1829"/>
          <ac:cxnSpMkLst>
            <pc:docMk/>
            <pc:sldMk cId="3348563735" sldId="263"/>
            <ac:cxnSpMk id="237" creationId="{A1B6EB04-3E7F-52E9-AB49-D22D1BAF6010}"/>
          </ac:cxnSpMkLst>
        </pc:cxnChg>
        <pc:cxnChg chg="mod">
          <ac:chgData name="David Hedengren" userId="658bef35-c023-4c34-ad89-ec78a9d95ca6" providerId="ADAL" clId="{FBAF32F6-F88B-4240-8933-014DB28A2515}" dt="2024-09-03T07:35:18.799" v="1829"/>
          <ac:cxnSpMkLst>
            <pc:docMk/>
            <pc:sldMk cId="3348563735" sldId="263"/>
            <ac:cxnSpMk id="238" creationId="{0563C9B8-37CC-4650-444D-2FB87EC62BD9}"/>
          </ac:cxnSpMkLst>
        </pc:cxnChg>
        <pc:cxnChg chg="mod">
          <ac:chgData name="David Hedengren" userId="658bef35-c023-4c34-ad89-ec78a9d95ca6" providerId="ADAL" clId="{FBAF32F6-F88B-4240-8933-014DB28A2515}" dt="2024-09-03T07:35:30.565" v="1832" actId="208"/>
          <ac:cxnSpMkLst>
            <pc:docMk/>
            <pc:sldMk cId="3348563735" sldId="263"/>
            <ac:cxnSpMk id="242" creationId="{A77C41D1-B148-1821-F75B-432624A28DE4}"/>
          </ac:cxnSpMkLst>
        </pc:cxnChg>
        <pc:cxnChg chg="mod">
          <ac:chgData name="David Hedengren" userId="658bef35-c023-4c34-ad89-ec78a9d95ca6" providerId="ADAL" clId="{FBAF32F6-F88B-4240-8933-014DB28A2515}" dt="2024-09-03T07:35:30.565" v="1832" actId="208"/>
          <ac:cxnSpMkLst>
            <pc:docMk/>
            <pc:sldMk cId="3348563735" sldId="263"/>
            <ac:cxnSpMk id="243" creationId="{8F432E69-6F78-4D85-093D-A24D295B9081}"/>
          </ac:cxnSpMkLst>
        </pc:cxnChg>
        <pc:cxnChg chg="mod">
          <ac:chgData name="David Hedengren" userId="658bef35-c023-4c34-ad89-ec78a9d95ca6" providerId="ADAL" clId="{FBAF32F6-F88B-4240-8933-014DB28A2515}" dt="2024-09-03T07:36:02.615" v="1839"/>
          <ac:cxnSpMkLst>
            <pc:docMk/>
            <pc:sldMk cId="3348563735" sldId="263"/>
            <ac:cxnSpMk id="249" creationId="{F1AA7C70-A9E4-B5CF-D52F-7029E15DA5EB}"/>
          </ac:cxnSpMkLst>
        </pc:cxnChg>
        <pc:cxnChg chg="mod">
          <ac:chgData name="David Hedengren" userId="658bef35-c023-4c34-ad89-ec78a9d95ca6" providerId="ADAL" clId="{FBAF32F6-F88B-4240-8933-014DB28A2515}" dt="2024-09-03T07:36:02.615" v="1839"/>
          <ac:cxnSpMkLst>
            <pc:docMk/>
            <pc:sldMk cId="3348563735" sldId="263"/>
            <ac:cxnSpMk id="250" creationId="{EB286EC0-E2C5-C661-E116-23D3914399EF}"/>
          </ac:cxnSpMkLst>
        </pc:cxnChg>
        <pc:cxnChg chg="mod">
          <ac:chgData name="David Hedengren" userId="658bef35-c023-4c34-ad89-ec78a9d95ca6" providerId="ADAL" clId="{FBAF32F6-F88B-4240-8933-014DB28A2515}" dt="2024-09-03T07:36:02.615" v="1839"/>
          <ac:cxnSpMkLst>
            <pc:docMk/>
            <pc:sldMk cId="3348563735" sldId="263"/>
            <ac:cxnSpMk id="251" creationId="{309BE20F-27D8-3411-801D-61D1DC5EC022}"/>
          </ac:cxnSpMkLst>
        </pc:cxnChg>
        <pc:cxnChg chg="mod">
          <ac:chgData name="David Hedengren" userId="658bef35-c023-4c34-ad89-ec78a9d95ca6" providerId="ADAL" clId="{FBAF32F6-F88B-4240-8933-014DB28A2515}" dt="2024-09-03T07:36:02.615" v="1839"/>
          <ac:cxnSpMkLst>
            <pc:docMk/>
            <pc:sldMk cId="3348563735" sldId="263"/>
            <ac:cxnSpMk id="252" creationId="{D9459B9E-C237-6227-7FF2-88403D6637F0}"/>
          </ac:cxnSpMkLst>
        </pc:cxnChg>
        <pc:cxnChg chg="mod">
          <ac:chgData name="David Hedengren" userId="658bef35-c023-4c34-ad89-ec78a9d95ca6" providerId="ADAL" clId="{FBAF32F6-F88B-4240-8933-014DB28A2515}" dt="2024-09-03T07:36:02.615" v="1839"/>
          <ac:cxnSpMkLst>
            <pc:docMk/>
            <pc:sldMk cId="3348563735" sldId="263"/>
            <ac:cxnSpMk id="255" creationId="{C968B7BD-C4B3-AF85-1D09-53E10134E4A8}"/>
          </ac:cxnSpMkLst>
        </pc:cxnChg>
        <pc:cxnChg chg="mod">
          <ac:chgData name="David Hedengren" userId="658bef35-c023-4c34-ad89-ec78a9d95ca6" providerId="ADAL" clId="{FBAF32F6-F88B-4240-8933-014DB28A2515}" dt="2024-09-03T07:36:02.615" v="1839"/>
          <ac:cxnSpMkLst>
            <pc:docMk/>
            <pc:sldMk cId="3348563735" sldId="263"/>
            <ac:cxnSpMk id="256" creationId="{E3B42092-AA5D-3267-C848-9D920AFF8240}"/>
          </ac:cxnSpMkLst>
        </pc:cxnChg>
        <pc:cxnChg chg="mod">
          <ac:chgData name="David Hedengren" userId="658bef35-c023-4c34-ad89-ec78a9d95ca6" providerId="ADAL" clId="{FBAF32F6-F88B-4240-8933-014DB28A2515}" dt="2024-09-03T07:36:02.615" v="1839"/>
          <ac:cxnSpMkLst>
            <pc:docMk/>
            <pc:sldMk cId="3348563735" sldId="263"/>
            <ac:cxnSpMk id="258" creationId="{712295E7-DAC0-2D2B-F861-E774D47B6637}"/>
          </ac:cxnSpMkLst>
        </pc:cxnChg>
        <pc:cxnChg chg="mod">
          <ac:chgData name="David Hedengren" userId="658bef35-c023-4c34-ad89-ec78a9d95ca6" providerId="ADAL" clId="{FBAF32F6-F88B-4240-8933-014DB28A2515}" dt="2024-09-03T07:36:02.615" v="1839"/>
          <ac:cxnSpMkLst>
            <pc:docMk/>
            <pc:sldMk cId="3348563735" sldId="263"/>
            <ac:cxnSpMk id="259" creationId="{460A127A-1391-9DF1-98D1-29756949C799}"/>
          </ac:cxnSpMkLst>
        </pc:cxnChg>
        <pc:cxnChg chg="mod">
          <ac:chgData name="David Hedengren" userId="658bef35-c023-4c34-ad89-ec78a9d95ca6" providerId="ADAL" clId="{FBAF32F6-F88B-4240-8933-014DB28A2515}" dt="2024-09-03T07:36:02.615" v="1839"/>
          <ac:cxnSpMkLst>
            <pc:docMk/>
            <pc:sldMk cId="3348563735" sldId="263"/>
            <ac:cxnSpMk id="261" creationId="{57E69094-F1F1-C432-39E2-68F851B92D1A}"/>
          </ac:cxnSpMkLst>
        </pc:cxnChg>
        <pc:cxnChg chg="mod">
          <ac:chgData name="David Hedengren" userId="658bef35-c023-4c34-ad89-ec78a9d95ca6" providerId="ADAL" clId="{FBAF32F6-F88B-4240-8933-014DB28A2515}" dt="2024-09-03T07:36:02.615" v="1839"/>
          <ac:cxnSpMkLst>
            <pc:docMk/>
            <pc:sldMk cId="3348563735" sldId="263"/>
            <ac:cxnSpMk id="262" creationId="{B645638B-3927-1387-401B-5AF084B3ACA2}"/>
          </ac:cxnSpMkLst>
        </pc:cxnChg>
        <pc:cxnChg chg="mod">
          <ac:chgData name="David Hedengren" userId="658bef35-c023-4c34-ad89-ec78a9d95ca6" providerId="ADAL" clId="{FBAF32F6-F88B-4240-8933-014DB28A2515}" dt="2024-09-03T07:36:12.259" v="1842" actId="208"/>
          <ac:cxnSpMkLst>
            <pc:docMk/>
            <pc:sldMk cId="3348563735" sldId="263"/>
            <ac:cxnSpMk id="266" creationId="{B0AA0547-D8CD-BA5E-E9E3-57F09D7CA651}"/>
          </ac:cxnSpMkLst>
        </pc:cxnChg>
        <pc:cxnChg chg="mod">
          <ac:chgData name="David Hedengren" userId="658bef35-c023-4c34-ad89-ec78a9d95ca6" providerId="ADAL" clId="{FBAF32F6-F88B-4240-8933-014DB28A2515}" dt="2024-09-03T07:36:12.259" v="1842" actId="208"/>
          <ac:cxnSpMkLst>
            <pc:docMk/>
            <pc:sldMk cId="3348563735" sldId="263"/>
            <ac:cxnSpMk id="267" creationId="{4E67C6B7-14E6-813B-DF9A-764941285F86}"/>
          </ac:cxnSpMkLst>
        </pc:cxnChg>
        <pc:cxnChg chg="add mod">
          <ac:chgData name="David Hedengren" userId="658bef35-c023-4c34-ad89-ec78a9d95ca6" providerId="ADAL" clId="{FBAF32F6-F88B-4240-8933-014DB28A2515}" dt="2024-09-03T07:48:29.900" v="2048" actId="1076"/>
          <ac:cxnSpMkLst>
            <pc:docMk/>
            <pc:sldMk cId="3348563735" sldId="263"/>
            <ac:cxnSpMk id="270" creationId="{A8E1EB34-8899-CEC4-BEBA-C1710D8E5BD4}"/>
          </ac:cxnSpMkLst>
        </pc:cxnChg>
        <pc:cxnChg chg="mod">
          <ac:chgData name="David Hedengren" userId="658bef35-c023-4c34-ad89-ec78a9d95ca6" providerId="ADAL" clId="{FBAF32F6-F88B-4240-8933-014DB28A2515}" dt="2024-09-03T07:36:34.528" v="1847"/>
          <ac:cxnSpMkLst>
            <pc:docMk/>
            <pc:sldMk cId="3348563735" sldId="263"/>
            <ac:cxnSpMk id="273" creationId="{4BA0B72E-5583-E2EE-92B9-2C7E0FAD0E73}"/>
          </ac:cxnSpMkLst>
        </pc:cxnChg>
        <pc:cxnChg chg="mod">
          <ac:chgData name="David Hedengren" userId="658bef35-c023-4c34-ad89-ec78a9d95ca6" providerId="ADAL" clId="{FBAF32F6-F88B-4240-8933-014DB28A2515}" dt="2024-09-03T07:36:34.528" v="1847"/>
          <ac:cxnSpMkLst>
            <pc:docMk/>
            <pc:sldMk cId="3348563735" sldId="263"/>
            <ac:cxnSpMk id="274" creationId="{AB4FB943-47DF-9D50-3E37-7DF01DB61D4C}"/>
          </ac:cxnSpMkLst>
        </pc:cxnChg>
        <pc:cxnChg chg="mod">
          <ac:chgData name="David Hedengren" userId="658bef35-c023-4c34-ad89-ec78a9d95ca6" providerId="ADAL" clId="{FBAF32F6-F88B-4240-8933-014DB28A2515}" dt="2024-09-03T07:36:34.528" v="1847"/>
          <ac:cxnSpMkLst>
            <pc:docMk/>
            <pc:sldMk cId="3348563735" sldId="263"/>
            <ac:cxnSpMk id="275" creationId="{3D450BDF-4457-6D33-0086-FFA23352F0E1}"/>
          </ac:cxnSpMkLst>
        </pc:cxnChg>
        <pc:cxnChg chg="mod">
          <ac:chgData name="David Hedengren" userId="658bef35-c023-4c34-ad89-ec78a9d95ca6" providerId="ADAL" clId="{FBAF32F6-F88B-4240-8933-014DB28A2515}" dt="2024-09-03T07:36:34.528" v="1847"/>
          <ac:cxnSpMkLst>
            <pc:docMk/>
            <pc:sldMk cId="3348563735" sldId="263"/>
            <ac:cxnSpMk id="276" creationId="{54304DEB-B350-DA82-3EA4-19469AD55AB9}"/>
          </ac:cxnSpMkLst>
        </pc:cxnChg>
        <pc:cxnChg chg="mod">
          <ac:chgData name="David Hedengren" userId="658bef35-c023-4c34-ad89-ec78a9d95ca6" providerId="ADAL" clId="{FBAF32F6-F88B-4240-8933-014DB28A2515}" dt="2024-09-03T07:36:34.528" v="1847"/>
          <ac:cxnSpMkLst>
            <pc:docMk/>
            <pc:sldMk cId="3348563735" sldId="263"/>
            <ac:cxnSpMk id="279" creationId="{F59E08A9-DD50-5B17-2A4A-6590732EB73F}"/>
          </ac:cxnSpMkLst>
        </pc:cxnChg>
        <pc:cxnChg chg="mod">
          <ac:chgData name="David Hedengren" userId="658bef35-c023-4c34-ad89-ec78a9d95ca6" providerId="ADAL" clId="{FBAF32F6-F88B-4240-8933-014DB28A2515}" dt="2024-09-03T07:36:34.528" v="1847"/>
          <ac:cxnSpMkLst>
            <pc:docMk/>
            <pc:sldMk cId="3348563735" sldId="263"/>
            <ac:cxnSpMk id="280" creationId="{74B19A4B-D49B-6F51-E679-E7222ED7BF43}"/>
          </ac:cxnSpMkLst>
        </pc:cxnChg>
        <pc:cxnChg chg="mod">
          <ac:chgData name="David Hedengren" userId="658bef35-c023-4c34-ad89-ec78a9d95ca6" providerId="ADAL" clId="{FBAF32F6-F88B-4240-8933-014DB28A2515}" dt="2024-09-03T07:36:34.528" v="1847"/>
          <ac:cxnSpMkLst>
            <pc:docMk/>
            <pc:sldMk cId="3348563735" sldId="263"/>
            <ac:cxnSpMk id="282" creationId="{90D58298-098E-9BE2-1180-A3FADBE66575}"/>
          </ac:cxnSpMkLst>
        </pc:cxnChg>
        <pc:cxnChg chg="mod">
          <ac:chgData name="David Hedengren" userId="658bef35-c023-4c34-ad89-ec78a9d95ca6" providerId="ADAL" clId="{FBAF32F6-F88B-4240-8933-014DB28A2515}" dt="2024-09-03T07:36:34.528" v="1847"/>
          <ac:cxnSpMkLst>
            <pc:docMk/>
            <pc:sldMk cId="3348563735" sldId="263"/>
            <ac:cxnSpMk id="283" creationId="{37F3EB02-8AA4-138D-A9C8-565356B2E5AF}"/>
          </ac:cxnSpMkLst>
        </pc:cxnChg>
        <pc:cxnChg chg="mod">
          <ac:chgData name="David Hedengren" userId="658bef35-c023-4c34-ad89-ec78a9d95ca6" providerId="ADAL" clId="{FBAF32F6-F88B-4240-8933-014DB28A2515}" dt="2024-09-03T07:36:34.528" v="1847"/>
          <ac:cxnSpMkLst>
            <pc:docMk/>
            <pc:sldMk cId="3348563735" sldId="263"/>
            <ac:cxnSpMk id="285" creationId="{2C123F9C-F0E6-DBA8-96FC-F0907A7C3FAC}"/>
          </ac:cxnSpMkLst>
        </pc:cxnChg>
        <pc:cxnChg chg="mod">
          <ac:chgData name="David Hedengren" userId="658bef35-c023-4c34-ad89-ec78a9d95ca6" providerId="ADAL" clId="{FBAF32F6-F88B-4240-8933-014DB28A2515}" dt="2024-09-03T07:36:34.528" v="1847"/>
          <ac:cxnSpMkLst>
            <pc:docMk/>
            <pc:sldMk cId="3348563735" sldId="263"/>
            <ac:cxnSpMk id="286" creationId="{DFAB54D2-27EA-A175-6AD0-779F99EC9F9A}"/>
          </ac:cxnSpMkLst>
        </pc:cxnChg>
        <pc:cxnChg chg="mod">
          <ac:chgData name="David Hedengren" userId="658bef35-c023-4c34-ad89-ec78a9d95ca6" providerId="ADAL" clId="{FBAF32F6-F88B-4240-8933-014DB28A2515}" dt="2024-09-03T07:36:34.528" v="1847"/>
          <ac:cxnSpMkLst>
            <pc:docMk/>
            <pc:sldMk cId="3348563735" sldId="263"/>
            <ac:cxnSpMk id="290" creationId="{92C43175-C50B-EE91-9C93-FCA4B1DCCC36}"/>
          </ac:cxnSpMkLst>
        </pc:cxnChg>
        <pc:cxnChg chg="mod">
          <ac:chgData name="David Hedengren" userId="658bef35-c023-4c34-ad89-ec78a9d95ca6" providerId="ADAL" clId="{FBAF32F6-F88B-4240-8933-014DB28A2515}" dt="2024-09-03T07:36:34.528" v="1847"/>
          <ac:cxnSpMkLst>
            <pc:docMk/>
            <pc:sldMk cId="3348563735" sldId="263"/>
            <ac:cxnSpMk id="291" creationId="{38AE61F0-89BB-D671-E023-213F6DB3CA86}"/>
          </ac:cxnSpMkLst>
        </pc:cxnChg>
        <pc:cxnChg chg="mod">
          <ac:chgData name="David Hedengren" userId="658bef35-c023-4c34-ad89-ec78a9d95ca6" providerId="ADAL" clId="{FBAF32F6-F88B-4240-8933-014DB28A2515}" dt="2024-09-03T07:36:51.338" v="1850"/>
          <ac:cxnSpMkLst>
            <pc:docMk/>
            <pc:sldMk cId="3348563735" sldId="263"/>
            <ac:cxnSpMk id="294" creationId="{CD8122BE-F8AC-ED87-3F85-945F9B8072B9}"/>
          </ac:cxnSpMkLst>
        </pc:cxnChg>
        <pc:cxnChg chg="mod">
          <ac:chgData name="David Hedengren" userId="658bef35-c023-4c34-ad89-ec78a9d95ca6" providerId="ADAL" clId="{FBAF32F6-F88B-4240-8933-014DB28A2515}" dt="2024-09-03T07:36:51.338" v="1850"/>
          <ac:cxnSpMkLst>
            <pc:docMk/>
            <pc:sldMk cId="3348563735" sldId="263"/>
            <ac:cxnSpMk id="295" creationId="{EAA50C7D-C095-CF80-7D44-5ED568FB87C2}"/>
          </ac:cxnSpMkLst>
        </pc:cxnChg>
      </pc:sldChg>
      <pc:sldChg chg="addSp delSp modSp new mod modAnim">
        <pc:chgData name="David Hedengren" userId="658bef35-c023-4c34-ad89-ec78a9d95ca6" providerId="ADAL" clId="{FBAF32F6-F88B-4240-8933-014DB28A2515}" dt="2024-09-03T08:37:54.807" v="3002"/>
        <pc:sldMkLst>
          <pc:docMk/>
          <pc:sldMk cId="2073526260" sldId="264"/>
        </pc:sldMkLst>
        <pc:spChg chg="add mod">
          <ac:chgData name="David Hedengren" userId="658bef35-c023-4c34-ad89-ec78a9d95ca6" providerId="ADAL" clId="{FBAF32F6-F88B-4240-8933-014DB28A2515}" dt="2024-09-03T08:09:12.821" v="2609" actId="14100"/>
          <ac:spMkLst>
            <pc:docMk/>
            <pc:sldMk cId="2073526260" sldId="264"/>
            <ac:spMk id="2" creationId="{0DE034C2-779F-2369-7960-A71053F91F24}"/>
          </ac:spMkLst>
        </pc:spChg>
        <pc:spChg chg="add mod">
          <ac:chgData name="David Hedengren" userId="658bef35-c023-4c34-ad89-ec78a9d95ca6" providerId="ADAL" clId="{FBAF32F6-F88B-4240-8933-014DB28A2515}" dt="2024-09-03T08:22:19.754" v="2735" actId="1076"/>
          <ac:spMkLst>
            <pc:docMk/>
            <pc:sldMk cId="2073526260" sldId="264"/>
            <ac:spMk id="3" creationId="{0FEE1189-328F-E445-F125-3F3131EDD04D}"/>
          </ac:spMkLst>
        </pc:spChg>
        <pc:spChg chg="add mod">
          <ac:chgData name="David Hedengren" userId="658bef35-c023-4c34-ad89-ec78a9d95ca6" providerId="ADAL" clId="{FBAF32F6-F88B-4240-8933-014DB28A2515}" dt="2024-09-03T08:22:19.754" v="2735" actId="1076"/>
          <ac:spMkLst>
            <pc:docMk/>
            <pc:sldMk cId="2073526260" sldId="264"/>
            <ac:spMk id="4" creationId="{364CC5FF-9872-2485-6033-3BA5C341B722}"/>
          </ac:spMkLst>
        </pc:spChg>
        <pc:spChg chg="add del mod">
          <ac:chgData name="David Hedengren" userId="658bef35-c023-4c34-ad89-ec78a9d95ca6" providerId="ADAL" clId="{FBAF32F6-F88B-4240-8933-014DB28A2515}" dt="2024-09-03T08:20:40.374" v="2711" actId="478"/>
          <ac:spMkLst>
            <pc:docMk/>
            <pc:sldMk cId="2073526260" sldId="264"/>
            <ac:spMk id="5" creationId="{84F10376-9F61-3FDB-9166-D52C1661DC5A}"/>
          </ac:spMkLst>
        </pc:spChg>
        <pc:spChg chg="add del mod">
          <ac:chgData name="David Hedengren" userId="658bef35-c023-4c34-ad89-ec78a9d95ca6" providerId="ADAL" clId="{FBAF32F6-F88B-4240-8933-014DB28A2515}" dt="2024-09-03T08:20:50.865" v="2715" actId="478"/>
          <ac:spMkLst>
            <pc:docMk/>
            <pc:sldMk cId="2073526260" sldId="264"/>
            <ac:spMk id="6" creationId="{6BE914A5-409D-EB08-FC46-28CF92B59C07}"/>
          </ac:spMkLst>
        </pc:spChg>
        <pc:spChg chg="add mod">
          <ac:chgData name="David Hedengren" userId="658bef35-c023-4c34-ad89-ec78a9d95ca6" providerId="ADAL" clId="{FBAF32F6-F88B-4240-8933-014DB28A2515}" dt="2024-09-03T08:22:01.058" v="2730" actId="1076"/>
          <ac:spMkLst>
            <pc:docMk/>
            <pc:sldMk cId="2073526260" sldId="264"/>
            <ac:spMk id="13" creationId="{9AC62930-DE83-4A00-A085-2219362EFC39}"/>
          </ac:spMkLst>
        </pc:spChg>
        <pc:spChg chg="add mod">
          <ac:chgData name="David Hedengren" userId="658bef35-c023-4c34-ad89-ec78a9d95ca6" providerId="ADAL" clId="{FBAF32F6-F88B-4240-8933-014DB28A2515}" dt="2024-09-03T08:22:01.058" v="2730" actId="1076"/>
          <ac:spMkLst>
            <pc:docMk/>
            <pc:sldMk cId="2073526260" sldId="264"/>
            <ac:spMk id="14" creationId="{C0A1D2AF-7B51-62DD-F685-4BAD3F36B041}"/>
          </ac:spMkLst>
        </pc:spChg>
        <pc:spChg chg="add mod ord">
          <ac:chgData name="David Hedengren" userId="658bef35-c023-4c34-ad89-ec78a9d95ca6" providerId="ADAL" clId="{FBAF32F6-F88B-4240-8933-014DB28A2515}" dt="2024-09-03T08:22:01.058" v="2730" actId="1076"/>
          <ac:spMkLst>
            <pc:docMk/>
            <pc:sldMk cId="2073526260" sldId="264"/>
            <ac:spMk id="15" creationId="{E1A2D728-1C44-8C40-EE32-6E5D2288509F}"/>
          </ac:spMkLst>
        </pc:spChg>
        <pc:spChg chg="add mod">
          <ac:chgData name="David Hedengren" userId="658bef35-c023-4c34-ad89-ec78a9d95ca6" providerId="ADAL" clId="{FBAF32F6-F88B-4240-8933-014DB28A2515}" dt="2024-09-03T08:22:01.058" v="2730" actId="1076"/>
          <ac:spMkLst>
            <pc:docMk/>
            <pc:sldMk cId="2073526260" sldId="264"/>
            <ac:spMk id="16" creationId="{4B3BBE5F-CA92-17E0-0AF4-18085638079B}"/>
          </ac:spMkLst>
        </pc:spChg>
        <pc:spChg chg="add mod">
          <ac:chgData name="David Hedengren" userId="658bef35-c023-4c34-ad89-ec78a9d95ca6" providerId="ADAL" clId="{FBAF32F6-F88B-4240-8933-014DB28A2515}" dt="2024-09-03T08:22:01.058" v="2730" actId="1076"/>
          <ac:spMkLst>
            <pc:docMk/>
            <pc:sldMk cId="2073526260" sldId="264"/>
            <ac:spMk id="17" creationId="{A8323966-065D-E18F-7A85-708FE6FC20FE}"/>
          </ac:spMkLst>
        </pc:spChg>
        <pc:spChg chg="add del mod">
          <ac:chgData name="David Hedengren" userId="658bef35-c023-4c34-ad89-ec78a9d95ca6" providerId="ADAL" clId="{FBAF32F6-F88B-4240-8933-014DB28A2515}" dt="2024-09-03T08:12:35.504" v="2670"/>
          <ac:spMkLst>
            <pc:docMk/>
            <pc:sldMk cId="2073526260" sldId="264"/>
            <ac:spMk id="19" creationId="{51510733-EC60-9DC4-B4FF-7049F2C4D407}"/>
          </ac:spMkLst>
        </pc:spChg>
        <pc:spChg chg="add mod">
          <ac:chgData name="David Hedengren" userId="658bef35-c023-4c34-ad89-ec78a9d95ca6" providerId="ADAL" clId="{FBAF32F6-F88B-4240-8933-014DB28A2515}" dt="2024-09-03T08:22:19.754" v="2735" actId="1076"/>
          <ac:spMkLst>
            <pc:docMk/>
            <pc:sldMk cId="2073526260" sldId="264"/>
            <ac:spMk id="20" creationId="{D6A2C0A6-98E8-035C-51B1-3FE4927EE382}"/>
          </ac:spMkLst>
        </pc:spChg>
        <pc:spChg chg="add del mod">
          <ac:chgData name="David Hedengren" userId="658bef35-c023-4c34-ad89-ec78a9d95ca6" providerId="ADAL" clId="{FBAF32F6-F88B-4240-8933-014DB28A2515}" dt="2024-09-03T08:20:39.783" v="2709" actId="478"/>
          <ac:spMkLst>
            <pc:docMk/>
            <pc:sldMk cId="2073526260" sldId="264"/>
            <ac:spMk id="21" creationId="{F480CDA0-8E26-26E5-247D-6BD184F27295}"/>
          </ac:spMkLst>
        </pc:spChg>
        <pc:spChg chg="add mod">
          <ac:chgData name="David Hedengren" userId="658bef35-c023-4c34-ad89-ec78a9d95ca6" providerId="ADAL" clId="{FBAF32F6-F88B-4240-8933-014DB28A2515}" dt="2024-09-03T08:22:19.754" v="2735" actId="1076"/>
          <ac:spMkLst>
            <pc:docMk/>
            <pc:sldMk cId="2073526260" sldId="264"/>
            <ac:spMk id="22" creationId="{94EAFF2F-9011-39D4-537A-CFEFC0FE542C}"/>
          </ac:spMkLst>
        </pc:spChg>
        <pc:spChg chg="add mod">
          <ac:chgData name="David Hedengren" userId="658bef35-c023-4c34-ad89-ec78a9d95ca6" providerId="ADAL" clId="{FBAF32F6-F88B-4240-8933-014DB28A2515}" dt="2024-09-03T08:22:19.754" v="2735" actId="1076"/>
          <ac:spMkLst>
            <pc:docMk/>
            <pc:sldMk cId="2073526260" sldId="264"/>
            <ac:spMk id="23" creationId="{8491DCA8-6661-8A85-7E50-B3DA598E5341}"/>
          </ac:spMkLst>
        </pc:spChg>
        <pc:spChg chg="add mod">
          <ac:chgData name="David Hedengren" userId="658bef35-c023-4c34-ad89-ec78a9d95ca6" providerId="ADAL" clId="{FBAF32F6-F88B-4240-8933-014DB28A2515}" dt="2024-09-03T08:22:19.754" v="2735" actId="1076"/>
          <ac:spMkLst>
            <pc:docMk/>
            <pc:sldMk cId="2073526260" sldId="264"/>
            <ac:spMk id="24" creationId="{4164E284-3ED9-C557-1791-AE8002C826FB}"/>
          </ac:spMkLst>
        </pc:spChg>
        <pc:spChg chg="add mod">
          <ac:chgData name="David Hedengren" userId="658bef35-c023-4c34-ad89-ec78a9d95ca6" providerId="ADAL" clId="{FBAF32F6-F88B-4240-8933-014DB28A2515}" dt="2024-09-03T08:22:19.754" v="2735" actId="1076"/>
          <ac:spMkLst>
            <pc:docMk/>
            <pc:sldMk cId="2073526260" sldId="264"/>
            <ac:spMk id="25" creationId="{8DD8149F-2676-3C70-A0F5-BC2503C14D6C}"/>
          </ac:spMkLst>
        </pc:spChg>
        <pc:spChg chg="add mod">
          <ac:chgData name="David Hedengren" userId="658bef35-c023-4c34-ad89-ec78a9d95ca6" providerId="ADAL" clId="{FBAF32F6-F88B-4240-8933-014DB28A2515}" dt="2024-09-03T08:22:19.754" v="2735" actId="1076"/>
          <ac:spMkLst>
            <pc:docMk/>
            <pc:sldMk cId="2073526260" sldId="264"/>
            <ac:spMk id="26" creationId="{517368BA-B99E-66C8-7C0E-5DCB1AD0E1AA}"/>
          </ac:spMkLst>
        </pc:spChg>
        <pc:spChg chg="add mod">
          <ac:chgData name="David Hedengren" userId="658bef35-c023-4c34-ad89-ec78a9d95ca6" providerId="ADAL" clId="{FBAF32F6-F88B-4240-8933-014DB28A2515}" dt="2024-09-03T08:36:25.614" v="2971" actId="1076"/>
          <ac:spMkLst>
            <pc:docMk/>
            <pc:sldMk cId="2073526260" sldId="264"/>
            <ac:spMk id="27" creationId="{B812D948-A656-9A30-9C4A-85CB6994C889}"/>
          </ac:spMkLst>
        </pc:spChg>
        <pc:cxnChg chg="add mod">
          <ac:chgData name="David Hedengren" userId="658bef35-c023-4c34-ad89-ec78a9d95ca6" providerId="ADAL" clId="{FBAF32F6-F88B-4240-8933-014DB28A2515}" dt="2024-09-03T08:22:19.754" v="2735" actId="1076"/>
          <ac:cxnSpMkLst>
            <pc:docMk/>
            <pc:sldMk cId="2073526260" sldId="264"/>
            <ac:cxnSpMk id="7" creationId="{05E44D64-5C57-55E4-8AA5-362B1EE28652}"/>
          </ac:cxnSpMkLst>
        </pc:cxnChg>
        <pc:cxnChg chg="add mod">
          <ac:chgData name="David Hedengren" userId="658bef35-c023-4c34-ad89-ec78a9d95ca6" providerId="ADAL" clId="{FBAF32F6-F88B-4240-8933-014DB28A2515}" dt="2024-09-03T08:22:19.754" v="2735" actId="1076"/>
          <ac:cxnSpMkLst>
            <pc:docMk/>
            <pc:sldMk cId="2073526260" sldId="264"/>
            <ac:cxnSpMk id="9" creationId="{0DD0DFA0-9BF9-F120-F704-45BDB1482BD3}"/>
          </ac:cxnSpMkLst>
        </pc:cxnChg>
        <pc:cxnChg chg="add mod">
          <ac:chgData name="David Hedengren" userId="658bef35-c023-4c34-ad89-ec78a9d95ca6" providerId="ADAL" clId="{FBAF32F6-F88B-4240-8933-014DB28A2515}" dt="2024-09-03T08:22:19.754" v="2735" actId="1076"/>
          <ac:cxnSpMkLst>
            <pc:docMk/>
            <pc:sldMk cId="2073526260" sldId="264"/>
            <ac:cxnSpMk id="11" creationId="{F71BB69B-3716-7E28-0B93-32BE3C7081DA}"/>
          </ac:cxnSpMkLst>
        </pc:cxnChg>
      </pc:sldChg>
      <pc:sldChg chg="addSp delSp modSp new mod">
        <pc:chgData name="David Hedengren" userId="658bef35-c023-4c34-ad89-ec78a9d95ca6" providerId="ADAL" clId="{FBAF32F6-F88B-4240-8933-014DB28A2515}" dt="2024-09-03T08:08:53.546" v="2563" actId="20577"/>
        <pc:sldMkLst>
          <pc:docMk/>
          <pc:sldMk cId="2979811177" sldId="265"/>
        </pc:sldMkLst>
        <pc:spChg chg="add mod">
          <ac:chgData name="David Hedengren" userId="658bef35-c023-4c34-ad89-ec78a9d95ca6" providerId="ADAL" clId="{FBAF32F6-F88B-4240-8933-014DB28A2515}" dt="2024-09-03T07:59:21.658" v="2126" actId="1076"/>
          <ac:spMkLst>
            <pc:docMk/>
            <pc:sldMk cId="2979811177" sldId="265"/>
            <ac:spMk id="2" creationId="{E889C871-69E2-0C5D-B5E8-8354F6FE87BF}"/>
          </ac:spMkLst>
        </pc:spChg>
        <pc:spChg chg="add del mod">
          <ac:chgData name="David Hedengren" userId="658bef35-c023-4c34-ad89-ec78a9d95ca6" providerId="ADAL" clId="{FBAF32F6-F88B-4240-8933-014DB28A2515}" dt="2024-09-03T08:08:53.546" v="2563" actId="20577"/>
          <ac:spMkLst>
            <pc:docMk/>
            <pc:sldMk cId="2979811177" sldId="265"/>
            <ac:spMk id="3" creationId="{8680252A-7556-8448-F717-D029F6A93270}"/>
          </ac:spMkLst>
        </pc:spChg>
        <pc:spChg chg="add del">
          <ac:chgData name="David Hedengren" userId="658bef35-c023-4c34-ad89-ec78a9d95ca6" providerId="ADAL" clId="{FBAF32F6-F88B-4240-8933-014DB28A2515}" dt="2024-09-03T08:07:54.569" v="2513"/>
          <ac:spMkLst>
            <pc:docMk/>
            <pc:sldMk cId="2979811177" sldId="265"/>
            <ac:spMk id="4" creationId="{BBE83F3B-686F-1588-58BA-A3765A3BB0CE}"/>
          </ac:spMkLst>
        </pc:spChg>
        <pc:spChg chg="add del">
          <ac:chgData name="David Hedengren" userId="658bef35-c023-4c34-ad89-ec78a9d95ca6" providerId="ADAL" clId="{FBAF32F6-F88B-4240-8933-014DB28A2515}" dt="2024-09-03T08:07:57.913" v="2517"/>
          <ac:spMkLst>
            <pc:docMk/>
            <pc:sldMk cId="2979811177" sldId="265"/>
            <ac:spMk id="5" creationId="{A4E8E669-0E0E-C665-F8B9-08442888E1D3}"/>
          </ac:spMkLst>
        </pc:spChg>
        <pc:spChg chg="add del mod">
          <ac:chgData name="David Hedengren" userId="658bef35-c023-4c34-ad89-ec78a9d95ca6" providerId="ADAL" clId="{FBAF32F6-F88B-4240-8933-014DB28A2515}" dt="2024-09-03T08:08:10.704" v="2535" actId="478"/>
          <ac:spMkLst>
            <pc:docMk/>
            <pc:sldMk cId="2979811177" sldId="265"/>
            <ac:spMk id="6" creationId="{A815EA1E-94D8-619D-2C3A-EEA3D21E2490}"/>
          </ac:spMkLst>
        </pc:spChg>
      </pc:sldChg>
      <pc:sldChg chg="addSp delSp modSp new mod addAnim delAnim modAnim">
        <pc:chgData name="David Hedengren" userId="658bef35-c023-4c34-ad89-ec78a9d95ca6" providerId="ADAL" clId="{FBAF32F6-F88B-4240-8933-014DB28A2515}" dt="2024-09-04T05:56:44.365" v="4562" actId="20577"/>
        <pc:sldMkLst>
          <pc:docMk/>
          <pc:sldMk cId="2588217800" sldId="266"/>
        </pc:sldMkLst>
        <pc:spChg chg="add mod">
          <ac:chgData name="David Hedengren" userId="658bef35-c023-4c34-ad89-ec78a9d95ca6" providerId="ADAL" clId="{FBAF32F6-F88B-4240-8933-014DB28A2515}" dt="2024-09-03T08:14:46.279" v="2672"/>
          <ac:spMkLst>
            <pc:docMk/>
            <pc:sldMk cId="2588217800" sldId="266"/>
            <ac:spMk id="3" creationId="{5ECF4C4D-BFAC-0265-8841-3A08BA26A4C5}"/>
          </ac:spMkLst>
        </pc:spChg>
        <pc:spChg chg="add mod">
          <ac:chgData name="David Hedengren" userId="658bef35-c023-4c34-ad89-ec78a9d95ca6" providerId="ADAL" clId="{FBAF32F6-F88B-4240-8933-014DB28A2515}" dt="2024-09-03T08:14:48.132" v="2674"/>
          <ac:spMkLst>
            <pc:docMk/>
            <pc:sldMk cId="2588217800" sldId="266"/>
            <ac:spMk id="9" creationId="{5ECF4C4D-BFAC-0265-8841-3A08BA26A4C5}"/>
          </ac:spMkLst>
        </pc:spChg>
        <pc:spChg chg="add mod">
          <ac:chgData name="David Hedengren" userId="658bef35-c023-4c34-ad89-ec78a9d95ca6" providerId="ADAL" clId="{FBAF32F6-F88B-4240-8933-014DB28A2515}" dt="2024-09-03T08:14:50.855" v="2676"/>
          <ac:spMkLst>
            <pc:docMk/>
            <pc:sldMk cId="2588217800" sldId="266"/>
            <ac:spMk id="15" creationId="{5ECF4C4D-BFAC-0265-8841-3A08BA26A4C5}"/>
          </ac:spMkLst>
        </pc:spChg>
        <pc:spChg chg="add mod">
          <ac:chgData name="David Hedengren" userId="658bef35-c023-4c34-ad89-ec78a9d95ca6" providerId="ADAL" clId="{FBAF32F6-F88B-4240-8933-014DB28A2515}" dt="2024-09-03T08:14:53.067" v="2678"/>
          <ac:spMkLst>
            <pc:docMk/>
            <pc:sldMk cId="2588217800" sldId="266"/>
            <ac:spMk id="21" creationId="{5ECF4C4D-BFAC-0265-8841-3A08BA26A4C5}"/>
          </ac:spMkLst>
        </pc:spChg>
        <pc:spChg chg="add mod">
          <ac:chgData name="David Hedengren" userId="658bef35-c023-4c34-ad89-ec78a9d95ca6" providerId="ADAL" clId="{FBAF32F6-F88B-4240-8933-014DB28A2515}" dt="2024-09-03T08:14:59.726" v="2683"/>
          <ac:spMkLst>
            <pc:docMk/>
            <pc:sldMk cId="2588217800" sldId="266"/>
            <ac:spMk id="27" creationId="{5ECF4C4D-BFAC-0265-8841-3A08BA26A4C5}"/>
          </ac:spMkLst>
        </pc:spChg>
        <pc:spChg chg="mod">
          <ac:chgData name="David Hedengren" userId="658bef35-c023-4c34-ad89-ec78a9d95ca6" providerId="ADAL" clId="{FBAF32F6-F88B-4240-8933-014DB28A2515}" dt="2024-09-03T08:15:01.277" v="2684"/>
          <ac:spMkLst>
            <pc:docMk/>
            <pc:sldMk cId="2588217800" sldId="266"/>
            <ac:spMk id="33" creationId="{FAF0356D-B86F-8CEE-0F83-AECAD308B0CF}"/>
          </ac:spMkLst>
        </pc:spChg>
        <pc:spChg chg="mod">
          <ac:chgData name="David Hedengren" userId="658bef35-c023-4c34-ad89-ec78a9d95ca6" providerId="ADAL" clId="{FBAF32F6-F88B-4240-8933-014DB28A2515}" dt="2024-09-03T08:15:01.277" v="2684"/>
          <ac:spMkLst>
            <pc:docMk/>
            <pc:sldMk cId="2588217800" sldId="266"/>
            <ac:spMk id="39" creationId="{9507F1D5-18CC-7469-84C3-CCAFBE830A53}"/>
          </ac:spMkLst>
        </pc:spChg>
        <pc:spChg chg="mod">
          <ac:chgData name="David Hedengren" userId="658bef35-c023-4c34-ad89-ec78a9d95ca6" providerId="ADAL" clId="{FBAF32F6-F88B-4240-8933-014DB28A2515}" dt="2024-09-03T08:15:01.277" v="2684"/>
          <ac:spMkLst>
            <pc:docMk/>
            <pc:sldMk cId="2588217800" sldId="266"/>
            <ac:spMk id="45" creationId="{22E11429-2AED-94D0-5C50-1F14E5885BE1}"/>
          </ac:spMkLst>
        </pc:spChg>
        <pc:spChg chg="mod">
          <ac:chgData name="David Hedengren" userId="658bef35-c023-4c34-ad89-ec78a9d95ca6" providerId="ADAL" clId="{FBAF32F6-F88B-4240-8933-014DB28A2515}" dt="2024-09-03T08:15:01.277" v="2684"/>
          <ac:spMkLst>
            <pc:docMk/>
            <pc:sldMk cId="2588217800" sldId="266"/>
            <ac:spMk id="51" creationId="{B3B4E4C6-334A-13DD-0E04-B1860B22859E}"/>
          </ac:spMkLst>
        </pc:spChg>
        <pc:spChg chg="mod">
          <ac:chgData name="David Hedengren" userId="658bef35-c023-4c34-ad89-ec78a9d95ca6" providerId="ADAL" clId="{FBAF32F6-F88B-4240-8933-014DB28A2515}" dt="2024-09-03T08:15:03.931" v="2686"/>
          <ac:spMkLst>
            <pc:docMk/>
            <pc:sldMk cId="2588217800" sldId="266"/>
            <ac:spMk id="57" creationId="{712234CA-A675-C138-1989-EA6720591674}"/>
          </ac:spMkLst>
        </pc:spChg>
        <pc:spChg chg="mod">
          <ac:chgData name="David Hedengren" userId="658bef35-c023-4c34-ad89-ec78a9d95ca6" providerId="ADAL" clId="{FBAF32F6-F88B-4240-8933-014DB28A2515}" dt="2024-09-03T08:15:03.931" v="2686"/>
          <ac:spMkLst>
            <pc:docMk/>
            <pc:sldMk cId="2588217800" sldId="266"/>
            <ac:spMk id="63" creationId="{131D5E33-E90A-96BE-F202-76DB2D2EE31E}"/>
          </ac:spMkLst>
        </pc:spChg>
        <pc:spChg chg="mod">
          <ac:chgData name="David Hedengren" userId="658bef35-c023-4c34-ad89-ec78a9d95ca6" providerId="ADAL" clId="{FBAF32F6-F88B-4240-8933-014DB28A2515}" dt="2024-09-03T08:15:03.931" v="2686"/>
          <ac:spMkLst>
            <pc:docMk/>
            <pc:sldMk cId="2588217800" sldId="266"/>
            <ac:spMk id="69" creationId="{04ABE60D-F405-84C3-72A9-1C34305B827A}"/>
          </ac:spMkLst>
        </pc:spChg>
        <pc:spChg chg="mod">
          <ac:chgData name="David Hedengren" userId="658bef35-c023-4c34-ad89-ec78a9d95ca6" providerId="ADAL" clId="{FBAF32F6-F88B-4240-8933-014DB28A2515}" dt="2024-09-03T08:15:03.931" v="2686"/>
          <ac:spMkLst>
            <pc:docMk/>
            <pc:sldMk cId="2588217800" sldId="266"/>
            <ac:spMk id="75" creationId="{B866E35B-437A-ADC7-6AFC-AF1CE7EA8B50}"/>
          </ac:spMkLst>
        </pc:spChg>
        <pc:spChg chg="mod">
          <ac:chgData name="David Hedengren" userId="658bef35-c023-4c34-ad89-ec78a9d95ca6" providerId="ADAL" clId="{FBAF32F6-F88B-4240-8933-014DB28A2515}" dt="2024-09-03T08:15:06.063" v="2688"/>
          <ac:spMkLst>
            <pc:docMk/>
            <pc:sldMk cId="2588217800" sldId="266"/>
            <ac:spMk id="81" creationId="{835BD98F-79D2-3125-08CC-3EB910B51F92}"/>
          </ac:spMkLst>
        </pc:spChg>
        <pc:spChg chg="mod">
          <ac:chgData name="David Hedengren" userId="658bef35-c023-4c34-ad89-ec78a9d95ca6" providerId="ADAL" clId="{FBAF32F6-F88B-4240-8933-014DB28A2515}" dt="2024-09-03T08:15:06.063" v="2688"/>
          <ac:spMkLst>
            <pc:docMk/>
            <pc:sldMk cId="2588217800" sldId="266"/>
            <ac:spMk id="87" creationId="{DFFC64EB-CA9E-FE19-4B67-B8F01AF4AB34}"/>
          </ac:spMkLst>
        </pc:spChg>
        <pc:spChg chg="mod">
          <ac:chgData name="David Hedengren" userId="658bef35-c023-4c34-ad89-ec78a9d95ca6" providerId="ADAL" clId="{FBAF32F6-F88B-4240-8933-014DB28A2515}" dt="2024-09-03T08:15:06.063" v="2688"/>
          <ac:spMkLst>
            <pc:docMk/>
            <pc:sldMk cId="2588217800" sldId="266"/>
            <ac:spMk id="93" creationId="{D736B576-6184-556E-056F-171BDB693FE2}"/>
          </ac:spMkLst>
        </pc:spChg>
        <pc:spChg chg="mod">
          <ac:chgData name="David Hedengren" userId="658bef35-c023-4c34-ad89-ec78a9d95ca6" providerId="ADAL" clId="{FBAF32F6-F88B-4240-8933-014DB28A2515}" dt="2024-09-03T08:15:06.063" v="2688"/>
          <ac:spMkLst>
            <pc:docMk/>
            <pc:sldMk cId="2588217800" sldId="266"/>
            <ac:spMk id="99" creationId="{AD8BD22D-125D-A0EF-119B-1053A9A90500}"/>
          </ac:spMkLst>
        </pc:spChg>
        <pc:spChg chg="add mod">
          <ac:chgData name="David Hedengren" userId="658bef35-c023-4c34-ad89-ec78a9d95ca6" providerId="ADAL" clId="{FBAF32F6-F88B-4240-8933-014DB28A2515}" dt="2024-09-04T05:54:36.687" v="4550" actId="1076"/>
          <ac:spMkLst>
            <pc:docMk/>
            <pc:sldMk cId="2588217800" sldId="266"/>
            <ac:spMk id="104" creationId="{5F5D752B-D806-88E3-01A5-C678503BCFF6}"/>
          </ac:spMkLst>
        </pc:spChg>
        <pc:spChg chg="add del mod">
          <ac:chgData name="David Hedengren" userId="658bef35-c023-4c34-ad89-ec78a9d95ca6" providerId="ADAL" clId="{FBAF32F6-F88B-4240-8933-014DB28A2515}" dt="2024-09-04T05:48:57.036" v="4334" actId="478"/>
          <ac:spMkLst>
            <pc:docMk/>
            <pc:sldMk cId="2588217800" sldId="266"/>
            <ac:spMk id="105" creationId="{CE940C94-4164-EA28-5369-E23438CD31F8}"/>
          </ac:spMkLst>
        </pc:spChg>
        <pc:spChg chg="add del mod">
          <ac:chgData name="David Hedengren" userId="658bef35-c023-4c34-ad89-ec78a9d95ca6" providerId="ADAL" clId="{FBAF32F6-F88B-4240-8933-014DB28A2515}" dt="2024-09-04T05:50:29.089" v="4376" actId="478"/>
          <ac:spMkLst>
            <pc:docMk/>
            <pc:sldMk cId="2588217800" sldId="266"/>
            <ac:spMk id="106" creationId="{11C5C46F-B7AF-11F9-0CBF-458338B350B7}"/>
          </ac:spMkLst>
        </pc:spChg>
        <pc:spChg chg="add del mod">
          <ac:chgData name="David Hedengren" userId="658bef35-c023-4c34-ad89-ec78a9d95ca6" providerId="ADAL" clId="{FBAF32F6-F88B-4240-8933-014DB28A2515}" dt="2024-09-04T05:52:15.144" v="4422" actId="478"/>
          <ac:spMkLst>
            <pc:docMk/>
            <pc:sldMk cId="2588217800" sldId="266"/>
            <ac:spMk id="107" creationId="{84F72D98-17F6-8CD3-6281-2F5B748A0F86}"/>
          </ac:spMkLst>
        </pc:spChg>
        <pc:spChg chg="add del mod">
          <ac:chgData name="David Hedengren" userId="658bef35-c023-4c34-ad89-ec78a9d95ca6" providerId="ADAL" clId="{FBAF32F6-F88B-4240-8933-014DB28A2515}" dt="2024-09-04T05:49:52.872" v="4364" actId="478"/>
          <ac:spMkLst>
            <pc:docMk/>
            <pc:sldMk cId="2588217800" sldId="266"/>
            <ac:spMk id="108" creationId="{85C2C66C-AAA8-BDEC-611E-57DEF4B87EA4}"/>
          </ac:spMkLst>
        </pc:spChg>
        <pc:spChg chg="add del mod">
          <ac:chgData name="David Hedengren" userId="658bef35-c023-4c34-ad89-ec78a9d95ca6" providerId="ADAL" clId="{FBAF32F6-F88B-4240-8933-014DB28A2515}" dt="2024-09-04T05:51:35.224" v="4401" actId="478"/>
          <ac:spMkLst>
            <pc:docMk/>
            <pc:sldMk cId="2588217800" sldId="266"/>
            <ac:spMk id="109" creationId="{DEFAD144-B07A-4271-121A-029B3EECCD90}"/>
          </ac:spMkLst>
        </pc:spChg>
        <pc:spChg chg="add del mod">
          <ac:chgData name="David Hedengren" userId="658bef35-c023-4c34-ad89-ec78a9d95ca6" providerId="ADAL" clId="{FBAF32F6-F88B-4240-8933-014DB28A2515}" dt="2024-09-04T05:51:46.549" v="4407" actId="478"/>
          <ac:spMkLst>
            <pc:docMk/>
            <pc:sldMk cId="2588217800" sldId="266"/>
            <ac:spMk id="112" creationId="{C26CD8BE-E31D-95DB-13EB-0E7F624229D0}"/>
          </ac:spMkLst>
        </pc:spChg>
        <pc:spChg chg="add del mod">
          <ac:chgData name="David Hedengren" userId="658bef35-c023-4c34-ad89-ec78a9d95ca6" providerId="ADAL" clId="{FBAF32F6-F88B-4240-8933-014DB28A2515}" dt="2024-09-04T05:51:57.986" v="4415" actId="478"/>
          <ac:spMkLst>
            <pc:docMk/>
            <pc:sldMk cId="2588217800" sldId="266"/>
            <ac:spMk id="113" creationId="{7497A4AB-E871-561A-EC62-6F428337E1E1}"/>
          </ac:spMkLst>
        </pc:spChg>
        <pc:spChg chg="add del mod">
          <ac:chgData name="David Hedengren" userId="658bef35-c023-4c34-ad89-ec78a9d95ca6" providerId="ADAL" clId="{FBAF32F6-F88B-4240-8933-014DB28A2515}" dt="2024-09-04T05:53:30.309" v="4451" actId="478"/>
          <ac:spMkLst>
            <pc:docMk/>
            <pc:sldMk cId="2588217800" sldId="266"/>
            <ac:spMk id="119" creationId="{6FE78085-CB68-B496-C5CC-1F1A0F4CF7FE}"/>
          </ac:spMkLst>
        </pc:spChg>
        <pc:spChg chg="add del mod">
          <ac:chgData name="David Hedengren" userId="658bef35-c023-4c34-ad89-ec78a9d95ca6" providerId="ADAL" clId="{FBAF32F6-F88B-4240-8933-014DB28A2515}" dt="2024-09-04T05:52:34.700" v="4426" actId="478"/>
          <ac:spMkLst>
            <pc:docMk/>
            <pc:sldMk cId="2588217800" sldId="266"/>
            <ac:spMk id="120" creationId="{5F1D9E46-A0AC-21DA-60E6-4F100E4DD8CA}"/>
          </ac:spMkLst>
        </pc:spChg>
        <pc:spChg chg="add del mod">
          <ac:chgData name="David Hedengren" userId="658bef35-c023-4c34-ad89-ec78a9d95ca6" providerId="ADAL" clId="{FBAF32F6-F88B-4240-8933-014DB28A2515}" dt="2024-09-04T05:52:43.953" v="4431" actId="478"/>
          <ac:spMkLst>
            <pc:docMk/>
            <pc:sldMk cId="2588217800" sldId="266"/>
            <ac:spMk id="121" creationId="{55DEFADC-AF68-1C2A-C8B2-6E4ED36CA8CE}"/>
          </ac:spMkLst>
        </pc:spChg>
        <pc:spChg chg="add del mod">
          <ac:chgData name="David Hedengren" userId="658bef35-c023-4c34-ad89-ec78a9d95ca6" providerId="ADAL" clId="{FBAF32F6-F88B-4240-8933-014DB28A2515}" dt="2024-09-04T05:52:54.912" v="4436" actId="478"/>
          <ac:spMkLst>
            <pc:docMk/>
            <pc:sldMk cId="2588217800" sldId="266"/>
            <ac:spMk id="123" creationId="{F96B869A-5CD3-B050-2DBC-0C701C50F943}"/>
          </ac:spMkLst>
        </pc:spChg>
        <pc:spChg chg="add del mod">
          <ac:chgData name="David Hedengren" userId="658bef35-c023-4c34-ad89-ec78a9d95ca6" providerId="ADAL" clId="{FBAF32F6-F88B-4240-8933-014DB28A2515}" dt="2024-09-04T05:53:18.001" v="4448" actId="478"/>
          <ac:spMkLst>
            <pc:docMk/>
            <pc:sldMk cId="2588217800" sldId="266"/>
            <ac:spMk id="124" creationId="{DB7342D8-5877-F289-7215-0FFCC225A3EB}"/>
          </ac:spMkLst>
        </pc:spChg>
        <pc:spChg chg="add del mod">
          <ac:chgData name="David Hedengren" userId="658bef35-c023-4c34-ad89-ec78a9d95ca6" providerId="ADAL" clId="{FBAF32F6-F88B-4240-8933-014DB28A2515}" dt="2024-09-04T05:53:39.004" v="4455" actId="478"/>
          <ac:spMkLst>
            <pc:docMk/>
            <pc:sldMk cId="2588217800" sldId="266"/>
            <ac:spMk id="129" creationId="{4DCC7ADC-E0B5-8336-05E6-8200AF4F6429}"/>
          </ac:spMkLst>
        </pc:spChg>
        <pc:spChg chg="add del mod">
          <ac:chgData name="David Hedengren" userId="658bef35-c023-4c34-ad89-ec78a9d95ca6" providerId="ADAL" clId="{FBAF32F6-F88B-4240-8933-014DB28A2515}" dt="2024-09-04T05:53:46.781" v="4459" actId="478"/>
          <ac:spMkLst>
            <pc:docMk/>
            <pc:sldMk cId="2588217800" sldId="266"/>
            <ac:spMk id="130" creationId="{5E2FAF6B-24AC-CE7F-4A5E-8898F7814A7B}"/>
          </ac:spMkLst>
        </pc:spChg>
        <pc:spChg chg="add del mod">
          <ac:chgData name="David Hedengren" userId="658bef35-c023-4c34-ad89-ec78a9d95ca6" providerId="ADAL" clId="{FBAF32F6-F88B-4240-8933-014DB28A2515}" dt="2024-09-04T05:53:05.832" v="4441" actId="478"/>
          <ac:spMkLst>
            <pc:docMk/>
            <pc:sldMk cId="2588217800" sldId="266"/>
            <ac:spMk id="133" creationId="{8C8560DB-41FE-0D06-79E8-24BD0C7346D6}"/>
          </ac:spMkLst>
        </pc:spChg>
        <pc:spChg chg="add del mod">
          <ac:chgData name="David Hedengren" userId="658bef35-c023-4c34-ad89-ec78a9d95ca6" providerId="ADAL" clId="{FBAF32F6-F88B-4240-8933-014DB28A2515}" dt="2024-09-04T05:48:17.367" v="4329" actId="478"/>
          <ac:spMkLst>
            <pc:docMk/>
            <pc:sldMk cId="2588217800" sldId="266"/>
            <ac:spMk id="136" creationId="{959B004A-CB4E-BB75-85A2-5B1AC60EB8AF}"/>
          </ac:spMkLst>
        </pc:spChg>
        <pc:spChg chg="add del mod">
          <ac:chgData name="David Hedengren" userId="658bef35-c023-4c34-ad89-ec78a9d95ca6" providerId="ADAL" clId="{FBAF32F6-F88B-4240-8933-014DB28A2515}" dt="2024-09-04T05:48:43.612" v="4331"/>
          <ac:spMkLst>
            <pc:docMk/>
            <pc:sldMk cId="2588217800" sldId="266"/>
            <ac:spMk id="137" creationId="{F3E6E43E-C8A4-E060-CEE7-84DD7A1B21AF}"/>
          </ac:spMkLst>
        </pc:spChg>
        <pc:spChg chg="add del mod">
          <ac:chgData name="David Hedengren" userId="658bef35-c023-4c34-ad89-ec78a9d95ca6" providerId="ADAL" clId="{FBAF32F6-F88B-4240-8933-014DB28A2515}" dt="2024-09-04T05:50:49.275" v="4380" actId="478"/>
          <ac:spMkLst>
            <pc:docMk/>
            <pc:sldMk cId="2588217800" sldId="266"/>
            <ac:spMk id="138" creationId="{C35FF2B3-087C-B6D7-067D-457E0C8CF3B5}"/>
          </ac:spMkLst>
        </pc:spChg>
        <pc:spChg chg="add del mod">
          <ac:chgData name="David Hedengren" userId="658bef35-c023-4c34-ad89-ec78a9d95ca6" providerId="ADAL" clId="{FBAF32F6-F88B-4240-8933-014DB28A2515}" dt="2024-09-04T05:50:48.558" v="4379" actId="478"/>
          <ac:spMkLst>
            <pc:docMk/>
            <pc:sldMk cId="2588217800" sldId="266"/>
            <ac:spMk id="139" creationId="{CDAA64F2-49B9-D8EA-C6ED-D0F05E0EE171}"/>
          </ac:spMkLst>
        </pc:spChg>
        <pc:spChg chg="add del mod">
          <ac:chgData name="David Hedengren" userId="658bef35-c023-4c34-ad89-ec78a9d95ca6" providerId="ADAL" clId="{FBAF32F6-F88B-4240-8933-014DB28A2515}" dt="2024-09-04T05:49:54.686" v="4365" actId="478"/>
          <ac:spMkLst>
            <pc:docMk/>
            <pc:sldMk cId="2588217800" sldId="266"/>
            <ac:spMk id="140" creationId="{15DAE757-9B63-D5C2-1848-C67799642207}"/>
          </ac:spMkLst>
        </pc:spChg>
        <pc:spChg chg="add del mod">
          <ac:chgData name="David Hedengren" userId="658bef35-c023-4c34-ad89-ec78a9d95ca6" providerId="ADAL" clId="{FBAF32F6-F88B-4240-8933-014DB28A2515}" dt="2024-09-04T05:51:14.765" v="4394" actId="478"/>
          <ac:spMkLst>
            <pc:docMk/>
            <pc:sldMk cId="2588217800" sldId="266"/>
            <ac:spMk id="141" creationId="{D2F5DD4A-419F-8B39-B8C6-AF1CBA16000D}"/>
          </ac:spMkLst>
        </pc:spChg>
        <pc:spChg chg="add del mod">
          <ac:chgData name="David Hedengren" userId="658bef35-c023-4c34-ad89-ec78a9d95ca6" providerId="ADAL" clId="{FBAF32F6-F88B-4240-8933-014DB28A2515}" dt="2024-09-04T05:51:14.765" v="4394" actId="478"/>
          <ac:spMkLst>
            <pc:docMk/>
            <pc:sldMk cId="2588217800" sldId="266"/>
            <ac:spMk id="142" creationId="{F956DA38-F539-28E2-524E-A51D633263CD}"/>
          </ac:spMkLst>
        </pc:spChg>
        <pc:spChg chg="add mod">
          <ac:chgData name="David Hedengren" userId="658bef35-c023-4c34-ad89-ec78a9d95ca6" providerId="ADAL" clId="{FBAF32F6-F88B-4240-8933-014DB28A2515}" dt="2024-09-04T05:51:08.605" v="4393" actId="1076"/>
          <ac:spMkLst>
            <pc:docMk/>
            <pc:sldMk cId="2588217800" sldId="266"/>
            <ac:spMk id="143" creationId="{4994FBB2-165A-987E-4F90-8B99A8A92364}"/>
          </ac:spMkLst>
        </pc:spChg>
        <pc:spChg chg="add mod">
          <ac:chgData name="David Hedengren" userId="658bef35-c023-4c34-ad89-ec78a9d95ca6" providerId="ADAL" clId="{FBAF32F6-F88B-4240-8933-014DB28A2515}" dt="2024-09-04T05:51:08.605" v="4393" actId="1076"/>
          <ac:spMkLst>
            <pc:docMk/>
            <pc:sldMk cId="2588217800" sldId="266"/>
            <ac:spMk id="144" creationId="{4CD033C9-93CE-1F61-ACC5-DFE64E92863D}"/>
          </ac:spMkLst>
        </pc:spChg>
        <pc:spChg chg="add del mod">
          <ac:chgData name="David Hedengren" userId="658bef35-c023-4c34-ad89-ec78a9d95ca6" providerId="ADAL" clId="{FBAF32F6-F88B-4240-8933-014DB28A2515}" dt="2024-09-04T05:50:23.130" v="4374" actId="478"/>
          <ac:spMkLst>
            <pc:docMk/>
            <pc:sldMk cId="2588217800" sldId="266"/>
            <ac:spMk id="145" creationId="{34624FE9-1D93-1889-714A-08311F6B0192}"/>
          </ac:spMkLst>
        </pc:spChg>
        <pc:spChg chg="add mod">
          <ac:chgData name="David Hedengren" userId="658bef35-c023-4c34-ad89-ec78a9d95ca6" providerId="ADAL" clId="{FBAF32F6-F88B-4240-8933-014DB28A2515}" dt="2024-09-04T05:51:08.605" v="4393" actId="1076"/>
          <ac:spMkLst>
            <pc:docMk/>
            <pc:sldMk cId="2588217800" sldId="266"/>
            <ac:spMk id="146" creationId="{183F0B26-9472-0E95-F5CB-EE448DE52FEA}"/>
          </ac:spMkLst>
        </pc:spChg>
        <pc:spChg chg="add mod">
          <ac:chgData name="David Hedengren" userId="658bef35-c023-4c34-ad89-ec78a9d95ca6" providerId="ADAL" clId="{FBAF32F6-F88B-4240-8933-014DB28A2515}" dt="2024-09-04T05:51:08.605" v="4393" actId="1076"/>
          <ac:spMkLst>
            <pc:docMk/>
            <pc:sldMk cId="2588217800" sldId="266"/>
            <ac:spMk id="147" creationId="{FCEF75C2-84CF-6730-9343-05B6B3555563}"/>
          </ac:spMkLst>
        </pc:spChg>
        <pc:spChg chg="add mod">
          <ac:chgData name="David Hedengren" userId="658bef35-c023-4c34-ad89-ec78a9d95ca6" providerId="ADAL" clId="{FBAF32F6-F88B-4240-8933-014DB28A2515}" dt="2024-09-04T05:51:27.467" v="4397" actId="1076"/>
          <ac:spMkLst>
            <pc:docMk/>
            <pc:sldMk cId="2588217800" sldId="266"/>
            <ac:spMk id="148" creationId="{5FB25958-A184-0556-114B-E45A4AA4FB07}"/>
          </ac:spMkLst>
        </pc:spChg>
        <pc:spChg chg="add mod">
          <ac:chgData name="David Hedengren" userId="658bef35-c023-4c34-ad89-ec78a9d95ca6" providerId="ADAL" clId="{FBAF32F6-F88B-4240-8933-014DB28A2515}" dt="2024-09-04T05:51:29.096" v="4398" actId="20577"/>
          <ac:spMkLst>
            <pc:docMk/>
            <pc:sldMk cId="2588217800" sldId="266"/>
            <ac:spMk id="149" creationId="{591B23E5-A1A6-10A2-2CE7-5E2084A3BB36}"/>
          </ac:spMkLst>
        </pc:spChg>
        <pc:spChg chg="add mod">
          <ac:chgData name="David Hedengren" userId="658bef35-c023-4c34-ad89-ec78a9d95ca6" providerId="ADAL" clId="{FBAF32F6-F88B-4240-8933-014DB28A2515}" dt="2024-09-04T05:51:40.066" v="4405" actId="1037"/>
          <ac:spMkLst>
            <pc:docMk/>
            <pc:sldMk cId="2588217800" sldId="266"/>
            <ac:spMk id="150" creationId="{6762672E-3965-A993-8F71-1D2134C6DC44}"/>
          </ac:spMkLst>
        </pc:spChg>
        <pc:spChg chg="add mod">
          <ac:chgData name="David Hedengren" userId="658bef35-c023-4c34-ad89-ec78a9d95ca6" providerId="ADAL" clId="{FBAF32F6-F88B-4240-8933-014DB28A2515}" dt="2024-09-04T05:51:42.708" v="4406" actId="20577"/>
          <ac:spMkLst>
            <pc:docMk/>
            <pc:sldMk cId="2588217800" sldId="266"/>
            <ac:spMk id="151" creationId="{04F4834B-E356-D7EA-1B2A-6BEE63EC898F}"/>
          </ac:spMkLst>
        </pc:spChg>
        <pc:spChg chg="add mod">
          <ac:chgData name="David Hedengren" userId="658bef35-c023-4c34-ad89-ec78a9d95ca6" providerId="ADAL" clId="{FBAF32F6-F88B-4240-8933-014DB28A2515}" dt="2024-09-04T05:51:53.461" v="4411" actId="1076"/>
          <ac:spMkLst>
            <pc:docMk/>
            <pc:sldMk cId="2588217800" sldId="266"/>
            <ac:spMk id="152" creationId="{D6853789-B7D1-55CD-C0AF-2FB8E0630375}"/>
          </ac:spMkLst>
        </pc:spChg>
        <pc:spChg chg="add mod">
          <ac:chgData name="David Hedengren" userId="658bef35-c023-4c34-ad89-ec78a9d95ca6" providerId="ADAL" clId="{FBAF32F6-F88B-4240-8933-014DB28A2515}" dt="2024-09-04T05:56:10.916" v="4560" actId="20577"/>
          <ac:spMkLst>
            <pc:docMk/>
            <pc:sldMk cId="2588217800" sldId="266"/>
            <ac:spMk id="153" creationId="{4ECC7EA0-F461-FCBF-D4CA-64027C71B9CD}"/>
          </ac:spMkLst>
        </pc:spChg>
        <pc:spChg chg="add mod">
          <ac:chgData name="David Hedengren" userId="658bef35-c023-4c34-ad89-ec78a9d95ca6" providerId="ADAL" clId="{FBAF32F6-F88B-4240-8933-014DB28A2515}" dt="2024-09-04T05:52:03.555" v="4417" actId="1076"/>
          <ac:spMkLst>
            <pc:docMk/>
            <pc:sldMk cId="2588217800" sldId="266"/>
            <ac:spMk id="154" creationId="{050D1FC2-5D4B-86A8-810E-D90734C316BC}"/>
          </ac:spMkLst>
        </pc:spChg>
        <pc:spChg chg="add mod">
          <ac:chgData name="David Hedengren" userId="658bef35-c023-4c34-ad89-ec78a9d95ca6" providerId="ADAL" clId="{FBAF32F6-F88B-4240-8933-014DB28A2515}" dt="2024-09-04T05:52:04.950" v="4418" actId="20577"/>
          <ac:spMkLst>
            <pc:docMk/>
            <pc:sldMk cId="2588217800" sldId="266"/>
            <ac:spMk id="155" creationId="{BB381C2F-A147-6FEC-BE02-7B09037DD799}"/>
          </ac:spMkLst>
        </pc:spChg>
        <pc:spChg chg="add mod">
          <ac:chgData name="David Hedengren" userId="658bef35-c023-4c34-ad89-ec78a9d95ca6" providerId="ADAL" clId="{FBAF32F6-F88B-4240-8933-014DB28A2515}" dt="2024-09-04T05:52:27.834" v="4425" actId="1076"/>
          <ac:spMkLst>
            <pc:docMk/>
            <pc:sldMk cId="2588217800" sldId="266"/>
            <ac:spMk id="156" creationId="{9324825B-A042-2093-4202-06E7DDCBEE8B}"/>
          </ac:spMkLst>
        </pc:spChg>
        <pc:spChg chg="add mod">
          <ac:chgData name="David Hedengren" userId="658bef35-c023-4c34-ad89-ec78a9d95ca6" providerId="ADAL" clId="{FBAF32F6-F88B-4240-8933-014DB28A2515}" dt="2024-09-04T05:52:27.834" v="4425" actId="1076"/>
          <ac:spMkLst>
            <pc:docMk/>
            <pc:sldMk cId="2588217800" sldId="266"/>
            <ac:spMk id="157" creationId="{30F94F03-6A43-297C-BB10-6BE3EE5F8E6C}"/>
          </ac:spMkLst>
        </pc:spChg>
        <pc:spChg chg="add mod">
          <ac:chgData name="David Hedengren" userId="658bef35-c023-4c34-ad89-ec78a9d95ca6" providerId="ADAL" clId="{FBAF32F6-F88B-4240-8933-014DB28A2515}" dt="2024-09-04T05:52:41.132" v="4430" actId="1036"/>
          <ac:spMkLst>
            <pc:docMk/>
            <pc:sldMk cId="2588217800" sldId="266"/>
            <ac:spMk id="158" creationId="{DDCB984B-8AA1-CB44-A5E2-3E55B3873702}"/>
          </ac:spMkLst>
        </pc:spChg>
        <pc:spChg chg="add mod">
          <ac:chgData name="David Hedengren" userId="658bef35-c023-4c34-ad89-ec78a9d95ca6" providerId="ADAL" clId="{FBAF32F6-F88B-4240-8933-014DB28A2515}" dt="2024-09-04T05:52:41.132" v="4430" actId="1036"/>
          <ac:spMkLst>
            <pc:docMk/>
            <pc:sldMk cId="2588217800" sldId="266"/>
            <ac:spMk id="159" creationId="{42F6569F-8A0D-828B-1F97-B3CAC04523C9}"/>
          </ac:spMkLst>
        </pc:spChg>
        <pc:spChg chg="add mod">
          <ac:chgData name="David Hedengren" userId="658bef35-c023-4c34-ad89-ec78a9d95ca6" providerId="ADAL" clId="{FBAF32F6-F88B-4240-8933-014DB28A2515}" dt="2024-09-04T05:52:49.181" v="4433" actId="1076"/>
          <ac:spMkLst>
            <pc:docMk/>
            <pc:sldMk cId="2588217800" sldId="266"/>
            <ac:spMk id="160" creationId="{15F9E240-4198-56C9-704A-C8A8A37765C6}"/>
          </ac:spMkLst>
        </pc:spChg>
        <pc:spChg chg="add mod">
          <ac:chgData name="David Hedengren" userId="658bef35-c023-4c34-ad89-ec78a9d95ca6" providerId="ADAL" clId="{FBAF32F6-F88B-4240-8933-014DB28A2515}" dt="2024-09-04T05:56:36.932" v="4561" actId="20577"/>
          <ac:spMkLst>
            <pc:docMk/>
            <pc:sldMk cId="2588217800" sldId="266"/>
            <ac:spMk id="161" creationId="{6B3E9EA2-5C80-DC55-04BB-119F0018E4FB}"/>
          </ac:spMkLst>
        </pc:spChg>
        <pc:spChg chg="add mod">
          <ac:chgData name="David Hedengren" userId="658bef35-c023-4c34-ad89-ec78a9d95ca6" providerId="ADAL" clId="{FBAF32F6-F88B-4240-8933-014DB28A2515}" dt="2024-09-04T05:53:03.589" v="4440" actId="1076"/>
          <ac:spMkLst>
            <pc:docMk/>
            <pc:sldMk cId="2588217800" sldId="266"/>
            <ac:spMk id="162" creationId="{8FDF3833-050E-9947-7540-5415896B58C7}"/>
          </ac:spMkLst>
        </pc:spChg>
        <pc:spChg chg="add mod">
          <ac:chgData name="David Hedengren" userId="658bef35-c023-4c34-ad89-ec78a9d95ca6" providerId="ADAL" clId="{FBAF32F6-F88B-4240-8933-014DB28A2515}" dt="2024-09-04T05:53:03.589" v="4440" actId="1076"/>
          <ac:spMkLst>
            <pc:docMk/>
            <pc:sldMk cId="2588217800" sldId="266"/>
            <ac:spMk id="163" creationId="{B3DEA422-37A9-3DC2-30C8-D9497D80BD42}"/>
          </ac:spMkLst>
        </pc:spChg>
        <pc:spChg chg="add del mod">
          <ac:chgData name="David Hedengren" userId="658bef35-c023-4c34-ad89-ec78a9d95ca6" providerId="ADAL" clId="{FBAF32F6-F88B-4240-8933-014DB28A2515}" dt="2024-09-04T05:53:07.070" v="4443"/>
          <ac:spMkLst>
            <pc:docMk/>
            <pc:sldMk cId="2588217800" sldId="266"/>
            <ac:spMk id="164" creationId="{775D4C7E-56A8-A562-DC83-761571003C34}"/>
          </ac:spMkLst>
        </pc:spChg>
        <pc:spChg chg="add del mod">
          <ac:chgData name="David Hedengren" userId="658bef35-c023-4c34-ad89-ec78a9d95ca6" providerId="ADAL" clId="{FBAF32F6-F88B-4240-8933-014DB28A2515}" dt="2024-09-04T05:53:07.070" v="4443"/>
          <ac:spMkLst>
            <pc:docMk/>
            <pc:sldMk cId="2588217800" sldId="266"/>
            <ac:spMk id="165" creationId="{73B40759-2CA9-EA2F-6E29-B555637B0CE4}"/>
          </ac:spMkLst>
        </pc:spChg>
        <pc:spChg chg="add mod">
          <ac:chgData name="David Hedengren" userId="658bef35-c023-4c34-ad89-ec78a9d95ca6" providerId="ADAL" clId="{FBAF32F6-F88B-4240-8933-014DB28A2515}" dt="2024-09-04T05:53:12.458" v="4445" actId="1076"/>
          <ac:spMkLst>
            <pc:docMk/>
            <pc:sldMk cId="2588217800" sldId="266"/>
            <ac:spMk id="166" creationId="{DC2BDA18-0481-E778-4045-F00BE156DD4E}"/>
          </ac:spMkLst>
        </pc:spChg>
        <pc:spChg chg="add mod">
          <ac:chgData name="David Hedengren" userId="658bef35-c023-4c34-ad89-ec78a9d95ca6" providerId="ADAL" clId="{FBAF32F6-F88B-4240-8933-014DB28A2515}" dt="2024-09-04T05:56:44.365" v="4562" actId="20577"/>
          <ac:spMkLst>
            <pc:docMk/>
            <pc:sldMk cId="2588217800" sldId="266"/>
            <ac:spMk id="167" creationId="{F19AA433-8AE9-762C-2C81-E54F7A463E83}"/>
          </ac:spMkLst>
        </pc:spChg>
        <pc:spChg chg="add mod">
          <ac:chgData name="David Hedengren" userId="658bef35-c023-4c34-ad89-ec78a9d95ca6" providerId="ADAL" clId="{FBAF32F6-F88B-4240-8933-014DB28A2515}" dt="2024-09-04T05:53:27.525" v="4450" actId="1076"/>
          <ac:spMkLst>
            <pc:docMk/>
            <pc:sldMk cId="2588217800" sldId="266"/>
            <ac:spMk id="168" creationId="{08A48D36-4124-F703-D057-B4B36E23A370}"/>
          </ac:spMkLst>
        </pc:spChg>
        <pc:spChg chg="add mod">
          <ac:chgData name="David Hedengren" userId="658bef35-c023-4c34-ad89-ec78a9d95ca6" providerId="ADAL" clId="{FBAF32F6-F88B-4240-8933-014DB28A2515}" dt="2024-09-04T05:53:27.525" v="4450" actId="1076"/>
          <ac:spMkLst>
            <pc:docMk/>
            <pc:sldMk cId="2588217800" sldId="266"/>
            <ac:spMk id="169" creationId="{F1982970-99DD-4B2B-7E83-EF1681054715}"/>
          </ac:spMkLst>
        </pc:spChg>
        <pc:spChg chg="add mod">
          <ac:chgData name="David Hedengren" userId="658bef35-c023-4c34-ad89-ec78a9d95ca6" providerId="ADAL" clId="{FBAF32F6-F88B-4240-8933-014DB28A2515}" dt="2024-09-04T05:53:34.210" v="4453" actId="1076"/>
          <ac:spMkLst>
            <pc:docMk/>
            <pc:sldMk cId="2588217800" sldId="266"/>
            <ac:spMk id="170" creationId="{6AA9EC40-9F9A-2A44-6382-AB1825CCBB26}"/>
          </ac:spMkLst>
        </pc:spChg>
        <pc:spChg chg="add mod">
          <ac:chgData name="David Hedengren" userId="658bef35-c023-4c34-ad89-ec78a9d95ca6" providerId="ADAL" clId="{FBAF32F6-F88B-4240-8933-014DB28A2515}" dt="2024-09-04T05:53:35.928" v="4454" actId="20577"/>
          <ac:spMkLst>
            <pc:docMk/>
            <pc:sldMk cId="2588217800" sldId="266"/>
            <ac:spMk id="171" creationId="{D7E3BC36-7706-3010-65E8-DB1E4D38B6BF}"/>
          </ac:spMkLst>
        </pc:spChg>
        <pc:spChg chg="add mod">
          <ac:chgData name="David Hedengren" userId="658bef35-c023-4c34-ad89-ec78a9d95ca6" providerId="ADAL" clId="{FBAF32F6-F88B-4240-8933-014DB28A2515}" dt="2024-09-04T05:53:42.908" v="4457" actId="1076"/>
          <ac:spMkLst>
            <pc:docMk/>
            <pc:sldMk cId="2588217800" sldId="266"/>
            <ac:spMk id="172" creationId="{AAC1F86C-6F11-6234-3CCC-3BD3A1543082}"/>
          </ac:spMkLst>
        </pc:spChg>
        <pc:spChg chg="add mod">
          <ac:chgData name="David Hedengren" userId="658bef35-c023-4c34-ad89-ec78a9d95ca6" providerId="ADAL" clId="{FBAF32F6-F88B-4240-8933-014DB28A2515}" dt="2024-09-04T05:56:04.886" v="4557" actId="20577"/>
          <ac:spMkLst>
            <pc:docMk/>
            <pc:sldMk cId="2588217800" sldId="266"/>
            <ac:spMk id="173" creationId="{BCAA3D6C-3B68-2965-2D54-D62B96E7561C}"/>
          </ac:spMkLst>
        </pc:spChg>
        <pc:spChg chg="add mod">
          <ac:chgData name="David Hedengren" userId="658bef35-c023-4c34-ad89-ec78a9d95ca6" providerId="ADAL" clId="{FBAF32F6-F88B-4240-8933-014DB28A2515}" dt="2024-09-04T05:53:52.655" v="4462" actId="1035"/>
          <ac:spMkLst>
            <pc:docMk/>
            <pc:sldMk cId="2588217800" sldId="266"/>
            <ac:spMk id="174" creationId="{08A331E6-0ABB-6635-D197-E63C7D8C295B}"/>
          </ac:spMkLst>
        </pc:spChg>
        <pc:spChg chg="add mod">
          <ac:chgData name="David Hedengren" userId="658bef35-c023-4c34-ad89-ec78a9d95ca6" providerId="ADAL" clId="{FBAF32F6-F88B-4240-8933-014DB28A2515}" dt="2024-09-04T05:53:54.500" v="4463" actId="20577"/>
          <ac:spMkLst>
            <pc:docMk/>
            <pc:sldMk cId="2588217800" sldId="266"/>
            <ac:spMk id="175" creationId="{774A1877-F9DB-038F-24FB-B0FCB1FCC39B}"/>
          </ac:spMkLst>
        </pc:spChg>
        <pc:grpChg chg="add del mod">
          <ac:chgData name="David Hedengren" userId="658bef35-c023-4c34-ad89-ec78a9d95ca6" providerId="ADAL" clId="{FBAF32F6-F88B-4240-8933-014DB28A2515}" dt="2024-09-03T08:16:18.254" v="2690" actId="478"/>
          <ac:grpSpMkLst>
            <pc:docMk/>
            <pc:sldMk cId="2588217800" sldId="266"/>
            <ac:grpSpMk id="2" creationId="{73E7B0B1-783A-4616-4B97-9302360B7414}"/>
          </ac:grpSpMkLst>
        </pc:grpChg>
        <pc:grpChg chg="add del mod">
          <ac:chgData name="David Hedengren" userId="658bef35-c023-4c34-ad89-ec78a9d95ca6" providerId="ADAL" clId="{FBAF32F6-F88B-4240-8933-014DB28A2515}" dt="2024-09-03T08:16:18.254" v="2690" actId="478"/>
          <ac:grpSpMkLst>
            <pc:docMk/>
            <pc:sldMk cId="2588217800" sldId="266"/>
            <ac:grpSpMk id="8" creationId="{73E7B0B1-783A-4616-4B97-9302360B7414}"/>
          </ac:grpSpMkLst>
        </pc:grpChg>
        <pc:grpChg chg="add del mod">
          <ac:chgData name="David Hedengren" userId="658bef35-c023-4c34-ad89-ec78a9d95ca6" providerId="ADAL" clId="{FBAF32F6-F88B-4240-8933-014DB28A2515}" dt="2024-09-03T08:16:18.254" v="2690" actId="478"/>
          <ac:grpSpMkLst>
            <pc:docMk/>
            <pc:sldMk cId="2588217800" sldId="266"/>
            <ac:grpSpMk id="14" creationId="{73E7B0B1-783A-4616-4B97-9302360B7414}"/>
          </ac:grpSpMkLst>
        </pc:grpChg>
        <pc:grpChg chg="add del mod">
          <ac:chgData name="David Hedengren" userId="658bef35-c023-4c34-ad89-ec78a9d95ca6" providerId="ADAL" clId="{FBAF32F6-F88B-4240-8933-014DB28A2515}" dt="2024-09-03T08:16:18.254" v="2690" actId="478"/>
          <ac:grpSpMkLst>
            <pc:docMk/>
            <pc:sldMk cId="2588217800" sldId="266"/>
            <ac:grpSpMk id="20" creationId="{73E7B0B1-783A-4616-4B97-9302360B7414}"/>
          </ac:grpSpMkLst>
        </pc:grpChg>
        <pc:grpChg chg="add mod">
          <ac:chgData name="David Hedengren" userId="658bef35-c023-4c34-ad89-ec78a9d95ca6" providerId="ADAL" clId="{FBAF32F6-F88B-4240-8933-014DB28A2515}" dt="2024-09-03T08:14:59.726" v="2683"/>
          <ac:grpSpMkLst>
            <pc:docMk/>
            <pc:sldMk cId="2588217800" sldId="266"/>
            <ac:grpSpMk id="26" creationId="{73E7B0B1-783A-4616-4B97-9302360B7414}"/>
          </ac:grpSpMkLst>
        </pc:grpChg>
        <pc:grpChg chg="add del mod">
          <ac:chgData name="David Hedengren" userId="658bef35-c023-4c34-ad89-ec78a9d95ca6" providerId="ADAL" clId="{FBAF32F6-F88B-4240-8933-014DB28A2515}" dt="2024-09-03T08:16:18.254" v="2690" actId="478"/>
          <ac:grpSpMkLst>
            <pc:docMk/>
            <pc:sldMk cId="2588217800" sldId="266"/>
            <ac:grpSpMk id="32" creationId="{15D51D48-A80A-FD0F-DF02-433D20E3FD2A}"/>
          </ac:grpSpMkLst>
        </pc:grpChg>
        <pc:grpChg chg="add del mod">
          <ac:chgData name="David Hedengren" userId="658bef35-c023-4c34-ad89-ec78a9d95ca6" providerId="ADAL" clId="{FBAF32F6-F88B-4240-8933-014DB28A2515}" dt="2024-09-03T08:16:18.254" v="2690" actId="478"/>
          <ac:grpSpMkLst>
            <pc:docMk/>
            <pc:sldMk cId="2588217800" sldId="266"/>
            <ac:grpSpMk id="38" creationId="{93F0B79F-7D08-4379-CFDB-01B3A8F089AC}"/>
          </ac:grpSpMkLst>
        </pc:grpChg>
        <pc:grpChg chg="add del mod">
          <ac:chgData name="David Hedengren" userId="658bef35-c023-4c34-ad89-ec78a9d95ca6" providerId="ADAL" clId="{FBAF32F6-F88B-4240-8933-014DB28A2515}" dt="2024-09-03T08:16:18.254" v="2690" actId="478"/>
          <ac:grpSpMkLst>
            <pc:docMk/>
            <pc:sldMk cId="2588217800" sldId="266"/>
            <ac:grpSpMk id="44" creationId="{F29FECBE-E54D-A2CF-0415-0180076DD9EE}"/>
          </ac:grpSpMkLst>
        </pc:grpChg>
        <pc:grpChg chg="add del mod">
          <ac:chgData name="David Hedengren" userId="658bef35-c023-4c34-ad89-ec78a9d95ca6" providerId="ADAL" clId="{FBAF32F6-F88B-4240-8933-014DB28A2515}" dt="2024-09-03T08:16:18.254" v="2690" actId="478"/>
          <ac:grpSpMkLst>
            <pc:docMk/>
            <pc:sldMk cId="2588217800" sldId="266"/>
            <ac:grpSpMk id="50" creationId="{B5F0D05B-167D-5CE2-ED29-8F3AB22E7A01}"/>
          </ac:grpSpMkLst>
        </pc:grpChg>
        <pc:grpChg chg="add del mod">
          <ac:chgData name="David Hedengren" userId="658bef35-c023-4c34-ad89-ec78a9d95ca6" providerId="ADAL" clId="{FBAF32F6-F88B-4240-8933-014DB28A2515}" dt="2024-09-03T08:16:18.254" v="2690" actId="478"/>
          <ac:grpSpMkLst>
            <pc:docMk/>
            <pc:sldMk cId="2588217800" sldId="266"/>
            <ac:grpSpMk id="56" creationId="{0772A71C-0212-4EB2-98C1-D642C10F3324}"/>
          </ac:grpSpMkLst>
        </pc:grpChg>
        <pc:grpChg chg="add del mod">
          <ac:chgData name="David Hedengren" userId="658bef35-c023-4c34-ad89-ec78a9d95ca6" providerId="ADAL" clId="{FBAF32F6-F88B-4240-8933-014DB28A2515}" dt="2024-09-03T08:16:18.254" v="2690" actId="478"/>
          <ac:grpSpMkLst>
            <pc:docMk/>
            <pc:sldMk cId="2588217800" sldId="266"/>
            <ac:grpSpMk id="62" creationId="{D9F77E0E-DA04-237A-9EB5-A4BF36C079A1}"/>
          </ac:grpSpMkLst>
        </pc:grpChg>
        <pc:grpChg chg="add del mod">
          <ac:chgData name="David Hedengren" userId="658bef35-c023-4c34-ad89-ec78a9d95ca6" providerId="ADAL" clId="{FBAF32F6-F88B-4240-8933-014DB28A2515}" dt="2024-09-03T08:16:18.254" v="2690" actId="478"/>
          <ac:grpSpMkLst>
            <pc:docMk/>
            <pc:sldMk cId="2588217800" sldId="266"/>
            <ac:grpSpMk id="68" creationId="{E24A2472-79C7-5107-C59B-AA5EB8F3F802}"/>
          </ac:grpSpMkLst>
        </pc:grpChg>
        <pc:grpChg chg="add del mod">
          <ac:chgData name="David Hedengren" userId="658bef35-c023-4c34-ad89-ec78a9d95ca6" providerId="ADAL" clId="{FBAF32F6-F88B-4240-8933-014DB28A2515}" dt="2024-09-03T08:16:18.254" v="2690" actId="478"/>
          <ac:grpSpMkLst>
            <pc:docMk/>
            <pc:sldMk cId="2588217800" sldId="266"/>
            <ac:grpSpMk id="74" creationId="{78EB0B37-851B-6B04-21EE-C5346CF58D12}"/>
          </ac:grpSpMkLst>
        </pc:grpChg>
        <pc:grpChg chg="add del mod">
          <ac:chgData name="David Hedengren" userId="658bef35-c023-4c34-ad89-ec78a9d95ca6" providerId="ADAL" clId="{FBAF32F6-F88B-4240-8933-014DB28A2515}" dt="2024-09-03T08:16:18.254" v="2690" actId="478"/>
          <ac:grpSpMkLst>
            <pc:docMk/>
            <pc:sldMk cId="2588217800" sldId="266"/>
            <ac:grpSpMk id="80" creationId="{E5B1BAE7-19A3-4F96-A207-CBA626734AA1}"/>
          </ac:grpSpMkLst>
        </pc:grpChg>
        <pc:grpChg chg="add del mod">
          <ac:chgData name="David Hedengren" userId="658bef35-c023-4c34-ad89-ec78a9d95ca6" providerId="ADAL" clId="{FBAF32F6-F88B-4240-8933-014DB28A2515}" dt="2024-09-03T08:16:18.254" v="2690" actId="478"/>
          <ac:grpSpMkLst>
            <pc:docMk/>
            <pc:sldMk cId="2588217800" sldId="266"/>
            <ac:grpSpMk id="86" creationId="{46B3285E-9253-710B-8AB9-31CD06569FCF}"/>
          </ac:grpSpMkLst>
        </pc:grpChg>
        <pc:grpChg chg="add del mod">
          <ac:chgData name="David Hedengren" userId="658bef35-c023-4c34-ad89-ec78a9d95ca6" providerId="ADAL" clId="{FBAF32F6-F88B-4240-8933-014DB28A2515}" dt="2024-09-03T08:16:18.254" v="2690" actId="478"/>
          <ac:grpSpMkLst>
            <pc:docMk/>
            <pc:sldMk cId="2588217800" sldId="266"/>
            <ac:grpSpMk id="92" creationId="{5478A8AF-4A41-B5CE-E7A5-8E500A1CD93B}"/>
          </ac:grpSpMkLst>
        </pc:grpChg>
        <pc:grpChg chg="add del mod">
          <ac:chgData name="David Hedengren" userId="658bef35-c023-4c34-ad89-ec78a9d95ca6" providerId="ADAL" clId="{FBAF32F6-F88B-4240-8933-014DB28A2515}" dt="2024-09-03T08:16:18.254" v="2690" actId="478"/>
          <ac:grpSpMkLst>
            <pc:docMk/>
            <pc:sldMk cId="2588217800" sldId="266"/>
            <ac:grpSpMk id="98" creationId="{9C87D67B-3702-DC92-AAFC-6AD3F42CF8AB}"/>
          </ac:grpSpMkLst>
        </pc:grpChg>
        <pc:cxnChg chg="add mod">
          <ac:chgData name="David Hedengren" userId="658bef35-c023-4c34-ad89-ec78a9d95ca6" providerId="ADAL" clId="{FBAF32F6-F88B-4240-8933-014DB28A2515}" dt="2024-09-03T08:14:46.279" v="2672"/>
          <ac:cxnSpMkLst>
            <pc:docMk/>
            <pc:sldMk cId="2588217800" sldId="266"/>
            <ac:cxnSpMk id="4" creationId="{017778EA-A5F6-7E7D-01A8-EE8598EAC7F3}"/>
          </ac:cxnSpMkLst>
        </pc:cxnChg>
        <pc:cxnChg chg="add mod">
          <ac:chgData name="David Hedengren" userId="658bef35-c023-4c34-ad89-ec78a9d95ca6" providerId="ADAL" clId="{FBAF32F6-F88B-4240-8933-014DB28A2515}" dt="2024-09-03T08:14:46.279" v="2672"/>
          <ac:cxnSpMkLst>
            <pc:docMk/>
            <pc:sldMk cId="2588217800" sldId="266"/>
            <ac:cxnSpMk id="5" creationId="{DF71BCB0-F885-6AE3-8E1F-9D11FFF5B049}"/>
          </ac:cxnSpMkLst>
        </pc:cxnChg>
        <pc:cxnChg chg="add mod">
          <ac:chgData name="David Hedengren" userId="658bef35-c023-4c34-ad89-ec78a9d95ca6" providerId="ADAL" clId="{FBAF32F6-F88B-4240-8933-014DB28A2515}" dt="2024-09-03T08:14:46.279" v="2672"/>
          <ac:cxnSpMkLst>
            <pc:docMk/>
            <pc:sldMk cId="2588217800" sldId="266"/>
            <ac:cxnSpMk id="6" creationId="{593BCB1B-9268-CA9F-62BD-AB91B812B1F2}"/>
          </ac:cxnSpMkLst>
        </pc:cxnChg>
        <pc:cxnChg chg="add mod">
          <ac:chgData name="David Hedengren" userId="658bef35-c023-4c34-ad89-ec78a9d95ca6" providerId="ADAL" clId="{FBAF32F6-F88B-4240-8933-014DB28A2515}" dt="2024-09-03T08:14:46.279" v="2672"/>
          <ac:cxnSpMkLst>
            <pc:docMk/>
            <pc:sldMk cId="2588217800" sldId="266"/>
            <ac:cxnSpMk id="7" creationId="{DC0F3B21-E063-1D32-E850-EBDC0BEAEE8B}"/>
          </ac:cxnSpMkLst>
        </pc:cxnChg>
        <pc:cxnChg chg="add mod">
          <ac:chgData name="David Hedengren" userId="658bef35-c023-4c34-ad89-ec78a9d95ca6" providerId="ADAL" clId="{FBAF32F6-F88B-4240-8933-014DB28A2515}" dt="2024-09-03T08:14:48.132" v="2674"/>
          <ac:cxnSpMkLst>
            <pc:docMk/>
            <pc:sldMk cId="2588217800" sldId="266"/>
            <ac:cxnSpMk id="10" creationId="{017778EA-A5F6-7E7D-01A8-EE8598EAC7F3}"/>
          </ac:cxnSpMkLst>
        </pc:cxnChg>
        <pc:cxnChg chg="add mod">
          <ac:chgData name="David Hedengren" userId="658bef35-c023-4c34-ad89-ec78a9d95ca6" providerId="ADAL" clId="{FBAF32F6-F88B-4240-8933-014DB28A2515}" dt="2024-09-03T08:14:48.132" v="2674"/>
          <ac:cxnSpMkLst>
            <pc:docMk/>
            <pc:sldMk cId="2588217800" sldId="266"/>
            <ac:cxnSpMk id="11" creationId="{DF71BCB0-F885-6AE3-8E1F-9D11FFF5B049}"/>
          </ac:cxnSpMkLst>
        </pc:cxnChg>
        <pc:cxnChg chg="add mod">
          <ac:chgData name="David Hedengren" userId="658bef35-c023-4c34-ad89-ec78a9d95ca6" providerId="ADAL" clId="{FBAF32F6-F88B-4240-8933-014DB28A2515}" dt="2024-09-03T08:14:48.132" v="2674"/>
          <ac:cxnSpMkLst>
            <pc:docMk/>
            <pc:sldMk cId="2588217800" sldId="266"/>
            <ac:cxnSpMk id="12" creationId="{593BCB1B-9268-CA9F-62BD-AB91B812B1F2}"/>
          </ac:cxnSpMkLst>
        </pc:cxnChg>
        <pc:cxnChg chg="add mod">
          <ac:chgData name="David Hedengren" userId="658bef35-c023-4c34-ad89-ec78a9d95ca6" providerId="ADAL" clId="{FBAF32F6-F88B-4240-8933-014DB28A2515}" dt="2024-09-03T08:14:48.132" v="2674"/>
          <ac:cxnSpMkLst>
            <pc:docMk/>
            <pc:sldMk cId="2588217800" sldId="266"/>
            <ac:cxnSpMk id="13" creationId="{DC0F3B21-E063-1D32-E850-EBDC0BEAEE8B}"/>
          </ac:cxnSpMkLst>
        </pc:cxnChg>
        <pc:cxnChg chg="add mod">
          <ac:chgData name="David Hedengren" userId="658bef35-c023-4c34-ad89-ec78a9d95ca6" providerId="ADAL" clId="{FBAF32F6-F88B-4240-8933-014DB28A2515}" dt="2024-09-03T08:14:50.855" v="2676"/>
          <ac:cxnSpMkLst>
            <pc:docMk/>
            <pc:sldMk cId="2588217800" sldId="266"/>
            <ac:cxnSpMk id="16" creationId="{017778EA-A5F6-7E7D-01A8-EE8598EAC7F3}"/>
          </ac:cxnSpMkLst>
        </pc:cxnChg>
        <pc:cxnChg chg="add mod">
          <ac:chgData name="David Hedengren" userId="658bef35-c023-4c34-ad89-ec78a9d95ca6" providerId="ADAL" clId="{FBAF32F6-F88B-4240-8933-014DB28A2515}" dt="2024-09-03T08:14:50.855" v="2676"/>
          <ac:cxnSpMkLst>
            <pc:docMk/>
            <pc:sldMk cId="2588217800" sldId="266"/>
            <ac:cxnSpMk id="17" creationId="{DF71BCB0-F885-6AE3-8E1F-9D11FFF5B049}"/>
          </ac:cxnSpMkLst>
        </pc:cxnChg>
        <pc:cxnChg chg="add mod">
          <ac:chgData name="David Hedengren" userId="658bef35-c023-4c34-ad89-ec78a9d95ca6" providerId="ADAL" clId="{FBAF32F6-F88B-4240-8933-014DB28A2515}" dt="2024-09-03T08:14:50.855" v="2676"/>
          <ac:cxnSpMkLst>
            <pc:docMk/>
            <pc:sldMk cId="2588217800" sldId="266"/>
            <ac:cxnSpMk id="18" creationId="{593BCB1B-9268-CA9F-62BD-AB91B812B1F2}"/>
          </ac:cxnSpMkLst>
        </pc:cxnChg>
        <pc:cxnChg chg="add mod">
          <ac:chgData name="David Hedengren" userId="658bef35-c023-4c34-ad89-ec78a9d95ca6" providerId="ADAL" clId="{FBAF32F6-F88B-4240-8933-014DB28A2515}" dt="2024-09-03T08:14:50.855" v="2676"/>
          <ac:cxnSpMkLst>
            <pc:docMk/>
            <pc:sldMk cId="2588217800" sldId="266"/>
            <ac:cxnSpMk id="19" creationId="{DC0F3B21-E063-1D32-E850-EBDC0BEAEE8B}"/>
          </ac:cxnSpMkLst>
        </pc:cxnChg>
        <pc:cxnChg chg="add mod">
          <ac:chgData name="David Hedengren" userId="658bef35-c023-4c34-ad89-ec78a9d95ca6" providerId="ADAL" clId="{FBAF32F6-F88B-4240-8933-014DB28A2515}" dt="2024-09-03T08:14:53.067" v="2678"/>
          <ac:cxnSpMkLst>
            <pc:docMk/>
            <pc:sldMk cId="2588217800" sldId="266"/>
            <ac:cxnSpMk id="22" creationId="{017778EA-A5F6-7E7D-01A8-EE8598EAC7F3}"/>
          </ac:cxnSpMkLst>
        </pc:cxnChg>
        <pc:cxnChg chg="add mod">
          <ac:chgData name="David Hedengren" userId="658bef35-c023-4c34-ad89-ec78a9d95ca6" providerId="ADAL" clId="{FBAF32F6-F88B-4240-8933-014DB28A2515}" dt="2024-09-03T08:14:53.067" v="2678"/>
          <ac:cxnSpMkLst>
            <pc:docMk/>
            <pc:sldMk cId="2588217800" sldId="266"/>
            <ac:cxnSpMk id="23" creationId="{DF71BCB0-F885-6AE3-8E1F-9D11FFF5B049}"/>
          </ac:cxnSpMkLst>
        </pc:cxnChg>
        <pc:cxnChg chg="add mod">
          <ac:chgData name="David Hedengren" userId="658bef35-c023-4c34-ad89-ec78a9d95ca6" providerId="ADAL" clId="{FBAF32F6-F88B-4240-8933-014DB28A2515}" dt="2024-09-03T08:14:53.067" v="2678"/>
          <ac:cxnSpMkLst>
            <pc:docMk/>
            <pc:sldMk cId="2588217800" sldId="266"/>
            <ac:cxnSpMk id="24" creationId="{593BCB1B-9268-CA9F-62BD-AB91B812B1F2}"/>
          </ac:cxnSpMkLst>
        </pc:cxnChg>
        <pc:cxnChg chg="add mod">
          <ac:chgData name="David Hedengren" userId="658bef35-c023-4c34-ad89-ec78a9d95ca6" providerId="ADAL" clId="{FBAF32F6-F88B-4240-8933-014DB28A2515}" dt="2024-09-03T08:14:53.067" v="2678"/>
          <ac:cxnSpMkLst>
            <pc:docMk/>
            <pc:sldMk cId="2588217800" sldId="266"/>
            <ac:cxnSpMk id="25" creationId="{DC0F3B21-E063-1D32-E850-EBDC0BEAEE8B}"/>
          </ac:cxnSpMkLst>
        </pc:cxnChg>
        <pc:cxnChg chg="add mod">
          <ac:chgData name="David Hedengren" userId="658bef35-c023-4c34-ad89-ec78a9d95ca6" providerId="ADAL" clId="{FBAF32F6-F88B-4240-8933-014DB28A2515}" dt="2024-09-03T08:14:59.726" v="2683"/>
          <ac:cxnSpMkLst>
            <pc:docMk/>
            <pc:sldMk cId="2588217800" sldId="266"/>
            <ac:cxnSpMk id="28" creationId="{017778EA-A5F6-7E7D-01A8-EE8598EAC7F3}"/>
          </ac:cxnSpMkLst>
        </pc:cxnChg>
        <pc:cxnChg chg="add mod">
          <ac:chgData name="David Hedengren" userId="658bef35-c023-4c34-ad89-ec78a9d95ca6" providerId="ADAL" clId="{FBAF32F6-F88B-4240-8933-014DB28A2515}" dt="2024-09-03T08:14:59.726" v="2683"/>
          <ac:cxnSpMkLst>
            <pc:docMk/>
            <pc:sldMk cId="2588217800" sldId="266"/>
            <ac:cxnSpMk id="29" creationId="{DF71BCB0-F885-6AE3-8E1F-9D11FFF5B049}"/>
          </ac:cxnSpMkLst>
        </pc:cxnChg>
        <pc:cxnChg chg="add mod">
          <ac:chgData name="David Hedengren" userId="658bef35-c023-4c34-ad89-ec78a9d95ca6" providerId="ADAL" clId="{FBAF32F6-F88B-4240-8933-014DB28A2515}" dt="2024-09-03T08:14:59.726" v="2683"/>
          <ac:cxnSpMkLst>
            <pc:docMk/>
            <pc:sldMk cId="2588217800" sldId="266"/>
            <ac:cxnSpMk id="30" creationId="{593BCB1B-9268-CA9F-62BD-AB91B812B1F2}"/>
          </ac:cxnSpMkLst>
        </pc:cxnChg>
        <pc:cxnChg chg="add mod">
          <ac:chgData name="David Hedengren" userId="658bef35-c023-4c34-ad89-ec78a9d95ca6" providerId="ADAL" clId="{FBAF32F6-F88B-4240-8933-014DB28A2515}" dt="2024-09-03T08:14:59.726" v="2683"/>
          <ac:cxnSpMkLst>
            <pc:docMk/>
            <pc:sldMk cId="2588217800" sldId="266"/>
            <ac:cxnSpMk id="31" creationId="{DC0F3B21-E063-1D32-E850-EBDC0BEAEE8B}"/>
          </ac:cxnSpMkLst>
        </pc:cxnChg>
        <pc:cxnChg chg="mod">
          <ac:chgData name="David Hedengren" userId="658bef35-c023-4c34-ad89-ec78a9d95ca6" providerId="ADAL" clId="{FBAF32F6-F88B-4240-8933-014DB28A2515}" dt="2024-09-03T08:15:01.277" v="2684"/>
          <ac:cxnSpMkLst>
            <pc:docMk/>
            <pc:sldMk cId="2588217800" sldId="266"/>
            <ac:cxnSpMk id="34" creationId="{AD4822AE-29B5-7EDD-98D5-265D117CA943}"/>
          </ac:cxnSpMkLst>
        </pc:cxnChg>
        <pc:cxnChg chg="mod">
          <ac:chgData name="David Hedengren" userId="658bef35-c023-4c34-ad89-ec78a9d95ca6" providerId="ADAL" clId="{FBAF32F6-F88B-4240-8933-014DB28A2515}" dt="2024-09-03T08:15:01.277" v="2684"/>
          <ac:cxnSpMkLst>
            <pc:docMk/>
            <pc:sldMk cId="2588217800" sldId="266"/>
            <ac:cxnSpMk id="35" creationId="{FDF89FA3-1A49-EF04-DD5D-A1013B31A257}"/>
          </ac:cxnSpMkLst>
        </pc:cxnChg>
        <pc:cxnChg chg="mod">
          <ac:chgData name="David Hedengren" userId="658bef35-c023-4c34-ad89-ec78a9d95ca6" providerId="ADAL" clId="{FBAF32F6-F88B-4240-8933-014DB28A2515}" dt="2024-09-03T08:15:01.277" v="2684"/>
          <ac:cxnSpMkLst>
            <pc:docMk/>
            <pc:sldMk cId="2588217800" sldId="266"/>
            <ac:cxnSpMk id="36" creationId="{3565B56E-D21F-32FA-0BE0-826E0C597512}"/>
          </ac:cxnSpMkLst>
        </pc:cxnChg>
        <pc:cxnChg chg="mod">
          <ac:chgData name="David Hedengren" userId="658bef35-c023-4c34-ad89-ec78a9d95ca6" providerId="ADAL" clId="{FBAF32F6-F88B-4240-8933-014DB28A2515}" dt="2024-09-03T08:15:01.277" v="2684"/>
          <ac:cxnSpMkLst>
            <pc:docMk/>
            <pc:sldMk cId="2588217800" sldId="266"/>
            <ac:cxnSpMk id="37" creationId="{44CDAD68-20C1-4A9D-A425-25EF2EE83653}"/>
          </ac:cxnSpMkLst>
        </pc:cxnChg>
        <pc:cxnChg chg="mod">
          <ac:chgData name="David Hedengren" userId="658bef35-c023-4c34-ad89-ec78a9d95ca6" providerId="ADAL" clId="{FBAF32F6-F88B-4240-8933-014DB28A2515}" dt="2024-09-03T08:15:01.277" v="2684"/>
          <ac:cxnSpMkLst>
            <pc:docMk/>
            <pc:sldMk cId="2588217800" sldId="266"/>
            <ac:cxnSpMk id="40" creationId="{B4146169-6372-A371-E753-9A6B506F4AE7}"/>
          </ac:cxnSpMkLst>
        </pc:cxnChg>
        <pc:cxnChg chg="mod">
          <ac:chgData name="David Hedengren" userId="658bef35-c023-4c34-ad89-ec78a9d95ca6" providerId="ADAL" clId="{FBAF32F6-F88B-4240-8933-014DB28A2515}" dt="2024-09-03T08:15:01.277" v="2684"/>
          <ac:cxnSpMkLst>
            <pc:docMk/>
            <pc:sldMk cId="2588217800" sldId="266"/>
            <ac:cxnSpMk id="41" creationId="{8912AA5D-F9AF-1938-C4AD-22AB54902F20}"/>
          </ac:cxnSpMkLst>
        </pc:cxnChg>
        <pc:cxnChg chg="mod">
          <ac:chgData name="David Hedengren" userId="658bef35-c023-4c34-ad89-ec78a9d95ca6" providerId="ADAL" clId="{FBAF32F6-F88B-4240-8933-014DB28A2515}" dt="2024-09-03T08:15:01.277" v="2684"/>
          <ac:cxnSpMkLst>
            <pc:docMk/>
            <pc:sldMk cId="2588217800" sldId="266"/>
            <ac:cxnSpMk id="42" creationId="{4E76CCA1-A24C-4F58-43B8-95AB579155FE}"/>
          </ac:cxnSpMkLst>
        </pc:cxnChg>
        <pc:cxnChg chg="mod">
          <ac:chgData name="David Hedengren" userId="658bef35-c023-4c34-ad89-ec78a9d95ca6" providerId="ADAL" clId="{FBAF32F6-F88B-4240-8933-014DB28A2515}" dt="2024-09-03T08:15:01.277" v="2684"/>
          <ac:cxnSpMkLst>
            <pc:docMk/>
            <pc:sldMk cId="2588217800" sldId="266"/>
            <ac:cxnSpMk id="43" creationId="{CA09E74A-08E8-653F-6017-8DA42C574C40}"/>
          </ac:cxnSpMkLst>
        </pc:cxnChg>
        <pc:cxnChg chg="mod">
          <ac:chgData name="David Hedengren" userId="658bef35-c023-4c34-ad89-ec78a9d95ca6" providerId="ADAL" clId="{FBAF32F6-F88B-4240-8933-014DB28A2515}" dt="2024-09-03T08:15:01.277" v="2684"/>
          <ac:cxnSpMkLst>
            <pc:docMk/>
            <pc:sldMk cId="2588217800" sldId="266"/>
            <ac:cxnSpMk id="46" creationId="{433D7B72-9D38-992C-9A2A-B5B3F6379F45}"/>
          </ac:cxnSpMkLst>
        </pc:cxnChg>
        <pc:cxnChg chg="mod">
          <ac:chgData name="David Hedengren" userId="658bef35-c023-4c34-ad89-ec78a9d95ca6" providerId="ADAL" clId="{FBAF32F6-F88B-4240-8933-014DB28A2515}" dt="2024-09-03T08:15:01.277" v="2684"/>
          <ac:cxnSpMkLst>
            <pc:docMk/>
            <pc:sldMk cId="2588217800" sldId="266"/>
            <ac:cxnSpMk id="47" creationId="{EA3534BC-DC46-9D68-C251-AAC128281706}"/>
          </ac:cxnSpMkLst>
        </pc:cxnChg>
        <pc:cxnChg chg="mod">
          <ac:chgData name="David Hedengren" userId="658bef35-c023-4c34-ad89-ec78a9d95ca6" providerId="ADAL" clId="{FBAF32F6-F88B-4240-8933-014DB28A2515}" dt="2024-09-03T08:15:01.277" v="2684"/>
          <ac:cxnSpMkLst>
            <pc:docMk/>
            <pc:sldMk cId="2588217800" sldId="266"/>
            <ac:cxnSpMk id="48" creationId="{482DB9C4-37D9-DD49-3E58-FD431C7E6970}"/>
          </ac:cxnSpMkLst>
        </pc:cxnChg>
        <pc:cxnChg chg="mod">
          <ac:chgData name="David Hedengren" userId="658bef35-c023-4c34-ad89-ec78a9d95ca6" providerId="ADAL" clId="{FBAF32F6-F88B-4240-8933-014DB28A2515}" dt="2024-09-03T08:15:01.277" v="2684"/>
          <ac:cxnSpMkLst>
            <pc:docMk/>
            <pc:sldMk cId="2588217800" sldId="266"/>
            <ac:cxnSpMk id="49" creationId="{E39AF95F-96F1-49B5-FCFD-A1DBCA846E7A}"/>
          </ac:cxnSpMkLst>
        </pc:cxnChg>
        <pc:cxnChg chg="mod">
          <ac:chgData name="David Hedengren" userId="658bef35-c023-4c34-ad89-ec78a9d95ca6" providerId="ADAL" clId="{FBAF32F6-F88B-4240-8933-014DB28A2515}" dt="2024-09-03T08:15:01.277" v="2684"/>
          <ac:cxnSpMkLst>
            <pc:docMk/>
            <pc:sldMk cId="2588217800" sldId="266"/>
            <ac:cxnSpMk id="52" creationId="{74F0B3AD-8A51-E7AA-F8D1-E1E1BC403529}"/>
          </ac:cxnSpMkLst>
        </pc:cxnChg>
        <pc:cxnChg chg="mod">
          <ac:chgData name="David Hedengren" userId="658bef35-c023-4c34-ad89-ec78a9d95ca6" providerId="ADAL" clId="{FBAF32F6-F88B-4240-8933-014DB28A2515}" dt="2024-09-03T08:15:01.277" v="2684"/>
          <ac:cxnSpMkLst>
            <pc:docMk/>
            <pc:sldMk cId="2588217800" sldId="266"/>
            <ac:cxnSpMk id="53" creationId="{90966E63-28D1-105A-CFA6-FD6E6EC39361}"/>
          </ac:cxnSpMkLst>
        </pc:cxnChg>
        <pc:cxnChg chg="mod">
          <ac:chgData name="David Hedengren" userId="658bef35-c023-4c34-ad89-ec78a9d95ca6" providerId="ADAL" clId="{FBAF32F6-F88B-4240-8933-014DB28A2515}" dt="2024-09-03T08:15:01.277" v="2684"/>
          <ac:cxnSpMkLst>
            <pc:docMk/>
            <pc:sldMk cId="2588217800" sldId="266"/>
            <ac:cxnSpMk id="54" creationId="{C4210504-BA74-34B0-B5FD-F6DA9720F6AC}"/>
          </ac:cxnSpMkLst>
        </pc:cxnChg>
        <pc:cxnChg chg="mod">
          <ac:chgData name="David Hedengren" userId="658bef35-c023-4c34-ad89-ec78a9d95ca6" providerId="ADAL" clId="{FBAF32F6-F88B-4240-8933-014DB28A2515}" dt="2024-09-03T08:15:01.277" v="2684"/>
          <ac:cxnSpMkLst>
            <pc:docMk/>
            <pc:sldMk cId="2588217800" sldId="266"/>
            <ac:cxnSpMk id="55" creationId="{7ECCD28B-49C6-C904-B69B-09CFE9618816}"/>
          </ac:cxnSpMkLst>
        </pc:cxnChg>
        <pc:cxnChg chg="mod">
          <ac:chgData name="David Hedengren" userId="658bef35-c023-4c34-ad89-ec78a9d95ca6" providerId="ADAL" clId="{FBAF32F6-F88B-4240-8933-014DB28A2515}" dt="2024-09-03T08:15:03.931" v="2686"/>
          <ac:cxnSpMkLst>
            <pc:docMk/>
            <pc:sldMk cId="2588217800" sldId="266"/>
            <ac:cxnSpMk id="58" creationId="{60F84FB3-890D-7BD8-DB85-FB21E0794BF8}"/>
          </ac:cxnSpMkLst>
        </pc:cxnChg>
        <pc:cxnChg chg="mod">
          <ac:chgData name="David Hedengren" userId="658bef35-c023-4c34-ad89-ec78a9d95ca6" providerId="ADAL" clId="{FBAF32F6-F88B-4240-8933-014DB28A2515}" dt="2024-09-03T08:15:03.931" v="2686"/>
          <ac:cxnSpMkLst>
            <pc:docMk/>
            <pc:sldMk cId="2588217800" sldId="266"/>
            <ac:cxnSpMk id="59" creationId="{E96348D8-7EC9-E522-C9C1-8CFE40F838E4}"/>
          </ac:cxnSpMkLst>
        </pc:cxnChg>
        <pc:cxnChg chg="mod">
          <ac:chgData name="David Hedengren" userId="658bef35-c023-4c34-ad89-ec78a9d95ca6" providerId="ADAL" clId="{FBAF32F6-F88B-4240-8933-014DB28A2515}" dt="2024-09-03T08:15:03.931" v="2686"/>
          <ac:cxnSpMkLst>
            <pc:docMk/>
            <pc:sldMk cId="2588217800" sldId="266"/>
            <ac:cxnSpMk id="60" creationId="{CDF0E900-2AD9-EC92-43B0-B55B9E5A8CF7}"/>
          </ac:cxnSpMkLst>
        </pc:cxnChg>
        <pc:cxnChg chg="mod">
          <ac:chgData name="David Hedengren" userId="658bef35-c023-4c34-ad89-ec78a9d95ca6" providerId="ADAL" clId="{FBAF32F6-F88B-4240-8933-014DB28A2515}" dt="2024-09-03T08:15:03.931" v="2686"/>
          <ac:cxnSpMkLst>
            <pc:docMk/>
            <pc:sldMk cId="2588217800" sldId="266"/>
            <ac:cxnSpMk id="61" creationId="{DA6A677A-FBA6-9F56-B061-CB844594CB3F}"/>
          </ac:cxnSpMkLst>
        </pc:cxnChg>
        <pc:cxnChg chg="mod">
          <ac:chgData name="David Hedengren" userId="658bef35-c023-4c34-ad89-ec78a9d95ca6" providerId="ADAL" clId="{FBAF32F6-F88B-4240-8933-014DB28A2515}" dt="2024-09-03T08:15:03.931" v="2686"/>
          <ac:cxnSpMkLst>
            <pc:docMk/>
            <pc:sldMk cId="2588217800" sldId="266"/>
            <ac:cxnSpMk id="64" creationId="{4DAEC5D2-40B8-06BE-42CC-4B56711480CF}"/>
          </ac:cxnSpMkLst>
        </pc:cxnChg>
        <pc:cxnChg chg="mod">
          <ac:chgData name="David Hedengren" userId="658bef35-c023-4c34-ad89-ec78a9d95ca6" providerId="ADAL" clId="{FBAF32F6-F88B-4240-8933-014DB28A2515}" dt="2024-09-03T08:15:03.931" v="2686"/>
          <ac:cxnSpMkLst>
            <pc:docMk/>
            <pc:sldMk cId="2588217800" sldId="266"/>
            <ac:cxnSpMk id="65" creationId="{55AB590E-C1DB-4910-7188-1C650A149C60}"/>
          </ac:cxnSpMkLst>
        </pc:cxnChg>
        <pc:cxnChg chg="mod">
          <ac:chgData name="David Hedengren" userId="658bef35-c023-4c34-ad89-ec78a9d95ca6" providerId="ADAL" clId="{FBAF32F6-F88B-4240-8933-014DB28A2515}" dt="2024-09-03T08:15:03.931" v="2686"/>
          <ac:cxnSpMkLst>
            <pc:docMk/>
            <pc:sldMk cId="2588217800" sldId="266"/>
            <ac:cxnSpMk id="66" creationId="{A81C610D-8027-2873-6E61-5D6FE812CF48}"/>
          </ac:cxnSpMkLst>
        </pc:cxnChg>
        <pc:cxnChg chg="mod">
          <ac:chgData name="David Hedengren" userId="658bef35-c023-4c34-ad89-ec78a9d95ca6" providerId="ADAL" clId="{FBAF32F6-F88B-4240-8933-014DB28A2515}" dt="2024-09-03T08:15:03.931" v="2686"/>
          <ac:cxnSpMkLst>
            <pc:docMk/>
            <pc:sldMk cId="2588217800" sldId="266"/>
            <ac:cxnSpMk id="67" creationId="{B2730935-E19E-B9DB-9B3D-C087F69A8B90}"/>
          </ac:cxnSpMkLst>
        </pc:cxnChg>
        <pc:cxnChg chg="mod">
          <ac:chgData name="David Hedengren" userId="658bef35-c023-4c34-ad89-ec78a9d95ca6" providerId="ADAL" clId="{FBAF32F6-F88B-4240-8933-014DB28A2515}" dt="2024-09-03T08:15:03.931" v="2686"/>
          <ac:cxnSpMkLst>
            <pc:docMk/>
            <pc:sldMk cId="2588217800" sldId="266"/>
            <ac:cxnSpMk id="70" creationId="{4A32A606-5BE8-1F00-4F11-471B88406717}"/>
          </ac:cxnSpMkLst>
        </pc:cxnChg>
        <pc:cxnChg chg="mod">
          <ac:chgData name="David Hedengren" userId="658bef35-c023-4c34-ad89-ec78a9d95ca6" providerId="ADAL" clId="{FBAF32F6-F88B-4240-8933-014DB28A2515}" dt="2024-09-03T08:15:03.931" v="2686"/>
          <ac:cxnSpMkLst>
            <pc:docMk/>
            <pc:sldMk cId="2588217800" sldId="266"/>
            <ac:cxnSpMk id="71" creationId="{4680AC1D-C01C-4A6A-FAFB-41ED382FC4AE}"/>
          </ac:cxnSpMkLst>
        </pc:cxnChg>
        <pc:cxnChg chg="mod">
          <ac:chgData name="David Hedengren" userId="658bef35-c023-4c34-ad89-ec78a9d95ca6" providerId="ADAL" clId="{FBAF32F6-F88B-4240-8933-014DB28A2515}" dt="2024-09-03T08:15:03.931" v="2686"/>
          <ac:cxnSpMkLst>
            <pc:docMk/>
            <pc:sldMk cId="2588217800" sldId="266"/>
            <ac:cxnSpMk id="72" creationId="{49CC0B40-E9AD-3247-26EB-B274738FA52D}"/>
          </ac:cxnSpMkLst>
        </pc:cxnChg>
        <pc:cxnChg chg="mod">
          <ac:chgData name="David Hedengren" userId="658bef35-c023-4c34-ad89-ec78a9d95ca6" providerId="ADAL" clId="{FBAF32F6-F88B-4240-8933-014DB28A2515}" dt="2024-09-03T08:15:03.931" v="2686"/>
          <ac:cxnSpMkLst>
            <pc:docMk/>
            <pc:sldMk cId="2588217800" sldId="266"/>
            <ac:cxnSpMk id="73" creationId="{B5250ABF-3DA9-28B5-9AF7-380262AB4292}"/>
          </ac:cxnSpMkLst>
        </pc:cxnChg>
        <pc:cxnChg chg="mod">
          <ac:chgData name="David Hedengren" userId="658bef35-c023-4c34-ad89-ec78a9d95ca6" providerId="ADAL" clId="{FBAF32F6-F88B-4240-8933-014DB28A2515}" dt="2024-09-03T08:15:03.931" v="2686"/>
          <ac:cxnSpMkLst>
            <pc:docMk/>
            <pc:sldMk cId="2588217800" sldId="266"/>
            <ac:cxnSpMk id="76" creationId="{CADF4B92-4C6C-05C8-FA20-17C7A69B06B3}"/>
          </ac:cxnSpMkLst>
        </pc:cxnChg>
        <pc:cxnChg chg="mod">
          <ac:chgData name="David Hedengren" userId="658bef35-c023-4c34-ad89-ec78a9d95ca6" providerId="ADAL" clId="{FBAF32F6-F88B-4240-8933-014DB28A2515}" dt="2024-09-03T08:15:03.931" v="2686"/>
          <ac:cxnSpMkLst>
            <pc:docMk/>
            <pc:sldMk cId="2588217800" sldId="266"/>
            <ac:cxnSpMk id="77" creationId="{D78DB376-F98D-5D39-871C-D9688C44E10B}"/>
          </ac:cxnSpMkLst>
        </pc:cxnChg>
        <pc:cxnChg chg="mod">
          <ac:chgData name="David Hedengren" userId="658bef35-c023-4c34-ad89-ec78a9d95ca6" providerId="ADAL" clId="{FBAF32F6-F88B-4240-8933-014DB28A2515}" dt="2024-09-03T08:15:03.931" v="2686"/>
          <ac:cxnSpMkLst>
            <pc:docMk/>
            <pc:sldMk cId="2588217800" sldId="266"/>
            <ac:cxnSpMk id="78" creationId="{747DC681-1BC0-C1FA-5913-56BF85A0E7A3}"/>
          </ac:cxnSpMkLst>
        </pc:cxnChg>
        <pc:cxnChg chg="mod">
          <ac:chgData name="David Hedengren" userId="658bef35-c023-4c34-ad89-ec78a9d95ca6" providerId="ADAL" clId="{FBAF32F6-F88B-4240-8933-014DB28A2515}" dt="2024-09-03T08:15:03.931" v="2686"/>
          <ac:cxnSpMkLst>
            <pc:docMk/>
            <pc:sldMk cId="2588217800" sldId="266"/>
            <ac:cxnSpMk id="79" creationId="{8901DFC9-2CB9-EF66-39E8-754893596FC4}"/>
          </ac:cxnSpMkLst>
        </pc:cxnChg>
        <pc:cxnChg chg="mod">
          <ac:chgData name="David Hedengren" userId="658bef35-c023-4c34-ad89-ec78a9d95ca6" providerId="ADAL" clId="{FBAF32F6-F88B-4240-8933-014DB28A2515}" dt="2024-09-03T08:15:06.063" v="2688"/>
          <ac:cxnSpMkLst>
            <pc:docMk/>
            <pc:sldMk cId="2588217800" sldId="266"/>
            <ac:cxnSpMk id="82" creationId="{3DE738A0-6C65-AD2B-BE2C-D97772F0D899}"/>
          </ac:cxnSpMkLst>
        </pc:cxnChg>
        <pc:cxnChg chg="mod">
          <ac:chgData name="David Hedengren" userId="658bef35-c023-4c34-ad89-ec78a9d95ca6" providerId="ADAL" clId="{FBAF32F6-F88B-4240-8933-014DB28A2515}" dt="2024-09-03T08:15:06.063" v="2688"/>
          <ac:cxnSpMkLst>
            <pc:docMk/>
            <pc:sldMk cId="2588217800" sldId="266"/>
            <ac:cxnSpMk id="83" creationId="{3041E3EF-D232-10D3-A9E2-14A22864CD1C}"/>
          </ac:cxnSpMkLst>
        </pc:cxnChg>
        <pc:cxnChg chg="mod">
          <ac:chgData name="David Hedengren" userId="658bef35-c023-4c34-ad89-ec78a9d95ca6" providerId="ADAL" clId="{FBAF32F6-F88B-4240-8933-014DB28A2515}" dt="2024-09-03T08:15:06.063" v="2688"/>
          <ac:cxnSpMkLst>
            <pc:docMk/>
            <pc:sldMk cId="2588217800" sldId="266"/>
            <ac:cxnSpMk id="84" creationId="{5A8E9ECC-D726-59C4-7FC1-CEAFD4C90591}"/>
          </ac:cxnSpMkLst>
        </pc:cxnChg>
        <pc:cxnChg chg="mod">
          <ac:chgData name="David Hedengren" userId="658bef35-c023-4c34-ad89-ec78a9d95ca6" providerId="ADAL" clId="{FBAF32F6-F88B-4240-8933-014DB28A2515}" dt="2024-09-03T08:15:06.063" v="2688"/>
          <ac:cxnSpMkLst>
            <pc:docMk/>
            <pc:sldMk cId="2588217800" sldId="266"/>
            <ac:cxnSpMk id="85" creationId="{B7A6C4D8-8DB6-351E-9A63-C638DC4E6B22}"/>
          </ac:cxnSpMkLst>
        </pc:cxnChg>
        <pc:cxnChg chg="mod">
          <ac:chgData name="David Hedengren" userId="658bef35-c023-4c34-ad89-ec78a9d95ca6" providerId="ADAL" clId="{FBAF32F6-F88B-4240-8933-014DB28A2515}" dt="2024-09-03T08:15:06.063" v="2688"/>
          <ac:cxnSpMkLst>
            <pc:docMk/>
            <pc:sldMk cId="2588217800" sldId="266"/>
            <ac:cxnSpMk id="88" creationId="{1FBFF839-45B1-88E8-FED6-88EAC2A69177}"/>
          </ac:cxnSpMkLst>
        </pc:cxnChg>
        <pc:cxnChg chg="mod">
          <ac:chgData name="David Hedengren" userId="658bef35-c023-4c34-ad89-ec78a9d95ca6" providerId="ADAL" clId="{FBAF32F6-F88B-4240-8933-014DB28A2515}" dt="2024-09-03T08:15:06.063" v="2688"/>
          <ac:cxnSpMkLst>
            <pc:docMk/>
            <pc:sldMk cId="2588217800" sldId="266"/>
            <ac:cxnSpMk id="89" creationId="{5FDC7757-78A9-6DFE-F1AA-65423ECB39A9}"/>
          </ac:cxnSpMkLst>
        </pc:cxnChg>
        <pc:cxnChg chg="mod">
          <ac:chgData name="David Hedengren" userId="658bef35-c023-4c34-ad89-ec78a9d95ca6" providerId="ADAL" clId="{FBAF32F6-F88B-4240-8933-014DB28A2515}" dt="2024-09-03T08:15:06.063" v="2688"/>
          <ac:cxnSpMkLst>
            <pc:docMk/>
            <pc:sldMk cId="2588217800" sldId="266"/>
            <ac:cxnSpMk id="90" creationId="{0C1BE3A0-4DC0-FEC5-D197-4B07730B1F74}"/>
          </ac:cxnSpMkLst>
        </pc:cxnChg>
        <pc:cxnChg chg="mod">
          <ac:chgData name="David Hedengren" userId="658bef35-c023-4c34-ad89-ec78a9d95ca6" providerId="ADAL" clId="{FBAF32F6-F88B-4240-8933-014DB28A2515}" dt="2024-09-03T08:15:06.063" v="2688"/>
          <ac:cxnSpMkLst>
            <pc:docMk/>
            <pc:sldMk cId="2588217800" sldId="266"/>
            <ac:cxnSpMk id="91" creationId="{92894B20-B975-7037-D190-324771ADE09E}"/>
          </ac:cxnSpMkLst>
        </pc:cxnChg>
        <pc:cxnChg chg="mod">
          <ac:chgData name="David Hedengren" userId="658bef35-c023-4c34-ad89-ec78a9d95ca6" providerId="ADAL" clId="{FBAF32F6-F88B-4240-8933-014DB28A2515}" dt="2024-09-03T08:15:06.063" v="2688"/>
          <ac:cxnSpMkLst>
            <pc:docMk/>
            <pc:sldMk cId="2588217800" sldId="266"/>
            <ac:cxnSpMk id="94" creationId="{54F968BA-C58F-E743-4C69-D0282CEEE727}"/>
          </ac:cxnSpMkLst>
        </pc:cxnChg>
        <pc:cxnChg chg="mod">
          <ac:chgData name="David Hedengren" userId="658bef35-c023-4c34-ad89-ec78a9d95ca6" providerId="ADAL" clId="{FBAF32F6-F88B-4240-8933-014DB28A2515}" dt="2024-09-03T08:15:06.063" v="2688"/>
          <ac:cxnSpMkLst>
            <pc:docMk/>
            <pc:sldMk cId="2588217800" sldId="266"/>
            <ac:cxnSpMk id="95" creationId="{E0F38F37-A120-CAB8-874F-3F78386F92FA}"/>
          </ac:cxnSpMkLst>
        </pc:cxnChg>
        <pc:cxnChg chg="mod">
          <ac:chgData name="David Hedengren" userId="658bef35-c023-4c34-ad89-ec78a9d95ca6" providerId="ADAL" clId="{FBAF32F6-F88B-4240-8933-014DB28A2515}" dt="2024-09-03T08:15:06.063" v="2688"/>
          <ac:cxnSpMkLst>
            <pc:docMk/>
            <pc:sldMk cId="2588217800" sldId="266"/>
            <ac:cxnSpMk id="96" creationId="{24755C63-8334-FB0F-D30A-63FDBFF5F5FE}"/>
          </ac:cxnSpMkLst>
        </pc:cxnChg>
        <pc:cxnChg chg="mod">
          <ac:chgData name="David Hedengren" userId="658bef35-c023-4c34-ad89-ec78a9d95ca6" providerId="ADAL" clId="{FBAF32F6-F88B-4240-8933-014DB28A2515}" dt="2024-09-03T08:15:06.063" v="2688"/>
          <ac:cxnSpMkLst>
            <pc:docMk/>
            <pc:sldMk cId="2588217800" sldId="266"/>
            <ac:cxnSpMk id="97" creationId="{AC0C48F0-B7E4-3EE6-17A3-46ABACBB7245}"/>
          </ac:cxnSpMkLst>
        </pc:cxnChg>
        <pc:cxnChg chg="mod">
          <ac:chgData name="David Hedengren" userId="658bef35-c023-4c34-ad89-ec78a9d95ca6" providerId="ADAL" clId="{FBAF32F6-F88B-4240-8933-014DB28A2515}" dt="2024-09-03T08:15:06.063" v="2688"/>
          <ac:cxnSpMkLst>
            <pc:docMk/>
            <pc:sldMk cId="2588217800" sldId="266"/>
            <ac:cxnSpMk id="100" creationId="{1D518E7D-3A14-ADD8-A09C-1B20A4700B53}"/>
          </ac:cxnSpMkLst>
        </pc:cxnChg>
        <pc:cxnChg chg="mod">
          <ac:chgData name="David Hedengren" userId="658bef35-c023-4c34-ad89-ec78a9d95ca6" providerId="ADAL" clId="{FBAF32F6-F88B-4240-8933-014DB28A2515}" dt="2024-09-03T08:15:06.063" v="2688"/>
          <ac:cxnSpMkLst>
            <pc:docMk/>
            <pc:sldMk cId="2588217800" sldId="266"/>
            <ac:cxnSpMk id="101" creationId="{E7DE1CE9-1BF9-AA01-DBA8-E4EEA52466AC}"/>
          </ac:cxnSpMkLst>
        </pc:cxnChg>
        <pc:cxnChg chg="mod">
          <ac:chgData name="David Hedengren" userId="658bef35-c023-4c34-ad89-ec78a9d95ca6" providerId="ADAL" clId="{FBAF32F6-F88B-4240-8933-014DB28A2515}" dt="2024-09-03T08:15:06.063" v="2688"/>
          <ac:cxnSpMkLst>
            <pc:docMk/>
            <pc:sldMk cId="2588217800" sldId="266"/>
            <ac:cxnSpMk id="102" creationId="{02D174D3-9E71-8568-AC01-738FBF4377A4}"/>
          </ac:cxnSpMkLst>
        </pc:cxnChg>
        <pc:cxnChg chg="mod">
          <ac:chgData name="David Hedengren" userId="658bef35-c023-4c34-ad89-ec78a9d95ca6" providerId="ADAL" clId="{FBAF32F6-F88B-4240-8933-014DB28A2515}" dt="2024-09-03T08:15:06.063" v="2688"/>
          <ac:cxnSpMkLst>
            <pc:docMk/>
            <pc:sldMk cId="2588217800" sldId="266"/>
            <ac:cxnSpMk id="103" creationId="{DB3FCAA0-FAEA-9BE4-CB3E-A7AE29BB2EAD}"/>
          </ac:cxnSpMkLst>
        </pc:cxnChg>
        <pc:cxnChg chg="add mod">
          <ac:chgData name="David Hedengren" userId="658bef35-c023-4c34-ad89-ec78a9d95ca6" providerId="ADAL" clId="{FBAF32F6-F88B-4240-8933-014DB28A2515}" dt="2024-09-04T05:55:34.170" v="4554" actId="1582"/>
          <ac:cxnSpMkLst>
            <pc:docMk/>
            <pc:sldMk cId="2588217800" sldId="266"/>
            <ac:cxnSpMk id="110" creationId="{E77A9F06-13CC-E553-B787-F261357C301E}"/>
          </ac:cxnSpMkLst>
        </pc:cxnChg>
        <pc:cxnChg chg="add mod">
          <ac:chgData name="David Hedengren" userId="658bef35-c023-4c34-ad89-ec78a9d95ca6" providerId="ADAL" clId="{FBAF32F6-F88B-4240-8933-014DB28A2515}" dt="2024-09-04T05:55:34.170" v="4554" actId="1582"/>
          <ac:cxnSpMkLst>
            <pc:docMk/>
            <pc:sldMk cId="2588217800" sldId="266"/>
            <ac:cxnSpMk id="111" creationId="{1C13623E-6D64-BD9E-BDE6-0B45B0E7158F}"/>
          </ac:cxnSpMkLst>
        </pc:cxnChg>
        <pc:cxnChg chg="add mod">
          <ac:chgData name="David Hedengren" userId="658bef35-c023-4c34-ad89-ec78a9d95ca6" providerId="ADAL" clId="{FBAF32F6-F88B-4240-8933-014DB28A2515}" dt="2024-09-04T05:55:34.170" v="4554" actId="1582"/>
          <ac:cxnSpMkLst>
            <pc:docMk/>
            <pc:sldMk cId="2588217800" sldId="266"/>
            <ac:cxnSpMk id="114" creationId="{709CC7C2-F339-FE24-44FE-85714D6C8B93}"/>
          </ac:cxnSpMkLst>
        </pc:cxnChg>
        <pc:cxnChg chg="add mod">
          <ac:chgData name="David Hedengren" userId="658bef35-c023-4c34-ad89-ec78a9d95ca6" providerId="ADAL" clId="{FBAF32F6-F88B-4240-8933-014DB28A2515}" dt="2024-09-04T05:55:34.170" v="4554" actId="1582"/>
          <ac:cxnSpMkLst>
            <pc:docMk/>
            <pc:sldMk cId="2588217800" sldId="266"/>
            <ac:cxnSpMk id="115" creationId="{F38A4BFB-0608-F7A1-E35B-CC568669A7D1}"/>
          </ac:cxnSpMkLst>
        </pc:cxnChg>
        <pc:cxnChg chg="add mod">
          <ac:chgData name="David Hedengren" userId="658bef35-c023-4c34-ad89-ec78a9d95ca6" providerId="ADAL" clId="{FBAF32F6-F88B-4240-8933-014DB28A2515}" dt="2024-09-04T05:55:34.170" v="4554" actId="1582"/>
          <ac:cxnSpMkLst>
            <pc:docMk/>
            <pc:sldMk cId="2588217800" sldId="266"/>
            <ac:cxnSpMk id="116" creationId="{EA64C406-AC94-A35A-0253-C5B8CBA1BAFB}"/>
          </ac:cxnSpMkLst>
        </pc:cxnChg>
        <pc:cxnChg chg="add mod">
          <ac:chgData name="David Hedengren" userId="658bef35-c023-4c34-ad89-ec78a9d95ca6" providerId="ADAL" clId="{FBAF32F6-F88B-4240-8933-014DB28A2515}" dt="2024-09-04T05:55:34.170" v="4554" actId="1582"/>
          <ac:cxnSpMkLst>
            <pc:docMk/>
            <pc:sldMk cId="2588217800" sldId="266"/>
            <ac:cxnSpMk id="117" creationId="{8CD98AED-D49D-4B79-685F-EFE56ADA1035}"/>
          </ac:cxnSpMkLst>
        </pc:cxnChg>
        <pc:cxnChg chg="add mod">
          <ac:chgData name="David Hedengren" userId="658bef35-c023-4c34-ad89-ec78a9d95ca6" providerId="ADAL" clId="{FBAF32F6-F88B-4240-8933-014DB28A2515}" dt="2024-09-04T05:55:34.170" v="4554" actId="1582"/>
          <ac:cxnSpMkLst>
            <pc:docMk/>
            <pc:sldMk cId="2588217800" sldId="266"/>
            <ac:cxnSpMk id="118" creationId="{C6F5A18D-994F-4171-D3E8-0A683A7BA1A4}"/>
          </ac:cxnSpMkLst>
        </pc:cxnChg>
        <pc:cxnChg chg="add mod">
          <ac:chgData name="David Hedengren" userId="658bef35-c023-4c34-ad89-ec78a9d95ca6" providerId="ADAL" clId="{FBAF32F6-F88B-4240-8933-014DB28A2515}" dt="2024-09-04T05:55:34.170" v="4554" actId="1582"/>
          <ac:cxnSpMkLst>
            <pc:docMk/>
            <pc:sldMk cId="2588217800" sldId="266"/>
            <ac:cxnSpMk id="122" creationId="{965214A9-34A6-5DD9-8C88-D7131E0531EE}"/>
          </ac:cxnSpMkLst>
        </pc:cxnChg>
        <pc:cxnChg chg="add mod">
          <ac:chgData name="David Hedengren" userId="658bef35-c023-4c34-ad89-ec78a9d95ca6" providerId="ADAL" clId="{FBAF32F6-F88B-4240-8933-014DB28A2515}" dt="2024-09-04T05:55:34.170" v="4554" actId="1582"/>
          <ac:cxnSpMkLst>
            <pc:docMk/>
            <pc:sldMk cId="2588217800" sldId="266"/>
            <ac:cxnSpMk id="125" creationId="{6F988C6D-F45A-79A4-F70F-3DFA3856F9C0}"/>
          </ac:cxnSpMkLst>
        </pc:cxnChg>
        <pc:cxnChg chg="add mod">
          <ac:chgData name="David Hedengren" userId="658bef35-c023-4c34-ad89-ec78a9d95ca6" providerId="ADAL" clId="{FBAF32F6-F88B-4240-8933-014DB28A2515}" dt="2024-09-04T05:55:34.170" v="4554" actId="1582"/>
          <ac:cxnSpMkLst>
            <pc:docMk/>
            <pc:sldMk cId="2588217800" sldId="266"/>
            <ac:cxnSpMk id="126" creationId="{72F907F0-4B93-EC47-FD98-6D8C74E06D8B}"/>
          </ac:cxnSpMkLst>
        </pc:cxnChg>
        <pc:cxnChg chg="add mod">
          <ac:chgData name="David Hedengren" userId="658bef35-c023-4c34-ad89-ec78a9d95ca6" providerId="ADAL" clId="{FBAF32F6-F88B-4240-8933-014DB28A2515}" dt="2024-09-04T05:55:34.170" v="4554" actId="1582"/>
          <ac:cxnSpMkLst>
            <pc:docMk/>
            <pc:sldMk cId="2588217800" sldId="266"/>
            <ac:cxnSpMk id="127" creationId="{DDEDA4E8-2DF1-6CDE-E21D-B8DCAD565C91}"/>
          </ac:cxnSpMkLst>
        </pc:cxnChg>
        <pc:cxnChg chg="add mod">
          <ac:chgData name="David Hedengren" userId="658bef35-c023-4c34-ad89-ec78a9d95ca6" providerId="ADAL" clId="{FBAF32F6-F88B-4240-8933-014DB28A2515}" dt="2024-09-04T05:55:34.170" v="4554" actId="1582"/>
          <ac:cxnSpMkLst>
            <pc:docMk/>
            <pc:sldMk cId="2588217800" sldId="266"/>
            <ac:cxnSpMk id="128" creationId="{C2E5BC40-10A4-022B-24E0-4142DAA38100}"/>
          </ac:cxnSpMkLst>
        </pc:cxnChg>
        <pc:cxnChg chg="add mod">
          <ac:chgData name="David Hedengren" userId="658bef35-c023-4c34-ad89-ec78a9d95ca6" providerId="ADAL" clId="{FBAF32F6-F88B-4240-8933-014DB28A2515}" dt="2024-09-04T05:55:34.170" v="4554" actId="1582"/>
          <ac:cxnSpMkLst>
            <pc:docMk/>
            <pc:sldMk cId="2588217800" sldId="266"/>
            <ac:cxnSpMk id="131" creationId="{9E49AF9A-A25C-7024-8E6E-0145CB986AD4}"/>
          </ac:cxnSpMkLst>
        </pc:cxnChg>
        <pc:cxnChg chg="add mod">
          <ac:chgData name="David Hedengren" userId="658bef35-c023-4c34-ad89-ec78a9d95ca6" providerId="ADAL" clId="{FBAF32F6-F88B-4240-8933-014DB28A2515}" dt="2024-09-04T05:55:34.170" v="4554" actId="1582"/>
          <ac:cxnSpMkLst>
            <pc:docMk/>
            <pc:sldMk cId="2588217800" sldId="266"/>
            <ac:cxnSpMk id="132" creationId="{336F55C1-0D6E-510C-DD63-D5A45CD520E8}"/>
          </ac:cxnSpMkLst>
        </pc:cxnChg>
        <pc:cxnChg chg="add mod">
          <ac:chgData name="David Hedengren" userId="658bef35-c023-4c34-ad89-ec78a9d95ca6" providerId="ADAL" clId="{FBAF32F6-F88B-4240-8933-014DB28A2515}" dt="2024-09-04T05:51:08.605" v="4393" actId="1076"/>
          <ac:cxnSpMkLst>
            <pc:docMk/>
            <pc:sldMk cId="2588217800" sldId="266"/>
            <ac:cxnSpMk id="134" creationId="{C4D6017C-F08C-0A47-04B9-96BC4DECB673}"/>
          </ac:cxnSpMkLst>
        </pc:cxnChg>
        <pc:cxnChg chg="add mod">
          <ac:chgData name="David Hedengren" userId="658bef35-c023-4c34-ad89-ec78a9d95ca6" providerId="ADAL" clId="{FBAF32F6-F88B-4240-8933-014DB28A2515}" dt="2024-09-04T05:51:08.605" v="4393" actId="1076"/>
          <ac:cxnSpMkLst>
            <pc:docMk/>
            <pc:sldMk cId="2588217800" sldId="266"/>
            <ac:cxnSpMk id="135" creationId="{C0F97E3B-8CB2-D735-BB9A-24BADBD18067}"/>
          </ac:cxnSpMkLst>
        </pc:cxnChg>
      </pc:sldChg>
      <pc:sldChg chg="addSp delSp modSp add mod modAnim">
        <pc:chgData name="David Hedengren" userId="658bef35-c023-4c34-ad89-ec78a9d95ca6" providerId="ADAL" clId="{FBAF32F6-F88B-4240-8933-014DB28A2515}" dt="2024-09-04T06:29:23.105" v="4628" actId="20577"/>
        <pc:sldMkLst>
          <pc:docMk/>
          <pc:sldMk cId="3805588057" sldId="267"/>
        </pc:sldMkLst>
        <pc:spChg chg="mod">
          <ac:chgData name="David Hedengren" userId="658bef35-c023-4c34-ad89-ec78a9d95ca6" providerId="ADAL" clId="{FBAF32F6-F88B-4240-8933-014DB28A2515}" dt="2024-09-04T06:29:23.105" v="4628" actId="20577"/>
          <ac:spMkLst>
            <pc:docMk/>
            <pc:sldMk cId="3805588057" sldId="267"/>
            <ac:spMk id="2" creationId="{0DE034C2-779F-2369-7960-A71053F91F24}"/>
          </ac:spMkLst>
        </pc:spChg>
        <pc:spChg chg="add del mod">
          <ac:chgData name="David Hedengren" userId="658bef35-c023-4c34-ad89-ec78a9d95ca6" providerId="ADAL" clId="{FBAF32F6-F88B-4240-8933-014DB28A2515}" dt="2024-09-03T08:35:09.952" v="2969" actId="1076"/>
          <ac:spMkLst>
            <pc:docMk/>
            <pc:sldMk cId="3805588057" sldId="267"/>
            <ac:spMk id="3" creationId="{0FEE1189-328F-E445-F125-3F3131EDD04D}"/>
          </ac:spMkLst>
        </pc:spChg>
        <pc:spChg chg="add del mod">
          <ac:chgData name="David Hedengren" userId="658bef35-c023-4c34-ad89-ec78a9d95ca6" providerId="ADAL" clId="{FBAF32F6-F88B-4240-8933-014DB28A2515}" dt="2024-09-03T08:35:09.952" v="2969" actId="1076"/>
          <ac:spMkLst>
            <pc:docMk/>
            <pc:sldMk cId="3805588057" sldId="267"/>
            <ac:spMk id="4" creationId="{364CC5FF-9872-2485-6033-3BA5C341B722}"/>
          </ac:spMkLst>
        </pc:spChg>
        <pc:spChg chg="add mod">
          <ac:chgData name="David Hedengren" userId="658bef35-c023-4c34-ad89-ec78a9d95ca6" providerId="ADAL" clId="{FBAF32F6-F88B-4240-8933-014DB28A2515}" dt="2024-09-03T08:35:09.952" v="2969" actId="1076"/>
          <ac:spMkLst>
            <pc:docMk/>
            <pc:sldMk cId="3805588057" sldId="267"/>
            <ac:spMk id="5" creationId="{A033EE5B-3CBE-817A-FCDF-7CA32F01B1C3}"/>
          </ac:spMkLst>
        </pc:spChg>
        <pc:spChg chg="add mod">
          <ac:chgData name="David Hedengren" userId="658bef35-c023-4c34-ad89-ec78a9d95ca6" providerId="ADAL" clId="{FBAF32F6-F88B-4240-8933-014DB28A2515}" dt="2024-09-03T08:35:09.952" v="2969" actId="1076"/>
          <ac:spMkLst>
            <pc:docMk/>
            <pc:sldMk cId="3805588057" sldId="267"/>
            <ac:spMk id="6" creationId="{5122151F-3BF5-E7E2-CFAA-DE4698A00D07}"/>
          </ac:spMkLst>
        </pc:spChg>
        <pc:spChg chg="add mod">
          <ac:chgData name="David Hedengren" userId="658bef35-c023-4c34-ad89-ec78a9d95ca6" providerId="ADAL" clId="{FBAF32F6-F88B-4240-8933-014DB28A2515}" dt="2024-09-03T08:35:09.952" v="2969" actId="1076"/>
          <ac:spMkLst>
            <pc:docMk/>
            <pc:sldMk cId="3805588057" sldId="267"/>
            <ac:spMk id="8" creationId="{6F68AB3C-B853-D321-F718-65EB47EC9734}"/>
          </ac:spMkLst>
        </pc:spChg>
        <pc:spChg chg="add mod">
          <ac:chgData name="David Hedengren" userId="658bef35-c023-4c34-ad89-ec78a9d95ca6" providerId="ADAL" clId="{FBAF32F6-F88B-4240-8933-014DB28A2515}" dt="2024-09-03T08:35:09.952" v="2969" actId="1076"/>
          <ac:spMkLst>
            <pc:docMk/>
            <pc:sldMk cId="3805588057" sldId="267"/>
            <ac:spMk id="10" creationId="{D39696DF-4C65-3DF7-5D40-7D17A884474E}"/>
          </ac:spMkLst>
        </pc:spChg>
        <pc:spChg chg="del">
          <ac:chgData name="David Hedengren" userId="658bef35-c023-4c34-ad89-ec78a9d95ca6" providerId="ADAL" clId="{FBAF32F6-F88B-4240-8933-014DB28A2515}" dt="2024-09-03T08:23:06.679" v="2737" actId="478"/>
          <ac:spMkLst>
            <pc:docMk/>
            <pc:sldMk cId="3805588057" sldId="267"/>
            <ac:spMk id="13" creationId="{9AC62930-DE83-4A00-A085-2219362EFC39}"/>
          </ac:spMkLst>
        </pc:spChg>
        <pc:spChg chg="del">
          <ac:chgData name="David Hedengren" userId="658bef35-c023-4c34-ad89-ec78a9d95ca6" providerId="ADAL" clId="{FBAF32F6-F88B-4240-8933-014DB28A2515}" dt="2024-09-03T08:23:06.679" v="2737" actId="478"/>
          <ac:spMkLst>
            <pc:docMk/>
            <pc:sldMk cId="3805588057" sldId="267"/>
            <ac:spMk id="14" creationId="{C0A1D2AF-7B51-62DD-F685-4BAD3F36B041}"/>
          </ac:spMkLst>
        </pc:spChg>
        <pc:spChg chg="del">
          <ac:chgData name="David Hedengren" userId="658bef35-c023-4c34-ad89-ec78a9d95ca6" providerId="ADAL" clId="{FBAF32F6-F88B-4240-8933-014DB28A2515}" dt="2024-09-03T08:23:06.679" v="2737" actId="478"/>
          <ac:spMkLst>
            <pc:docMk/>
            <pc:sldMk cId="3805588057" sldId="267"/>
            <ac:spMk id="15" creationId="{E1A2D728-1C44-8C40-EE32-6E5D2288509F}"/>
          </ac:spMkLst>
        </pc:spChg>
        <pc:spChg chg="del">
          <ac:chgData name="David Hedengren" userId="658bef35-c023-4c34-ad89-ec78a9d95ca6" providerId="ADAL" clId="{FBAF32F6-F88B-4240-8933-014DB28A2515}" dt="2024-09-03T08:23:06.679" v="2737" actId="478"/>
          <ac:spMkLst>
            <pc:docMk/>
            <pc:sldMk cId="3805588057" sldId="267"/>
            <ac:spMk id="16" creationId="{4B3BBE5F-CA92-17E0-0AF4-18085638079B}"/>
          </ac:spMkLst>
        </pc:spChg>
        <pc:spChg chg="del">
          <ac:chgData name="David Hedengren" userId="658bef35-c023-4c34-ad89-ec78a9d95ca6" providerId="ADAL" clId="{FBAF32F6-F88B-4240-8933-014DB28A2515}" dt="2024-09-03T08:23:06.679" v="2737" actId="478"/>
          <ac:spMkLst>
            <pc:docMk/>
            <pc:sldMk cId="3805588057" sldId="267"/>
            <ac:spMk id="17" creationId="{A8323966-065D-E18F-7A85-708FE6FC20FE}"/>
          </ac:spMkLst>
        </pc:spChg>
        <pc:spChg chg="add del mod">
          <ac:chgData name="David Hedengren" userId="658bef35-c023-4c34-ad89-ec78a9d95ca6" providerId="ADAL" clId="{FBAF32F6-F88B-4240-8933-014DB28A2515}" dt="2024-09-03T08:35:09.952" v="2969" actId="1076"/>
          <ac:spMkLst>
            <pc:docMk/>
            <pc:sldMk cId="3805588057" sldId="267"/>
            <ac:spMk id="20" creationId="{D6A2C0A6-98E8-035C-51B1-3FE4927EE382}"/>
          </ac:spMkLst>
        </pc:spChg>
        <pc:spChg chg="add del">
          <ac:chgData name="David Hedengren" userId="658bef35-c023-4c34-ad89-ec78a9d95ca6" providerId="ADAL" clId="{FBAF32F6-F88B-4240-8933-014DB28A2515}" dt="2024-09-03T08:24:01.900" v="2762" actId="478"/>
          <ac:spMkLst>
            <pc:docMk/>
            <pc:sldMk cId="3805588057" sldId="267"/>
            <ac:spMk id="22" creationId="{94EAFF2F-9011-39D4-537A-CFEFC0FE542C}"/>
          </ac:spMkLst>
        </pc:spChg>
        <pc:spChg chg="add del">
          <ac:chgData name="David Hedengren" userId="658bef35-c023-4c34-ad89-ec78a9d95ca6" providerId="ADAL" clId="{FBAF32F6-F88B-4240-8933-014DB28A2515}" dt="2024-09-03T08:24:01.900" v="2762" actId="478"/>
          <ac:spMkLst>
            <pc:docMk/>
            <pc:sldMk cId="3805588057" sldId="267"/>
            <ac:spMk id="23" creationId="{8491DCA8-6661-8A85-7E50-B3DA598E5341}"/>
          </ac:spMkLst>
        </pc:spChg>
        <pc:spChg chg="add del">
          <ac:chgData name="David Hedengren" userId="658bef35-c023-4c34-ad89-ec78a9d95ca6" providerId="ADAL" clId="{FBAF32F6-F88B-4240-8933-014DB28A2515}" dt="2024-09-03T08:24:01.900" v="2762" actId="478"/>
          <ac:spMkLst>
            <pc:docMk/>
            <pc:sldMk cId="3805588057" sldId="267"/>
            <ac:spMk id="24" creationId="{4164E284-3ED9-C557-1791-AE8002C826FB}"/>
          </ac:spMkLst>
        </pc:spChg>
        <pc:spChg chg="add del">
          <ac:chgData name="David Hedengren" userId="658bef35-c023-4c34-ad89-ec78a9d95ca6" providerId="ADAL" clId="{FBAF32F6-F88B-4240-8933-014DB28A2515}" dt="2024-09-03T08:24:01.900" v="2762" actId="478"/>
          <ac:spMkLst>
            <pc:docMk/>
            <pc:sldMk cId="3805588057" sldId="267"/>
            <ac:spMk id="25" creationId="{8DD8149F-2676-3C70-A0F5-BC2503C14D6C}"/>
          </ac:spMkLst>
        </pc:spChg>
        <pc:spChg chg="add del mod ord">
          <ac:chgData name="David Hedengren" userId="658bef35-c023-4c34-ad89-ec78a9d95ca6" providerId="ADAL" clId="{FBAF32F6-F88B-4240-8933-014DB28A2515}" dt="2024-09-03T08:57:46.340" v="3414" actId="166"/>
          <ac:spMkLst>
            <pc:docMk/>
            <pc:sldMk cId="3805588057" sldId="267"/>
            <ac:spMk id="26" creationId="{517368BA-B99E-66C8-7C0E-5DCB1AD0E1AA}"/>
          </ac:spMkLst>
        </pc:spChg>
        <pc:spChg chg="add mod">
          <ac:chgData name="David Hedengren" userId="658bef35-c023-4c34-ad89-ec78a9d95ca6" providerId="ADAL" clId="{FBAF32F6-F88B-4240-8933-014DB28A2515}" dt="2024-09-03T08:35:09.952" v="2969" actId="1076"/>
          <ac:spMkLst>
            <pc:docMk/>
            <pc:sldMk cId="3805588057" sldId="267"/>
            <ac:spMk id="29" creationId="{97FC844B-FA6E-8076-F48F-BCDAAF4EC8F7}"/>
          </ac:spMkLst>
        </pc:spChg>
        <pc:spChg chg="add mod">
          <ac:chgData name="David Hedengren" userId="658bef35-c023-4c34-ad89-ec78a9d95ca6" providerId="ADAL" clId="{FBAF32F6-F88B-4240-8933-014DB28A2515}" dt="2024-09-03T08:35:09.952" v="2969" actId="1076"/>
          <ac:spMkLst>
            <pc:docMk/>
            <pc:sldMk cId="3805588057" sldId="267"/>
            <ac:spMk id="30" creationId="{486927EA-FB19-975B-FB3D-70D5A5B7D265}"/>
          </ac:spMkLst>
        </pc:spChg>
        <pc:spChg chg="add mod">
          <ac:chgData name="David Hedengren" userId="658bef35-c023-4c34-ad89-ec78a9d95ca6" providerId="ADAL" clId="{FBAF32F6-F88B-4240-8933-014DB28A2515}" dt="2024-09-03T08:35:09.952" v="2969" actId="1076"/>
          <ac:spMkLst>
            <pc:docMk/>
            <pc:sldMk cId="3805588057" sldId="267"/>
            <ac:spMk id="32" creationId="{1B08CED6-ACEA-5AD6-BDF0-B480B5DA5690}"/>
          </ac:spMkLst>
        </pc:spChg>
        <pc:spChg chg="add mod">
          <ac:chgData name="David Hedengren" userId="658bef35-c023-4c34-ad89-ec78a9d95ca6" providerId="ADAL" clId="{FBAF32F6-F88B-4240-8933-014DB28A2515}" dt="2024-09-03T08:35:09.952" v="2969" actId="1076"/>
          <ac:spMkLst>
            <pc:docMk/>
            <pc:sldMk cId="3805588057" sldId="267"/>
            <ac:spMk id="33" creationId="{C053AC30-8666-3895-2944-92D7958126C3}"/>
          </ac:spMkLst>
        </pc:spChg>
        <pc:spChg chg="add mod">
          <ac:chgData name="David Hedengren" userId="658bef35-c023-4c34-ad89-ec78a9d95ca6" providerId="ADAL" clId="{FBAF32F6-F88B-4240-8933-014DB28A2515}" dt="2024-09-03T08:35:09.952" v="2969" actId="1076"/>
          <ac:spMkLst>
            <pc:docMk/>
            <pc:sldMk cId="3805588057" sldId="267"/>
            <ac:spMk id="34" creationId="{90562E59-DA2D-F143-2332-91F7CEF5C3C2}"/>
          </ac:spMkLst>
        </pc:spChg>
        <pc:spChg chg="add mod">
          <ac:chgData name="David Hedengren" userId="658bef35-c023-4c34-ad89-ec78a9d95ca6" providerId="ADAL" clId="{FBAF32F6-F88B-4240-8933-014DB28A2515}" dt="2024-09-03T08:35:09.952" v="2969" actId="1076"/>
          <ac:spMkLst>
            <pc:docMk/>
            <pc:sldMk cId="3805588057" sldId="267"/>
            <ac:spMk id="35" creationId="{EC19109E-2911-054E-27CD-003C7EBCB291}"/>
          </ac:spMkLst>
        </pc:spChg>
        <pc:spChg chg="add mod">
          <ac:chgData name="David Hedengren" userId="658bef35-c023-4c34-ad89-ec78a9d95ca6" providerId="ADAL" clId="{FBAF32F6-F88B-4240-8933-014DB28A2515}" dt="2024-09-03T08:35:09.952" v="2969" actId="1076"/>
          <ac:spMkLst>
            <pc:docMk/>
            <pc:sldMk cId="3805588057" sldId="267"/>
            <ac:spMk id="36" creationId="{8F03A21E-0216-B621-0A30-2E9E2EAD063E}"/>
          </ac:spMkLst>
        </pc:spChg>
        <pc:spChg chg="add mod">
          <ac:chgData name="David Hedengren" userId="658bef35-c023-4c34-ad89-ec78a9d95ca6" providerId="ADAL" clId="{FBAF32F6-F88B-4240-8933-014DB28A2515}" dt="2024-09-03T08:35:09.952" v="2969" actId="1076"/>
          <ac:spMkLst>
            <pc:docMk/>
            <pc:sldMk cId="3805588057" sldId="267"/>
            <ac:spMk id="37" creationId="{D6324D8F-131B-EE39-DB17-77940F716A1F}"/>
          </ac:spMkLst>
        </pc:spChg>
        <pc:spChg chg="add mod">
          <ac:chgData name="David Hedengren" userId="658bef35-c023-4c34-ad89-ec78a9d95ca6" providerId="ADAL" clId="{FBAF32F6-F88B-4240-8933-014DB28A2515}" dt="2024-09-03T08:35:09.952" v="2969" actId="1076"/>
          <ac:spMkLst>
            <pc:docMk/>
            <pc:sldMk cId="3805588057" sldId="267"/>
            <ac:spMk id="40" creationId="{06F11587-92AD-0B5D-C6BA-BBDED338D07B}"/>
          </ac:spMkLst>
        </pc:spChg>
        <pc:spChg chg="add mod">
          <ac:chgData name="David Hedengren" userId="658bef35-c023-4c34-ad89-ec78a9d95ca6" providerId="ADAL" clId="{FBAF32F6-F88B-4240-8933-014DB28A2515}" dt="2024-09-03T08:35:09.952" v="2969" actId="1076"/>
          <ac:spMkLst>
            <pc:docMk/>
            <pc:sldMk cId="3805588057" sldId="267"/>
            <ac:spMk id="41" creationId="{BE2979F8-1968-001D-9FC3-84A0A8D16992}"/>
          </ac:spMkLst>
        </pc:spChg>
        <pc:spChg chg="add mod">
          <ac:chgData name="David Hedengren" userId="658bef35-c023-4c34-ad89-ec78a9d95ca6" providerId="ADAL" clId="{FBAF32F6-F88B-4240-8933-014DB28A2515}" dt="2024-09-03T08:35:09.952" v="2969" actId="1076"/>
          <ac:spMkLst>
            <pc:docMk/>
            <pc:sldMk cId="3805588057" sldId="267"/>
            <ac:spMk id="43" creationId="{1A9347D1-6972-8388-DA00-F4B6A8DC3467}"/>
          </ac:spMkLst>
        </pc:spChg>
        <pc:spChg chg="add mod ord">
          <ac:chgData name="David Hedengren" userId="658bef35-c023-4c34-ad89-ec78a9d95ca6" providerId="ADAL" clId="{FBAF32F6-F88B-4240-8933-014DB28A2515}" dt="2024-09-03T09:00:25.844" v="3441" actId="166"/>
          <ac:spMkLst>
            <pc:docMk/>
            <pc:sldMk cId="3805588057" sldId="267"/>
            <ac:spMk id="44" creationId="{C463E6D9-7185-3140-A04B-983CF167C6A1}"/>
          </ac:spMkLst>
        </pc:spChg>
        <pc:spChg chg="add mod">
          <ac:chgData name="David Hedengren" userId="658bef35-c023-4c34-ad89-ec78a9d95ca6" providerId="ADAL" clId="{FBAF32F6-F88B-4240-8933-014DB28A2515}" dt="2024-09-03T08:35:09.952" v="2969" actId="1076"/>
          <ac:spMkLst>
            <pc:docMk/>
            <pc:sldMk cId="3805588057" sldId="267"/>
            <ac:spMk id="45" creationId="{2CBB9DD3-5B17-ECF0-757D-99DD90C14B4F}"/>
          </ac:spMkLst>
        </pc:spChg>
        <pc:spChg chg="add mod">
          <ac:chgData name="David Hedengren" userId="658bef35-c023-4c34-ad89-ec78a9d95ca6" providerId="ADAL" clId="{FBAF32F6-F88B-4240-8933-014DB28A2515}" dt="2024-09-03T08:35:09.952" v="2969" actId="1076"/>
          <ac:spMkLst>
            <pc:docMk/>
            <pc:sldMk cId="3805588057" sldId="267"/>
            <ac:spMk id="46" creationId="{ED32FE7F-B26D-2DC7-C1C4-DCA73F5CD928}"/>
          </ac:spMkLst>
        </pc:spChg>
        <pc:spChg chg="add mod">
          <ac:chgData name="David Hedengren" userId="658bef35-c023-4c34-ad89-ec78a9d95ca6" providerId="ADAL" clId="{FBAF32F6-F88B-4240-8933-014DB28A2515}" dt="2024-09-03T08:35:09.952" v="2969" actId="1076"/>
          <ac:spMkLst>
            <pc:docMk/>
            <pc:sldMk cId="3805588057" sldId="267"/>
            <ac:spMk id="47" creationId="{0D63A412-1BB3-40C0-6599-DBDD422C5899}"/>
          </ac:spMkLst>
        </pc:spChg>
        <pc:spChg chg="add mod">
          <ac:chgData name="David Hedengren" userId="658bef35-c023-4c34-ad89-ec78a9d95ca6" providerId="ADAL" clId="{FBAF32F6-F88B-4240-8933-014DB28A2515}" dt="2024-09-03T08:35:09.952" v="2969" actId="1076"/>
          <ac:spMkLst>
            <pc:docMk/>
            <pc:sldMk cId="3805588057" sldId="267"/>
            <ac:spMk id="48" creationId="{745E4ABB-11F0-3B31-F2FF-C86DAE75C0E2}"/>
          </ac:spMkLst>
        </pc:spChg>
        <pc:spChg chg="add mod">
          <ac:chgData name="David Hedengren" userId="658bef35-c023-4c34-ad89-ec78a9d95ca6" providerId="ADAL" clId="{FBAF32F6-F88B-4240-8933-014DB28A2515}" dt="2024-09-03T08:35:09.952" v="2969" actId="1076"/>
          <ac:spMkLst>
            <pc:docMk/>
            <pc:sldMk cId="3805588057" sldId="267"/>
            <ac:spMk id="51" creationId="{D473BCF0-CA97-0B4E-72EB-4EBA718566F9}"/>
          </ac:spMkLst>
        </pc:spChg>
        <pc:spChg chg="add mod">
          <ac:chgData name="David Hedengren" userId="658bef35-c023-4c34-ad89-ec78a9d95ca6" providerId="ADAL" clId="{FBAF32F6-F88B-4240-8933-014DB28A2515}" dt="2024-09-03T08:35:09.952" v="2969" actId="1076"/>
          <ac:spMkLst>
            <pc:docMk/>
            <pc:sldMk cId="3805588057" sldId="267"/>
            <ac:spMk id="52" creationId="{CAA4EA5B-AF8A-5668-D3EA-C390CE42B112}"/>
          </ac:spMkLst>
        </pc:spChg>
        <pc:spChg chg="add mod">
          <ac:chgData name="David Hedengren" userId="658bef35-c023-4c34-ad89-ec78a9d95ca6" providerId="ADAL" clId="{FBAF32F6-F88B-4240-8933-014DB28A2515}" dt="2024-09-03T08:35:09.952" v="2969" actId="1076"/>
          <ac:spMkLst>
            <pc:docMk/>
            <pc:sldMk cId="3805588057" sldId="267"/>
            <ac:spMk id="54" creationId="{9520FEFF-77C8-670F-A1FB-619175B14214}"/>
          </ac:spMkLst>
        </pc:spChg>
        <pc:spChg chg="add mod">
          <ac:chgData name="David Hedengren" userId="658bef35-c023-4c34-ad89-ec78a9d95ca6" providerId="ADAL" clId="{FBAF32F6-F88B-4240-8933-014DB28A2515}" dt="2024-09-03T08:35:09.952" v="2969" actId="1076"/>
          <ac:spMkLst>
            <pc:docMk/>
            <pc:sldMk cId="3805588057" sldId="267"/>
            <ac:spMk id="55" creationId="{D30940B1-5CD9-9720-1DB5-0E4003017B1D}"/>
          </ac:spMkLst>
        </pc:spChg>
        <pc:spChg chg="add mod">
          <ac:chgData name="David Hedengren" userId="658bef35-c023-4c34-ad89-ec78a9d95ca6" providerId="ADAL" clId="{FBAF32F6-F88B-4240-8933-014DB28A2515}" dt="2024-09-03T08:35:09.952" v="2969" actId="1076"/>
          <ac:spMkLst>
            <pc:docMk/>
            <pc:sldMk cId="3805588057" sldId="267"/>
            <ac:spMk id="56" creationId="{620BDF0B-63D9-4D0D-397A-5A0895BDAD9B}"/>
          </ac:spMkLst>
        </pc:spChg>
        <pc:spChg chg="add mod">
          <ac:chgData name="David Hedengren" userId="658bef35-c023-4c34-ad89-ec78a9d95ca6" providerId="ADAL" clId="{FBAF32F6-F88B-4240-8933-014DB28A2515}" dt="2024-09-03T08:35:09.952" v="2969" actId="1076"/>
          <ac:spMkLst>
            <pc:docMk/>
            <pc:sldMk cId="3805588057" sldId="267"/>
            <ac:spMk id="57" creationId="{F66E7FDD-C5C3-0F68-259A-43D08F163C3C}"/>
          </ac:spMkLst>
        </pc:spChg>
        <pc:spChg chg="add mod">
          <ac:chgData name="David Hedengren" userId="658bef35-c023-4c34-ad89-ec78a9d95ca6" providerId="ADAL" clId="{FBAF32F6-F88B-4240-8933-014DB28A2515}" dt="2024-09-03T08:35:09.952" v="2969" actId="1076"/>
          <ac:spMkLst>
            <pc:docMk/>
            <pc:sldMk cId="3805588057" sldId="267"/>
            <ac:spMk id="58" creationId="{DAF0EC4B-F5D8-1B14-E632-0D694833BE9B}"/>
          </ac:spMkLst>
        </pc:spChg>
        <pc:spChg chg="add mod">
          <ac:chgData name="David Hedengren" userId="658bef35-c023-4c34-ad89-ec78a9d95ca6" providerId="ADAL" clId="{FBAF32F6-F88B-4240-8933-014DB28A2515}" dt="2024-09-03T08:35:09.952" v="2969" actId="1076"/>
          <ac:spMkLst>
            <pc:docMk/>
            <pc:sldMk cId="3805588057" sldId="267"/>
            <ac:spMk id="59" creationId="{81780697-7427-EBB0-B974-543CA4640150}"/>
          </ac:spMkLst>
        </pc:spChg>
        <pc:spChg chg="add mod">
          <ac:chgData name="David Hedengren" userId="658bef35-c023-4c34-ad89-ec78a9d95ca6" providerId="ADAL" clId="{FBAF32F6-F88B-4240-8933-014DB28A2515}" dt="2024-09-03T08:35:09.952" v="2969" actId="1076"/>
          <ac:spMkLst>
            <pc:docMk/>
            <pc:sldMk cId="3805588057" sldId="267"/>
            <ac:spMk id="62" creationId="{16EFAFBC-722B-B19F-6B0F-D2D02CE23DAE}"/>
          </ac:spMkLst>
        </pc:spChg>
        <pc:spChg chg="add mod">
          <ac:chgData name="David Hedengren" userId="658bef35-c023-4c34-ad89-ec78a9d95ca6" providerId="ADAL" clId="{FBAF32F6-F88B-4240-8933-014DB28A2515}" dt="2024-09-03T08:35:09.952" v="2969" actId="1076"/>
          <ac:spMkLst>
            <pc:docMk/>
            <pc:sldMk cId="3805588057" sldId="267"/>
            <ac:spMk id="63" creationId="{F742A489-4013-BEB0-A83C-DDFF77DE812E}"/>
          </ac:spMkLst>
        </pc:spChg>
        <pc:spChg chg="add mod">
          <ac:chgData name="David Hedengren" userId="658bef35-c023-4c34-ad89-ec78a9d95ca6" providerId="ADAL" clId="{FBAF32F6-F88B-4240-8933-014DB28A2515}" dt="2024-09-03T08:35:09.952" v="2969" actId="1076"/>
          <ac:spMkLst>
            <pc:docMk/>
            <pc:sldMk cId="3805588057" sldId="267"/>
            <ac:spMk id="65" creationId="{B613E835-5C8E-416F-0225-FBE4AF69F6D8}"/>
          </ac:spMkLst>
        </pc:spChg>
        <pc:spChg chg="add mod ord">
          <ac:chgData name="David Hedengren" userId="658bef35-c023-4c34-ad89-ec78a9d95ca6" providerId="ADAL" clId="{FBAF32F6-F88B-4240-8933-014DB28A2515}" dt="2024-09-03T09:01:52.394" v="3450" actId="166"/>
          <ac:spMkLst>
            <pc:docMk/>
            <pc:sldMk cId="3805588057" sldId="267"/>
            <ac:spMk id="66" creationId="{3E61A0D9-75ED-C9AD-ED17-158349E7FE59}"/>
          </ac:spMkLst>
        </pc:spChg>
        <pc:spChg chg="add mod">
          <ac:chgData name="David Hedengren" userId="658bef35-c023-4c34-ad89-ec78a9d95ca6" providerId="ADAL" clId="{FBAF32F6-F88B-4240-8933-014DB28A2515}" dt="2024-09-03T08:35:09.952" v="2969" actId="1076"/>
          <ac:spMkLst>
            <pc:docMk/>
            <pc:sldMk cId="3805588057" sldId="267"/>
            <ac:spMk id="67" creationId="{03CD2C3F-9A95-9CA0-8640-0D42887A58A8}"/>
          </ac:spMkLst>
        </pc:spChg>
        <pc:spChg chg="add mod">
          <ac:chgData name="David Hedengren" userId="658bef35-c023-4c34-ad89-ec78a9d95ca6" providerId="ADAL" clId="{FBAF32F6-F88B-4240-8933-014DB28A2515}" dt="2024-09-03T08:45:10.443" v="3227" actId="20577"/>
          <ac:spMkLst>
            <pc:docMk/>
            <pc:sldMk cId="3805588057" sldId="267"/>
            <ac:spMk id="68" creationId="{0C7F3B05-FE0A-23C4-7A6B-FBCAECC0A40F}"/>
          </ac:spMkLst>
        </pc:spChg>
        <pc:spChg chg="add mod">
          <ac:chgData name="David Hedengren" userId="658bef35-c023-4c34-ad89-ec78a9d95ca6" providerId="ADAL" clId="{FBAF32F6-F88B-4240-8933-014DB28A2515}" dt="2024-09-03T08:35:09.952" v="2969" actId="1076"/>
          <ac:spMkLst>
            <pc:docMk/>
            <pc:sldMk cId="3805588057" sldId="267"/>
            <ac:spMk id="69" creationId="{14E9590C-F37A-F407-D02F-1B131A0B771F}"/>
          </ac:spMkLst>
        </pc:spChg>
        <pc:spChg chg="add mod">
          <ac:chgData name="David Hedengren" userId="658bef35-c023-4c34-ad89-ec78a9d95ca6" providerId="ADAL" clId="{FBAF32F6-F88B-4240-8933-014DB28A2515}" dt="2024-09-03T08:45:12.453" v="3228" actId="20577"/>
          <ac:spMkLst>
            <pc:docMk/>
            <pc:sldMk cId="3805588057" sldId="267"/>
            <ac:spMk id="70" creationId="{68735BDE-CCA4-60B2-B92F-842FF3CA6BE2}"/>
          </ac:spMkLst>
        </pc:spChg>
        <pc:spChg chg="add mod">
          <ac:chgData name="David Hedengren" userId="658bef35-c023-4c34-ad89-ec78a9d95ca6" providerId="ADAL" clId="{FBAF32F6-F88B-4240-8933-014DB28A2515}" dt="2024-09-03T08:35:09.952" v="2969" actId="1076"/>
          <ac:spMkLst>
            <pc:docMk/>
            <pc:sldMk cId="3805588057" sldId="267"/>
            <ac:spMk id="73" creationId="{0977948B-052C-DC3B-27DE-7831F6D2EA23}"/>
          </ac:spMkLst>
        </pc:spChg>
        <pc:spChg chg="add mod">
          <ac:chgData name="David Hedengren" userId="658bef35-c023-4c34-ad89-ec78a9d95ca6" providerId="ADAL" clId="{FBAF32F6-F88B-4240-8933-014DB28A2515}" dt="2024-09-03T08:35:09.952" v="2969" actId="1076"/>
          <ac:spMkLst>
            <pc:docMk/>
            <pc:sldMk cId="3805588057" sldId="267"/>
            <ac:spMk id="74" creationId="{86D8433A-C076-93C2-3EB1-6C3CC2F302F6}"/>
          </ac:spMkLst>
        </pc:spChg>
        <pc:spChg chg="add mod">
          <ac:chgData name="David Hedengren" userId="658bef35-c023-4c34-ad89-ec78a9d95ca6" providerId="ADAL" clId="{FBAF32F6-F88B-4240-8933-014DB28A2515}" dt="2024-09-03T08:35:09.952" v="2969" actId="1076"/>
          <ac:spMkLst>
            <pc:docMk/>
            <pc:sldMk cId="3805588057" sldId="267"/>
            <ac:spMk id="76" creationId="{F9A7B4BD-5721-7292-51F8-BC3D41E98E5A}"/>
          </ac:spMkLst>
        </pc:spChg>
        <pc:spChg chg="add mod">
          <ac:chgData name="David Hedengren" userId="658bef35-c023-4c34-ad89-ec78a9d95ca6" providerId="ADAL" clId="{FBAF32F6-F88B-4240-8933-014DB28A2515}" dt="2024-09-03T08:35:09.952" v="2969" actId="1076"/>
          <ac:spMkLst>
            <pc:docMk/>
            <pc:sldMk cId="3805588057" sldId="267"/>
            <ac:spMk id="77" creationId="{80F7EDE2-99C5-654B-0646-C2E1873D12BB}"/>
          </ac:spMkLst>
        </pc:spChg>
        <pc:spChg chg="add mod">
          <ac:chgData name="David Hedengren" userId="658bef35-c023-4c34-ad89-ec78a9d95ca6" providerId="ADAL" clId="{FBAF32F6-F88B-4240-8933-014DB28A2515}" dt="2024-09-03T08:35:09.952" v="2969" actId="1076"/>
          <ac:spMkLst>
            <pc:docMk/>
            <pc:sldMk cId="3805588057" sldId="267"/>
            <ac:spMk id="78" creationId="{3B31F7F1-D1C6-800E-826A-67B97DEBEB30}"/>
          </ac:spMkLst>
        </pc:spChg>
        <pc:spChg chg="add mod">
          <ac:chgData name="David Hedengren" userId="658bef35-c023-4c34-ad89-ec78a9d95ca6" providerId="ADAL" clId="{FBAF32F6-F88B-4240-8933-014DB28A2515}" dt="2024-09-03T08:35:09.952" v="2969" actId="1076"/>
          <ac:spMkLst>
            <pc:docMk/>
            <pc:sldMk cId="3805588057" sldId="267"/>
            <ac:spMk id="79" creationId="{4C7C2C43-67BB-0434-F968-A7628E2373AD}"/>
          </ac:spMkLst>
        </pc:spChg>
        <pc:spChg chg="add mod">
          <ac:chgData name="David Hedengren" userId="658bef35-c023-4c34-ad89-ec78a9d95ca6" providerId="ADAL" clId="{FBAF32F6-F88B-4240-8933-014DB28A2515}" dt="2024-09-03T08:35:09.952" v="2969" actId="1076"/>
          <ac:spMkLst>
            <pc:docMk/>
            <pc:sldMk cId="3805588057" sldId="267"/>
            <ac:spMk id="80" creationId="{8147DAAC-0415-53D0-E163-AB60EC52A0BC}"/>
          </ac:spMkLst>
        </pc:spChg>
        <pc:spChg chg="add mod">
          <ac:chgData name="David Hedengren" userId="658bef35-c023-4c34-ad89-ec78a9d95ca6" providerId="ADAL" clId="{FBAF32F6-F88B-4240-8933-014DB28A2515}" dt="2024-09-03T08:35:09.952" v="2969" actId="1076"/>
          <ac:spMkLst>
            <pc:docMk/>
            <pc:sldMk cId="3805588057" sldId="267"/>
            <ac:spMk id="81" creationId="{34F7919F-D7EB-2839-9303-84F57B853E18}"/>
          </ac:spMkLst>
        </pc:spChg>
        <pc:spChg chg="add mod ord">
          <ac:chgData name="David Hedengren" userId="658bef35-c023-4c34-ad89-ec78a9d95ca6" providerId="ADAL" clId="{FBAF32F6-F88B-4240-8933-014DB28A2515}" dt="2024-09-03T08:56:34.594" v="3400" actId="167"/>
          <ac:spMkLst>
            <pc:docMk/>
            <pc:sldMk cId="3805588057" sldId="267"/>
            <ac:spMk id="84" creationId="{0AD3BCAF-DDE6-96A6-FAEC-02B426CB7006}"/>
          </ac:spMkLst>
        </pc:spChg>
        <pc:spChg chg="add del mod">
          <ac:chgData name="David Hedengren" userId="658bef35-c023-4c34-ad89-ec78a9d95ca6" providerId="ADAL" clId="{FBAF32F6-F88B-4240-8933-014DB28A2515}" dt="2024-09-03T08:55:39.720" v="3396" actId="478"/>
          <ac:spMkLst>
            <pc:docMk/>
            <pc:sldMk cId="3805588057" sldId="267"/>
            <ac:spMk id="85" creationId="{6F6574F6-7520-48F1-C679-FF73276B86E2}"/>
          </ac:spMkLst>
        </pc:spChg>
        <pc:spChg chg="add mod">
          <ac:chgData name="David Hedengren" userId="658bef35-c023-4c34-ad89-ec78a9d95ca6" providerId="ADAL" clId="{FBAF32F6-F88B-4240-8933-014DB28A2515}" dt="2024-09-03T08:35:09.952" v="2969" actId="1076"/>
          <ac:spMkLst>
            <pc:docMk/>
            <pc:sldMk cId="3805588057" sldId="267"/>
            <ac:spMk id="86" creationId="{3E56FB3E-84A8-5D6A-662C-31FE79DC9458}"/>
          </ac:spMkLst>
        </pc:spChg>
        <pc:spChg chg="add del mod">
          <ac:chgData name="David Hedengren" userId="658bef35-c023-4c34-ad89-ec78a9d95ca6" providerId="ADAL" clId="{FBAF32F6-F88B-4240-8933-014DB28A2515}" dt="2024-09-03T09:01:08.166" v="3445" actId="478"/>
          <ac:spMkLst>
            <pc:docMk/>
            <pc:sldMk cId="3805588057" sldId="267"/>
            <ac:spMk id="87" creationId="{0097EE6E-5E2A-55E9-00A9-75BF3EEB331A}"/>
          </ac:spMkLst>
        </pc:spChg>
        <pc:spChg chg="add mod">
          <ac:chgData name="David Hedengren" userId="658bef35-c023-4c34-ad89-ec78a9d95ca6" providerId="ADAL" clId="{FBAF32F6-F88B-4240-8933-014DB28A2515}" dt="2024-09-03T08:35:09.952" v="2969" actId="1076"/>
          <ac:spMkLst>
            <pc:docMk/>
            <pc:sldMk cId="3805588057" sldId="267"/>
            <ac:spMk id="97" creationId="{9C2B38C8-D35F-3575-816F-138581227F1B}"/>
          </ac:spMkLst>
        </pc:spChg>
        <pc:spChg chg="add del mod">
          <ac:chgData name="David Hedengren" userId="658bef35-c023-4c34-ad89-ec78a9d95ca6" providerId="ADAL" clId="{FBAF32F6-F88B-4240-8933-014DB28A2515}" dt="2024-09-03T08:59:23.717" v="3432" actId="478"/>
          <ac:spMkLst>
            <pc:docMk/>
            <pc:sldMk cId="3805588057" sldId="267"/>
            <ac:spMk id="98" creationId="{3CE7DD2E-3C28-B08D-2449-41CB01CB25B4}"/>
          </ac:spMkLst>
        </pc:spChg>
        <pc:spChg chg="add mod">
          <ac:chgData name="David Hedengren" userId="658bef35-c023-4c34-ad89-ec78a9d95ca6" providerId="ADAL" clId="{FBAF32F6-F88B-4240-8933-014DB28A2515}" dt="2024-09-03T08:35:09.952" v="2969" actId="1076"/>
          <ac:spMkLst>
            <pc:docMk/>
            <pc:sldMk cId="3805588057" sldId="267"/>
            <ac:spMk id="101" creationId="{B7649B82-6F11-A6B4-57EE-07CA2BE79BD6}"/>
          </ac:spMkLst>
        </pc:spChg>
        <pc:spChg chg="add mod">
          <ac:chgData name="David Hedengren" userId="658bef35-c023-4c34-ad89-ec78a9d95ca6" providerId="ADAL" clId="{FBAF32F6-F88B-4240-8933-014DB28A2515}" dt="2024-09-03T08:53:59.873" v="3379" actId="1076"/>
          <ac:spMkLst>
            <pc:docMk/>
            <pc:sldMk cId="3805588057" sldId="267"/>
            <ac:spMk id="102" creationId="{451F866C-2080-363A-066D-D9C45AAED8E1}"/>
          </ac:spMkLst>
        </pc:spChg>
        <pc:spChg chg="add mod">
          <ac:chgData name="David Hedengren" userId="658bef35-c023-4c34-ad89-ec78a9d95ca6" providerId="ADAL" clId="{FBAF32F6-F88B-4240-8933-014DB28A2515}" dt="2024-09-03T08:35:09.952" v="2969" actId="1076"/>
          <ac:spMkLst>
            <pc:docMk/>
            <pc:sldMk cId="3805588057" sldId="267"/>
            <ac:spMk id="103" creationId="{DF3E760B-BC88-F8B9-E077-E5C0E5DDF669}"/>
          </ac:spMkLst>
        </pc:spChg>
        <pc:spChg chg="add mod ord">
          <ac:chgData name="David Hedengren" userId="658bef35-c023-4c34-ad89-ec78a9d95ca6" providerId="ADAL" clId="{FBAF32F6-F88B-4240-8933-014DB28A2515}" dt="2024-09-03T09:05:00.751" v="3468" actId="166"/>
          <ac:spMkLst>
            <pc:docMk/>
            <pc:sldMk cId="3805588057" sldId="267"/>
            <ac:spMk id="104" creationId="{1A0F1FDF-0547-91DE-57E5-E409919570D7}"/>
          </ac:spMkLst>
        </pc:spChg>
        <pc:spChg chg="add mod">
          <ac:chgData name="David Hedengren" userId="658bef35-c023-4c34-ad89-ec78a9d95ca6" providerId="ADAL" clId="{FBAF32F6-F88B-4240-8933-014DB28A2515}" dt="2024-09-03T08:35:09.952" v="2969" actId="1076"/>
          <ac:spMkLst>
            <pc:docMk/>
            <pc:sldMk cId="3805588057" sldId="267"/>
            <ac:spMk id="105" creationId="{A3F8A9E0-DBA3-B90F-A8FA-E81AF5A30280}"/>
          </ac:spMkLst>
        </pc:spChg>
        <pc:spChg chg="add mod">
          <ac:chgData name="David Hedengren" userId="658bef35-c023-4c34-ad89-ec78a9d95ca6" providerId="ADAL" clId="{FBAF32F6-F88B-4240-8933-014DB28A2515}" dt="2024-09-03T08:35:09.952" v="2969" actId="1076"/>
          <ac:spMkLst>
            <pc:docMk/>
            <pc:sldMk cId="3805588057" sldId="267"/>
            <ac:spMk id="106" creationId="{B9A1B777-8674-9D35-B815-B187221A8527}"/>
          </ac:spMkLst>
        </pc:spChg>
        <pc:spChg chg="add mod">
          <ac:chgData name="David Hedengren" userId="658bef35-c023-4c34-ad89-ec78a9d95ca6" providerId="ADAL" clId="{FBAF32F6-F88B-4240-8933-014DB28A2515}" dt="2024-09-03T08:35:09.952" v="2969" actId="1076"/>
          <ac:spMkLst>
            <pc:docMk/>
            <pc:sldMk cId="3805588057" sldId="267"/>
            <ac:spMk id="117" creationId="{627AF03E-2711-44B5-7532-1AC9A2515DA9}"/>
          </ac:spMkLst>
        </pc:spChg>
        <pc:spChg chg="add mod">
          <ac:chgData name="David Hedengren" userId="658bef35-c023-4c34-ad89-ec78a9d95ca6" providerId="ADAL" clId="{FBAF32F6-F88B-4240-8933-014DB28A2515}" dt="2024-09-03T08:35:09.952" v="2969" actId="1076"/>
          <ac:spMkLst>
            <pc:docMk/>
            <pc:sldMk cId="3805588057" sldId="267"/>
            <ac:spMk id="118" creationId="{47CEA501-2345-53CE-E961-61CF8E750148}"/>
          </ac:spMkLst>
        </pc:spChg>
        <pc:spChg chg="add mod">
          <ac:chgData name="David Hedengren" userId="658bef35-c023-4c34-ad89-ec78a9d95ca6" providerId="ADAL" clId="{FBAF32F6-F88B-4240-8933-014DB28A2515}" dt="2024-09-03T08:35:09.952" v="2969" actId="1076"/>
          <ac:spMkLst>
            <pc:docMk/>
            <pc:sldMk cId="3805588057" sldId="267"/>
            <ac:spMk id="122" creationId="{A50D0D77-78BD-1F2B-62C6-C8FDBE334209}"/>
          </ac:spMkLst>
        </pc:spChg>
        <pc:spChg chg="add mod">
          <ac:chgData name="David Hedengren" userId="658bef35-c023-4c34-ad89-ec78a9d95ca6" providerId="ADAL" clId="{FBAF32F6-F88B-4240-8933-014DB28A2515}" dt="2024-09-03T08:49:13.324" v="3303" actId="1076"/>
          <ac:spMkLst>
            <pc:docMk/>
            <pc:sldMk cId="3805588057" sldId="267"/>
            <ac:spMk id="123" creationId="{D8995EB5-0AB0-927F-F912-AD39CC61E4FF}"/>
          </ac:spMkLst>
        </pc:spChg>
        <pc:spChg chg="add mod">
          <ac:chgData name="David Hedengren" userId="658bef35-c023-4c34-ad89-ec78a9d95ca6" providerId="ADAL" clId="{FBAF32F6-F88B-4240-8933-014DB28A2515}" dt="2024-09-03T08:35:09.952" v="2969" actId="1076"/>
          <ac:spMkLst>
            <pc:docMk/>
            <pc:sldMk cId="3805588057" sldId="267"/>
            <ac:spMk id="128" creationId="{C547FCA7-4848-AAE9-1A5C-0D74FCFE07E5}"/>
          </ac:spMkLst>
        </pc:spChg>
        <pc:spChg chg="add mod">
          <ac:chgData name="David Hedengren" userId="658bef35-c023-4c34-ad89-ec78a9d95ca6" providerId="ADAL" clId="{FBAF32F6-F88B-4240-8933-014DB28A2515}" dt="2024-09-03T08:35:09.952" v="2969" actId="1076"/>
          <ac:spMkLst>
            <pc:docMk/>
            <pc:sldMk cId="3805588057" sldId="267"/>
            <ac:spMk id="129" creationId="{A884A7A4-8495-D789-3C4C-688C01B902B7}"/>
          </ac:spMkLst>
        </pc:spChg>
        <pc:spChg chg="add del mod">
          <ac:chgData name="David Hedengren" userId="658bef35-c023-4c34-ad89-ec78a9d95ca6" providerId="ADAL" clId="{FBAF32F6-F88B-4240-8933-014DB28A2515}" dt="2024-09-03T08:33:17.424" v="2959"/>
          <ac:spMkLst>
            <pc:docMk/>
            <pc:sldMk cId="3805588057" sldId="267"/>
            <ac:spMk id="131" creationId="{D9621AE2-1F21-2749-F510-EA8DEB403D30}"/>
          </ac:spMkLst>
        </pc:spChg>
        <pc:spChg chg="add del mod">
          <ac:chgData name="David Hedengren" userId="658bef35-c023-4c34-ad89-ec78a9d95ca6" providerId="ADAL" clId="{FBAF32F6-F88B-4240-8933-014DB28A2515}" dt="2024-09-03T08:33:17.424" v="2959"/>
          <ac:spMkLst>
            <pc:docMk/>
            <pc:sldMk cId="3805588057" sldId="267"/>
            <ac:spMk id="132" creationId="{6C927899-2C89-A7CD-1A0C-4BF0A40DD0AB}"/>
          </ac:spMkLst>
        </pc:spChg>
        <pc:spChg chg="add mod">
          <ac:chgData name="David Hedengren" userId="658bef35-c023-4c34-ad89-ec78a9d95ca6" providerId="ADAL" clId="{FBAF32F6-F88B-4240-8933-014DB28A2515}" dt="2024-09-03T08:38:24.566" v="3018" actId="1037"/>
          <ac:spMkLst>
            <pc:docMk/>
            <pc:sldMk cId="3805588057" sldId="267"/>
            <ac:spMk id="133" creationId="{45E43B93-5491-B727-4D79-899B59E58444}"/>
          </ac:spMkLst>
        </pc:spChg>
        <pc:spChg chg="add mod">
          <ac:chgData name="David Hedengren" userId="658bef35-c023-4c34-ad89-ec78a9d95ca6" providerId="ADAL" clId="{FBAF32F6-F88B-4240-8933-014DB28A2515}" dt="2024-09-03T08:38:32.865" v="3024" actId="1037"/>
          <ac:spMkLst>
            <pc:docMk/>
            <pc:sldMk cId="3805588057" sldId="267"/>
            <ac:spMk id="134" creationId="{48453850-E580-1B0C-187A-B48389636083}"/>
          </ac:spMkLst>
        </pc:spChg>
        <pc:spChg chg="add mod">
          <ac:chgData name="David Hedengren" userId="658bef35-c023-4c34-ad89-ec78a9d95ca6" providerId="ADAL" clId="{FBAF32F6-F88B-4240-8933-014DB28A2515}" dt="2024-09-03T08:38:41.074" v="3027" actId="1035"/>
          <ac:spMkLst>
            <pc:docMk/>
            <pc:sldMk cId="3805588057" sldId="267"/>
            <ac:spMk id="135" creationId="{720491D2-013C-7D0A-6672-21DFAA2B1F58}"/>
          </ac:spMkLst>
        </pc:spChg>
        <pc:spChg chg="add mod">
          <ac:chgData name="David Hedengren" userId="658bef35-c023-4c34-ad89-ec78a9d95ca6" providerId="ADAL" clId="{FBAF32F6-F88B-4240-8933-014DB28A2515}" dt="2024-09-03T08:38:48.329" v="3032" actId="1038"/>
          <ac:spMkLst>
            <pc:docMk/>
            <pc:sldMk cId="3805588057" sldId="267"/>
            <ac:spMk id="136" creationId="{B789687C-B679-0878-6D47-094322167D22}"/>
          </ac:spMkLst>
        </pc:spChg>
        <pc:spChg chg="add mod">
          <ac:chgData name="David Hedengren" userId="658bef35-c023-4c34-ad89-ec78a9d95ca6" providerId="ADAL" clId="{FBAF32F6-F88B-4240-8933-014DB28A2515}" dt="2024-09-03T08:38:56.461" v="3041" actId="1037"/>
          <ac:spMkLst>
            <pc:docMk/>
            <pc:sldMk cId="3805588057" sldId="267"/>
            <ac:spMk id="137" creationId="{4D82B38C-1491-BF28-E178-C029612E34CC}"/>
          </ac:spMkLst>
        </pc:spChg>
        <pc:spChg chg="add mod">
          <ac:chgData name="David Hedengren" userId="658bef35-c023-4c34-ad89-ec78a9d95ca6" providerId="ADAL" clId="{FBAF32F6-F88B-4240-8933-014DB28A2515}" dt="2024-09-03T08:39:08.061" v="3044" actId="1037"/>
          <ac:spMkLst>
            <pc:docMk/>
            <pc:sldMk cId="3805588057" sldId="267"/>
            <ac:spMk id="138" creationId="{17CBE19E-FE2D-9C7E-6EE4-CAB54C388B52}"/>
          </ac:spMkLst>
        </pc:spChg>
        <pc:spChg chg="add mod">
          <ac:chgData name="David Hedengren" userId="658bef35-c023-4c34-ad89-ec78a9d95ca6" providerId="ADAL" clId="{FBAF32F6-F88B-4240-8933-014DB28A2515}" dt="2024-09-03T08:39:21.390" v="3054" actId="1035"/>
          <ac:spMkLst>
            <pc:docMk/>
            <pc:sldMk cId="3805588057" sldId="267"/>
            <ac:spMk id="139" creationId="{D989B49A-7DE6-1F18-EA18-AC979179F8AA}"/>
          </ac:spMkLst>
        </pc:spChg>
        <pc:spChg chg="add mod">
          <ac:chgData name="David Hedengren" userId="658bef35-c023-4c34-ad89-ec78a9d95ca6" providerId="ADAL" clId="{FBAF32F6-F88B-4240-8933-014DB28A2515}" dt="2024-09-03T08:39:31.748" v="3070" actId="1038"/>
          <ac:spMkLst>
            <pc:docMk/>
            <pc:sldMk cId="3805588057" sldId="267"/>
            <ac:spMk id="140" creationId="{85C2C038-C984-842B-4FB8-519BDAE2F7EF}"/>
          </ac:spMkLst>
        </pc:spChg>
        <pc:spChg chg="add mod">
          <ac:chgData name="David Hedengren" userId="658bef35-c023-4c34-ad89-ec78a9d95ca6" providerId="ADAL" clId="{FBAF32F6-F88B-4240-8933-014DB28A2515}" dt="2024-09-03T08:39:41.980" v="3079" actId="1036"/>
          <ac:spMkLst>
            <pc:docMk/>
            <pc:sldMk cId="3805588057" sldId="267"/>
            <ac:spMk id="141" creationId="{7E000A52-1F7F-A6FE-BC9D-117050093A46}"/>
          </ac:spMkLst>
        </pc:spChg>
        <pc:spChg chg="add mod">
          <ac:chgData name="David Hedengren" userId="658bef35-c023-4c34-ad89-ec78a9d95ca6" providerId="ADAL" clId="{FBAF32F6-F88B-4240-8933-014DB28A2515}" dt="2024-09-03T08:39:54.646" v="3091" actId="1036"/>
          <ac:spMkLst>
            <pc:docMk/>
            <pc:sldMk cId="3805588057" sldId="267"/>
            <ac:spMk id="142" creationId="{2592FC3A-7B79-15A7-CBEE-2557B461AE27}"/>
          </ac:spMkLst>
        </pc:spChg>
        <pc:spChg chg="add mod">
          <ac:chgData name="David Hedengren" userId="658bef35-c023-4c34-ad89-ec78a9d95ca6" providerId="ADAL" clId="{FBAF32F6-F88B-4240-8933-014DB28A2515}" dt="2024-09-03T08:40:01.426" v="3095" actId="1036"/>
          <ac:spMkLst>
            <pc:docMk/>
            <pc:sldMk cId="3805588057" sldId="267"/>
            <ac:spMk id="143" creationId="{9C8594DC-F751-794F-E728-A5FCD825E839}"/>
          </ac:spMkLst>
        </pc:spChg>
        <pc:spChg chg="add mod">
          <ac:chgData name="David Hedengren" userId="658bef35-c023-4c34-ad89-ec78a9d95ca6" providerId="ADAL" clId="{FBAF32F6-F88B-4240-8933-014DB28A2515}" dt="2024-09-03T08:40:09.787" v="3106" actId="1037"/>
          <ac:spMkLst>
            <pc:docMk/>
            <pc:sldMk cId="3805588057" sldId="267"/>
            <ac:spMk id="144" creationId="{0FAB2BD1-5549-F63C-2FCD-7E63A6C8240A}"/>
          </ac:spMkLst>
        </pc:spChg>
        <pc:spChg chg="add mod">
          <ac:chgData name="David Hedengren" userId="658bef35-c023-4c34-ad89-ec78a9d95ca6" providerId="ADAL" clId="{FBAF32F6-F88B-4240-8933-014DB28A2515}" dt="2024-09-03T08:46:34.049" v="3254" actId="1076"/>
          <ac:spMkLst>
            <pc:docMk/>
            <pc:sldMk cId="3805588057" sldId="267"/>
            <ac:spMk id="145" creationId="{29ED4C41-609F-71EA-30C8-0A4054A8C889}"/>
          </ac:spMkLst>
        </pc:spChg>
        <pc:spChg chg="add mod">
          <ac:chgData name="David Hedengren" userId="658bef35-c023-4c34-ad89-ec78a9d95ca6" providerId="ADAL" clId="{FBAF32F6-F88B-4240-8933-014DB28A2515}" dt="2024-09-03T08:45:16.145" v="3230" actId="1076"/>
          <ac:spMkLst>
            <pc:docMk/>
            <pc:sldMk cId="3805588057" sldId="267"/>
            <ac:spMk id="146" creationId="{83B970C4-23BF-6C99-6CA5-39F3E1FD35CB}"/>
          </ac:spMkLst>
        </pc:spChg>
        <pc:spChg chg="add del mod">
          <ac:chgData name="David Hedengren" userId="658bef35-c023-4c34-ad89-ec78a9d95ca6" providerId="ADAL" clId="{FBAF32F6-F88B-4240-8933-014DB28A2515}" dt="2024-09-03T08:45:08.309" v="3224" actId="478"/>
          <ac:spMkLst>
            <pc:docMk/>
            <pc:sldMk cId="3805588057" sldId="267"/>
            <ac:spMk id="147" creationId="{A6AC6182-8B6A-7F25-FF06-2F25FBB2B059}"/>
          </ac:spMkLst>
        </pc:spChg>
        <pc:spChg chg="add del mod">
          <ac:chgData name="David Hedengren" userId="658bef35-c023-4c34-ad89-ec78a9d95ca6" providerId="ADAL" clId="{FBAF32F6-F88B-4240-8933-014DB28A2515}" dt="2024-09-03T08:45:06.874" v="3223" actId="478"/>
          <ac:spMkLst>
            <pc:docMk/>
            <pc:sldMk cId="3805588057" sldId="267"/>
            <ac:spMk id="148" creationId="{38C39E7D-A548-719F-78B5-A6B1C9288B0E}"/>
          </ac:spMkLst>
        </pc:spChg>
        <pc:spChg chg="add mod">
          <ac:chgData name="David Hedengren" userId="658bef35-c023-4c34-ad89-ec78a9d95ca6" providerId="ADAL" clId="{FBAF32F6-F88B-4240-8933-014DB28A2515}" dt="2024-09-03T08:41:10.046" v="3129" actId="1035"/>
          <ac:spMkLst>
            <pc:docMk/>
            <pc:sldMk cId="3805588057" sldId="267"/>
            <ac:spMk id="149" creationId="{2D8C45BF-8A59-1129-F26C-8E937CA3F501}"/>
          </ac:spMkLst>
        </pc:spChg>
        <pc:spChg chg="add mod">
          <ac:chgData name="David Hedengren" userId="658bef35-c023-4c34-ad89-ec78a9d95ca6" providerId="ADAL" clId="{FBAF32F6-F88B-4240-8933-014DB28A2515}" dt="2024-09-03T08:41:21.843" v="3143" actId="1035"/>
          <ac:spMkLst>
            <pc:docMk/>
            <pc:sldMk cId="3805588057" sldId="267"/>
            <ac:spMk id="150" creationId="{B2EE08B3-21F9-CCC6-6067-09926D6435C9}"/>
          </ac:spMkLst>
        </pc:spChg>
        <pc:spChg chg="add mod">
          <ac:chgData name="David Hedengren" userId="658bef35-c023-4c34-ad89-ec78a9d95ca6" providerId="ADAL" clId="{FBAF32F6-F88B-4240-8933-014DB28A2515}" dt="2024-09-03T08:41:32.186" v="3153" actId="1037"/>
          <ac:spMkLst>
            <pc:docMk/>
            <pc:sldMk cId="3805588057" sldId="267"/>
            <ac:spMk id="151" creationId="{136E7BCF-A4D9-1EE0-4AE7-91978F379111}"/>
          </ac:spMkLst>
        </pc:spChg>
        <pc:spChg chg="add mod ord">
          <ac:chgData name="David Hedengren" userId="658bef35-c023-4c34-ad89-ec78a9d95ca6" providerId="ADAL" clId="{FBAF32F6-F88B-4240-8933-014DB28A2515}" dt="2024-09-03T09:02:42.001" v="3457" actId="166"/>
          <ac:spMkLst>
            <pc:docMk/>
            <pc:sldMk cId="3805588057" sldId="267"/>
            <ac:spMk id="152" creationId="{F3C1D833-91C1-AD2E-4060-B59299489AA7}"/>
          </ac:spMkLst>
        </pc:spChg>
        <pc:spChg chg="add mod">
          <ac:chgData name="David Hedengren" userId="658bef35-c023-4c34-ad89-ec78a9d95ca6" providerId="ADAL" clId="{FBAF32F6-F88B-4240-8933-014DB28A2515}" dt="2024-09-03T08:59:47.681" v="3437" actId="1076"/>
          <ac:spMkLst>
            <pc:docMk/>
            <pc:sldMk cId="3805588057" sldId="267"/>
            <ac:spMk id="153" creationId="{5200EB87-B119-CF9A-0535-92C15E08BC89}"/>
          </ac:spMkLst>
        </pc:spChg>
        <pc:spChg chg="add mod ord">
          <ac:chgData name="David Hedengren" userId="658bef35-c023-4c34-ad89-ec78a9d95ca6" providerId="ADAL" clId="{FBAF32F6-F88B-4240-8933-014DB28A2515}" dt="2024-09-03T09:05:11.516" v="3469" actId="1038"/>
          <ac:spMkLst>
            <pc:docMk/>
            <pc:sldMk cId="3805588057" sldId="267"/>
            <ac:spMk id="154" creationId="{14E84BEF-DE2D-0ED0-1293-705D8497D35E}"/>
          </ac:spMkLst>
        </pc:spChg>
        <pc:spChg chg="add mod">
          <ac:chgData name="David Hedengren" userId="658bef35-c023-4c34-ad89-ec78a9d95ca6" providerId="ADAL" clId="{FBAF32F6-F88B-4240-8933-014DB28A2515}" dt="2024-09-03T08:51:22.854" v="3359" actId="1037"/>
          <ac:spMkLst>
            <pc:docMk/>
            <pc:sldMk cId="3805588057" sldId="267"/>
            <ac:spMk id="155" creationId="{A49A8199-1DAA-05B9-B316-F18E5CBBC005}"/>
          </ac:spMkLst>
        </pc:spChg>
        <pc:spChg chg="add del mod">
          <ac:chgData name="David Hedengren" userId="658bef35-c023-4c34-ad89-ec78a9d95ca6" providerId="ADAL" clId="{FBAF32F6-F88B-4240-8933-014DB28A2515}" dt="2024-09-03T09:00:11.683" v="3440" actId="478"/>
          <ac:spMkLst>
            <pc:docMk/>
            <pc:sldMk cId="3805588057" sldId="267"/>
            <ac:spMk id="156" creationId="{A5ADE412-DA3C-D3A8-002A-9BD4DF0B583A}"/>
          </ac:spMkLst>
        </pc:spChg>
        <pc:cxnChg chg="add del mod">
          <ac:chgData name="David Hedengren" userId="658bef35-c023-4c34-ad89-ec78a9d95ca6" providerId="ADAL" clId="{FBAF32F6-F88B-4240-8933-014DB28A2515}" dt="2024-09-03T08:35:09.952" v="2969" actId="1076"/>
          <ac:cxnSpMkLst>
            <pc:docMk/>
            <pc:sldMk cId="3805588057" sldId="267"/>
            <ac:cxnSpMk id="7" creationId="{05E44D64-5C57-55E4-8AA5-362B1EE28652}"/>
          </ac:cxnSpMkLst>
        </pc:cxnChg>
        <pc:cxnChg chg="add del">
          <ac:chgData name="David Hedengren" userId="658bef35-c023-4c34-ad89-ec78a9d95ca6" providerId="ADAL" clId="{FBAF32F6-F88B-4240-8933-014DB28A2515}" dt="2024-09-03T08:25:01.804" v="2789" actId="478"/>
          <ac:cxnSpMkLst>
            <pc:docMk/>
            <pc:sldMk cId="3805588057" sldId="267"/>
            <ac:cxnSpMk id="9" creationId="{0DD0DFA0-9BF9-F120-F704-45BDB1482BD3}"/>
          </ac:cxnSpMkLst>
        </pc:cxnChg>
        <pc:cxnChg chg="add del">
          <ac:chgData name="David Hedengren" userId="658bef35-c023-4c34-ad89-ec78a9d95ca6" providerId="ADAL" clId="{FBAF32F6-F88B-4240-8933-014DB28A2515}" dt="2024-09-03T08:25:01.804" v="2789" actId="478"/>
          <ac:cxnSpMkLst>
            <pc:docMk/>
            <pc:sldMk cId="3805588057" sldId="267"/>
            <ac:cxnSpMk id="11" creationId="{F71BB69B-3716-7E28-0B93-32BE3C7081DA}"/>
          </ac:cxnSpMkLst>
        </pc:cxnChg>
        <pc:cxnChg chg="add mod">
          <ac:chgData name="David Hedengren" userId="658bef35-c023-4c34-ad89-ec78a9d95ca6" providerId="ADAL" clId="{FBAF32F6-F88B-4240-8933-014DB28A2515}" dt="2024-09-03T08:35:09.952" v="2969" actId="1076"/>
          <ac:cxnSpMkLst>
            <pc:docMk/>
            <pc:sldMk cId="3805588057" sldId="267"/>
            <ac:cxnSpMk id="19" creationId="{AD266C09-7679-9B32-6CB1-7C02445012D9}"/>
          </ac:cxnSpMkLst>
        </pc:cxnChg>
        <pc:cxnChg chg="add mod">
          <ac:chgData name="David Hedengren" userId="658bef35-c023-4c34-ad89-ec78a9d95ca6" providerId="ADAL" clId="{FBAF32F6-F88B-4240-8933-014DB28A2515}" dt="2024-09-03T08:35:09.952" v="2969" actId="1076"/>
          <ac:cxnSpMkLst>
            <pc:docMk/>
            <pc:sldMk cId="3805588057" sldId="267"/>
            <ac:cxnSpMk id="27" creationId="{DE165636-2994-7EC5-A468-02AE1B2CD399}"/>
          </ac:cxnSpMkLst>
        </pc:cxnChg>
        <pc:cxnChg chg="add mod">
          <ac:chgData name="David Hedengren" userId="658bef35-c023-4c34-ad89-ec78a9d95ca6" providerId="ADAL" clId="{FBAF32F6-F88B-4240-8933-014DB28A2515}" dt="2024-09-03T08:35:09.952" v="2969" actId="1076"/>
          <ac:cxnSpMkLst>
            <pc:docMk/>
            <pc:sldMk cId="3805588057" sldId="267"/>
            <ac:cxnSpMk id="31" creationId="{91194DCA-41D7-679E-F654-E689FE31D518}"/>
          </ac:cxnSpMkLst>
        </pc:cxnChg>
        <pc:cxnChg chg="add mod">
          <ac:chgData name="David Hedengren" userId="658bef35-c023-4c34-ad89-ec78a9d95ca6" providerId="ADAL" clId="{FBAF32F6-F88B-4240-8933-014DB28A2515}" dt="2024-09-03T08:35:09.952" v="2969" actId="1076"/>
          <ac:cxnSpMkLst>
            <pc:docMk/>
            <pc:sldMk cId="3805588057" sldId="267"/>
            <ac:cxnSpMk id="38" creationId="{2371D322-0469-3AA2-F835-BC35F3D69623}"/>
          </ac:cxnSpMkLst>
        </pc:cxnChg>
        <pc:cxnChg chg="add mod">
          <ac:chgData name="David Hedengren" userId="658bef35-c023-4c34-ad89-ec78a9d95ca6" providerId="ADAL" clId="{FBAF32F6-F88B-4240-8933-014DB28A2515}" dt="2024-09-03T08:35:09.952" v="2969" actId="1076"/>
          <ac:cxnSpMkLst>
            <pc:docMk/>
            <pc:sldMk cId="3805588057" sldId="267"/>
            <ac:cxnSpMk id="39" creationId="{B65CDCBD-F0F7-DEEE-17D5-D94672DF5463}"/>
          </ac:cxnSpMkLst>
        </pc:cxnChg>
        <pc:cxnChg chg="add mod">
          <ac:chgData name="David Hedengren" userId="658bef35-c023-4c34-ad89-ec78a9d95ca6" providerId="ADAL" clId="{FBAF32F6-F88B-4240-8933-014DB28A2515}" dt="2024-09-03T08:35:09.952" v="2969" actId="1076"/>
          <ac:cxnSpMkLst>
            <pc:docMk/>
            <pc:sldMk cId="3805588057" sldId="267"/>
            <ac:cxnSpMk id="42" creationId="{46FF7C96-3364-F399-195A-5BB902FB9DE8}"/>
          </ac:cxnSpMkLst>
        </pc:cxnChg>
        <pc:cxnChg chg="add mod">
          <ac:chgData name="David Hedengren" userId="658bef35-c023-4c34-ad89-ec78a9d95ca6" providerId="ADAL" clId="{FBAF32F6-F88B-4240-8933-014DB28A2515}" dt="2024-09-03T08:35:09.952" v="2969" actId="1076"/>
          <ac:cxnSpMkLst>
            <pc:docMk/>
            <pc:sldMk cId="3805588057" sldId="267"/>
            <ac:cxnSpMk id="49" creationId="{C890CCAF-C5DB-D34A-162B-0BD8BAB2E982}"/>
          </ac:cxnSpMkLst>
        </pc:cxnChg>
        <pc:cxnChg chg="add mod">
          <ac:chgData name="David Hedengren" userId="658bef35-c023-4c34-ad89-ec78a9d95ca6" providerId="ADAL" clId="{FBAF32F6-F88B-4240-8933-014DB28A2515}" dt="2024-09-03T08:35:09.952" v="2969" actId="1076"/>
          <ac:cxnSpMkLst>
            <pc:docMk/>
            <pc:sldMk cId="3805588057" sldId="267"/>
            <ac:cxnSpMk id="50" creationId="{361B581C-1D7E-3D26-D4DF-2F599C5F1938}"/>
          </ac:cxnSpMkLst>
        </pc:cxnChg>
        <pc:cxnChg chg="add mod">
          <ac:chgData name="David Hedengren" userId="658bef35-c023-4c34-ad89-ec78a9d95ca6" providerId="ADAL" clId="{FBAF32F6-F88B-4240-8933-014DB28A2515}" dt="2024-09-03T08:35:09.952" v="2969" actId="1076"/>
          <ac:cxnSpMkLst>
            <pc:docMk/>
            <pc:sldMk cId="3805588057" sldId="267"/>
            <ac:cxnSpMk id="53" creationId="{8E0E32CA-A6B3-ACE8-718E-646876ABF5C4}"/>
          </ac:cxnSpMkLst>
        </pc:cxnChg>
        <pc:cxnChg chg="add mod">
          <ac:chgData name="David Hedengren" userId="658bef35-c023-4c34-ad89-ec78a9d95ca6" providerId="ADAL" clId="{FBAF32F6-F88B-4240-8933-014DB28A2515}" dt="2024-09-03T08:35:09.952" v="2969" actId="1076"/>
          <ac:cxnSpMkLst>
            <pc:docMk/>
            <pc:sldMk cId="3805588057" sldId="267"/>
            <ac:cxnSpMk id="60" creationId="{C06C248E-3179-805A-3B8D-672C02F1491B}"/>
          </ac:cxnSpMkLst>
        </pc:cxnChg>
        <pc:cxnChg chg="add mod">
          <ac:chgData name="David Hedengren" userId="658bef35-c023-4c34-ad89-ec78a9d95ca6" providerId="ADAL" clId="{FBAF32F6-F88B-4240-8933-014DB28A2515}" dt="2024-09-03T08:35:09.952" v="2969" actId="1076"/>
          <ac:cxnSpMkLst>
            <pc:docMk/>
            <pc:sldMk cId="3805588057" sldId="267"/>
            <ac:cxnSpMk id="61" creationId="{2EC1E912-F2D9-4FB8-7D11-0F803A36DACB}"/>
          </ac:cxnSpMkLst>
        </pc:cxnChg>
        <pc:cxnChg chg="add mod">
          <ac:chgData name="David Hedengren" userId="658bef35-c023-4c34-ad89-ec78a9d95ca6" providerId="ADAL" clId="{FBAF32F6-F88B-4240-8933-014DB28A2515}" dt="2024-09-03T08:35:09.952" v="2969" actId="1076"/>
          <ac:cxnSpMkLst>
            <pc:docMk/>
            <pc:sldMk cId="3805588057" sldId="267"/>
            <ac:cxnSpMk id="64" creationId="{5DFAD921-483D-2E2A-2C45-3080C296B48D}"/>
          </ac:cxnSpMkLst>
        </pc:cxnChg>
        <pc:cxnChg chg="add mod">
          <ac:chgData name="David Hedengren" userId="658bef35-c023-4c34-ad89-ec78a9d95ca6" providerId="ADAL" clId="{FBAF32F6-F88B-4240-8933-014DB28A2515}" dt="2024-09-03T08:35:09.952" v="2969" actId="1076"/>
          <ac:cxnSpMkLst>
            <pc:docMk/>
            <pc:sldMk cId="3805588057" sldId="267"/>
            <ac:cxnSpMk id="71" creationId="{6B449F2F-1CC8-9C35-BB35-60C84B1CA67D}"/>
          </ac:cxnSpMkLst>
        </pc:cxnChg>
        <pc:cxnChg chg="add mod">
          <ac:chgData name="David Hedengren" userId="658bef35-c023-4c34-ad89-ec78a9d95ca6" providerId="ADAL" clId="{FBAF32F6-F88B-4240-8933-014DB28A2515}" dt="2024-09-03T08:35:09.952" v="2969" actId="1076"/>
          <ac:cxnSpMkLst>
            <pc:docMk/>
            <pc:sldMk cId="3805588057" sldId="267"/>
            <ac:cxnSpMk id="72" creationId="{57820D20-B6D8-CE02-2706-19A7A8D13204}"/>
          </ac:cxnSpMkLst>
        </pc:cxnChg>
        <pc:cxnChg chg="add mod">
          <ac:chgData name="David Hedengren" userId="658bef35-c023-4c34-ad89-ec78a9d95ca6" providerId="ADAL" clId="{FBAF32F6-F88B-4240-8933-014DB28A2515}" dt="2024-09-03T08:35:09.952" v="2969" actId="1076"/>
          <ac:cxnSpMkLst>
            <pc:docMk/>
            <pc:sldMk cId="3805588057" sldId="267"/>
            <ac:cxnSpMk id="75" creationId="{61F4F36E-FFC7-F4B8-28D8-8EB67D09A689}"/>
          </ac:cxnSpMkLst>
        </pc:cxnChg>
        <pc:cxnChg chg="add mod">
          <ac:chgData name="David Hedengren" userId="658bef35-c023-4c34-ad89-ec78a9d95ca6" providerId="ADAL" clId="{FBAF32F6-F88B-4240-8933-014DB28A2515}" dt="2024-09-03T08:35:09.952" v="2969" actId="1076"/>
          <ac:cxnSpMkLst>
            <pc:docMk/>
            <pc:sldMk cId="3805588057" sldId="267"/>
            <ac:cxnSpMk id="82" creationId="{CED0495E-D86B-2CA2-FE03-DF2443C743D0}"/>
          </ac:cxnSpMkLst>
        </pc:cxnChg>
        <pc:cxnChg chg="add mod">
          <ac:chgData name="David Hedengren" userId="658bef35-c023-4c34-ad89-ec78a9d95ca6" providerId="ADAL" clId="{FBAF32F6-F88B-4240-8933-014DB28A2515}" dt="2024-09-03T08:35:09.952" v="2969" actId="1076"/>
          <ac:cxnSpMkLst>
            <pc:docMk/>
            <pc:sldMk cId="3805588057" sldId="267"/>
            <ac:cxnSpMk id="83" creationId="{31A7788F-695A-A90A-3DB7-CF36965AB813}"/>
          </ac:cxnSpMkLst>
        </pc:cxnChg>
        <pc:cxnChg chg="add mod">
          <ac:chgData name="David Hedengren" userId="658bef35-c023-4c34-ad89-ec78a9d95ca6" providerId="ADAL" clId="{FBAF32F6-F88B-4240-8933-014DB28A2515}" dt="2024-09-03T08:35:09.952" v="2969" actId="1076"/>
          <ac:cxnSpMkLst>
            <pc:docMk/>
            <pc:sldMk cId="3805588057" sldId="267"/>
            <ac:cxnSpMk id="88" creationId="{EBF497F1-CA3C-D196-FBE9-F8D2CB407ADA}"/>
          </ac:cxnSpMkLst>
        </pc:cxnChg>
        <pc:cxnChg chg="add mod">
          <ac:chgData name="David Hedengren" userId="658bef35-c023-4c34-ad89-ec78a9d95ca6" providerId="ADAL" clId="{FBAF32F6-F88B-4240-8933-014DB28A2515}" dt="2024-09-03T08:35:09.952" v="2969" actId="1076"/>
          <ac:cxnSpMkLst>
            <pc:docMk/>
            <pc:sldMk cId="3805588057" sldId="267"/>
            <ac:cxnSpMk id="91" creationId="{26D69192-8E56-8083-304D-5FC765B65C65}"/>
          </ac:cxnSpMkLst>
        </pc:cxnChg>
        <pc:cxnChg chg="add del mod">
          <ac:chgData name="David Hedengren" userId="658bef35-c023-4c34-ad89-ec78a9d95ca6" providerId="ADAL" clId="{FBAF32F6-F88B-4240-8933-014DB28A2515}" dt="2024-09-03T08:27:59.689" v="2844" actId="478"/>
          <ac:cxnSpMkLst>
            <pc:docMk/>
            <pc:sldMk cId="3805588057" sldId="267"/>
            <ac:cxnSpMk id="92" creationId="{DB3D49AF-66D2-E20B-B59C-A370E2EBB736}"/>
          </ac:cxnSpMkLst>
        </pc:cxnChg>
        <pc:cxnChg chg="add del mod">
          <ac:chgData name="David Hedengren" userId="658bef35-c023-4c34-ad89-ec78a9d95ca6" providerId="ADAL" clId="{FBAF32F6-F88B-4240-8933-014DB28A2515}" dt="2024-09-03T08:28:08.494" v="2846" actId="478"/>
          <ac:cxnSpMkLst>
            <pc:docMk/>
            <pc:sldMk cId="3805588057" sldId="267"/>
            <ac:cxnSpMk id="94" creationId="{2489991D-FB01-4EFB-C54D-636538349720}"/>
          </ac:cxnSpMkLst>
        </pc:cxnChg>
        <pc:cxnChg chg="add mod">
          <ac:chgData name="David Hedengren" userId="658bef35-c023-4c34-ad89-ec78a9d95ca6" providerId="ADAL" clId="{FBAF32F6-F88B-4240-8933-014DB28A2515}" dt="2024-09-03T08:35:09.952" v="2969" actId="1076"/>
          <ac:cxnSpMkLst>
            <pc:docMk/>
            <pc:sldMk cId="3805588057" sldId="267"/>
            <ac:cxnSpMk id="95" creationId="{39615482-CBC0-5B31-8838-40ADC61CF37B}"/>
          </ac:cxnSpMkLst>
        </pc:cxnChg>
        <pc:cxnChg chg="add mod">
          <ac:chgData name="David Hedengren" userId="658bef35-c023-4c34-ad89-ec78a9d95ca6" providerId="ADAL" clId="{FBAF32F6-F88B-4240-8933-014DB28A2515}" dt="2024-09-03T08:35:09.952" v="2969" actId="1076"/>
          <ac:cxnSpMkLst>
            <pc:docMk/>
            <pc:sldMk cId="3805588057" sldId="267"/>
            <ac:cxnSpMk id="96" creationId="{6F99E3A2-4968-FB0B-6733-6F1CE41086DF}"/>
          </ac:cxnSpMkLst>
        </pc:cxnChg>
        <pc:cxnChg chg="add mod">
          <ac:chgData name="David Hedengren" userId="658bef35-c023-4c34-ad89-ec78a9d95ca6" providerId="ADAL" clId="{FBAF32F6-F88B-4240-8933-014DB28A2515}" dt="2024-09-03T08:35:09.952" v="2969" actId="1076"/>
          <ac:cxnSpMkLst>
            <pc:docMk/>
            <pc:sldMk cId="3805588057" sldId="267"/>
            <ac:cxnSpMk id="99" creationId="{57307726-590A-7898-7F60-8765C98FA399}"/>
          </ac:cxnSpMkLst>
        </pc:cxnChg>
        <pc:cxnChg chg="add mod">
          <ac:chgData name="David Hedengren" userId="658bef35-c023-4c34-ad89-ec78a9d95ca6" providerId="ADAL" clId="{FBAF32F6-F88B-4240-8933-014DB28A2515}" dt="2024-09-03T08:35:09.952" v="2969" actId="1076"/>
          <ac:cxnSpMkLst>
            <pc:docMk/>
            <pc:sldMk cId="3805588057" sldId="267"/>
            <ac:cxnSpMk id="100" creationId="{42E00E28-4F09-FCBB-6E6A-688FAB228028}"/>
          </ac:cxnSpMkLst>
        </pc:cxnChg>
        <pc:cxnChg chg="add mod">
          <ac:chgData name="David Hedengren" userId="658bef35-c023-4c34-ad89-ec78a9d95ca6" providerId="ADAL" clId="{FBAF32F6-F88B-4240-8933-014DB28A2515}" dt="2024-09-03T08:35:09.952" v="2969" actId="1076"/>
          <ac:cxnSpMkLst>
            <pc:docMk/>
            <pc:sldMk cId="3805588057" sldId="267"/>
            <ac:cxnSpMk id="107" creationId="{974BA9B5-A9A5-2946-5C00-BA7E48742D71}"/>
          </ac:cxnSpMkLst>
        </pc:cxnChg>
        <pc:cxnChg chg="add mod">
          <ac:chgData name="David Hedengren" userId="658bef35-c023-4c34-ad89-ec78a9d95ca6" providerId="ADAL" clId="{FBAF32F6-F88B-4240-8933-014DB28A2515}" dt="2024-09-03T08:35:09.952" v="2969" actId="1076"/>
          <ac:cxnSpMkLst>
            <pc:docMk/>
            <pc:sldMk cId="3805588057" sldId="267"/>
            <ac:cxnSpMk id="109" creationId="{67FECFF3-67CA-55F3-E066-570859D01666}"/>
          </ac:cxnSpMkLst>
        </pc:cxnChg>
        <pc:cxnChg chg="add mod">
          <ac:chgData name="David Hedengren" userId="658bef35-c023-4c34-ad89-ec78a9d95ca6" providerId="ADAL" clId="{FBAF32F6-F88B-4240-8933-014DB28A2515}" dt="2024-09-03T08:35:09.952" v="2969" actId="1076"/>
          <ac:cxnSpMkLst>
            <pc:docMk/>
            <pc:sldMk cId="3805588057" sldId="267"/>
            <ac:cxnSpMk id="111" creationId="{B72AB624-247A-8095-CA20-A3001C956A9A}"/>
          </ac:cxnSpMkLst>
        </pc:cxnChg>
        <pc:cxnChg chg="add mod">
          <ac:chgData name="David Hedengren" userId="658bef35-c023-4c34-ad89-ec78a9d95ca6" providerId="ADAL" clId="{FBAF32F6-F88B-4240-8933-014DB28A2515}" dt="2024-09-03T08:35:09.952" v="2969" actId="1076"/>
          <ac:cxnSpMkLst>
            <pc:docMk/>
            <pc:sldMk cId="3805588057" sldId="267"/>
            <ac:cxnSpMk id="112" creationId="{44A248FC-F207-393E-A7C7-F66C64FADC97}"/>
          </ac:cxnSpMkLst>
        </pc:cxnChg>
        <pc:cxnChg chg="add mod">
          <ac:chgData name="David Hedengren" userId="658bef35-c023-4c34-ad89-ec78a9d95ca6" providerId="ADAL" clId="{FBAF32F6-F88B-4240-8933-014DB28A2515}" dt="2024-09-03T08:35:09.952" v="2969" actId="1076"/>
          <ac:cxnSpMkLst>
            <pc:docMk/>
            <pc:sldMk cId="3805588057" sldId="267"/>
            <ac:cxnSpMk id="114" creationId="{E421CB2A-C361-0DB2-0F95-924C6907745A}"/>
          </ac:cxnSpMkLst>
        </pc:cxnChg>
        <pc:cxnChg chg="add mod">
          <ac:chgData name="David Hedengren" userId="658bef35-c023-4c34-ad89-ec78a9d95ca6" providerId="ADAL" clId="{FBAF32F6-F88B-4240-8933-014DB28A2515}" dt="2024-09-03T08:35:09.952" v="2969" actId="1076"/>
          <ac:cxnSpMkLst>
            <pc:docMk/>
            <pc:sldMk cId="3805588057" sldId="267"/>
            <ac:cxnSpMk id="119" creationId="{808CDBDC-CA64-639E-8AC5-1A3A18A98C80}"/>
          </ac:cxnSpMkLst>
        </pc:cxnChg>
        <pc:cxnChg chg="add mod">
          <ac:chgData name="David Hedengren" userId="658bef35-c023-4c34-ad89-ec78a9d95ca6" providerId="ADAL" clId="{FBAF32F6-F88B-4240-8933-014DB28A2515}" dt="2024-09-03T08:35:09.952" v="2969" actId="1076"/>
          <ac:cxnSpMkLst>
            <pc:docMk/>
            <pc:sldMk cId="3805588057" sldId="267"/>
            <ac:cxnSpMk id="124" creationId="{C6972D5D-6D92-C0EA-1C17-611F0F677431}"/>
          </ac:cxnSpMkLst>
        </pc:cxnChg>
        <pc:cxnChg chg="add mod">
          <ac:chgData name="David Hedengren" userId="658bef35-c023-4c34-ad89-ec78a9d95ca6" providerId="ADAL" clId="{FBAF32F6-F88B-4240-8933-014DB28A2515}" dt="2024-09-03T08:35:09.952" v="2969" actId="1076"/>
          <ac:cxnSpMkLst>
            <pc:docMk/>
            <pc:sldMk cId="3805588057" sldId="267"/>
            <ac:cxnSpMk id="126" creationId="{C3103BD5-6D3B-4552-5C27-18D5853283A9}"/>
          </ac:cxnSpMkLst>
        </pc:cxnChg>
      </pc:sldChg>
      <pc:sldChg chg="addSp delSp modSp new mod modAnim">
        <pc:chgData name="David Hedengren" userId="658bef35-c023-4c34-ad89-ec78a9d95ca6" providerId="ADAL" clId="{FBAF32F6-F88B-4240-8933-014DB28A2515}" dt="2024-09-04T07:22:36.269" v="5453"/>
        <pc:sldMkLst>
          <pc:docMk/>
          <pc:sldMk cId="3283207023" sldId="268"/>
        </pc:sldMkLst>
        <pc:spChg chg="add mod">
          <ac:chgData name="David Hedengren" userId="658bef35-c023-4c34-ad89-ec78a9d95ca6" providerId="ADAL" clId="{FBAF32F6-F88B-4240-8933-014DB28A2515}" dt="2024-09-03T10:31:25.155" v="3737" actId="6549"/>
          <ac:spMkLst>
            <pc:docMk/>
            <pc:sldMk cId="3283207023" sldId="268"/>
            <ac:spMk id="2" creationId="{A8B2445B-EF10-021A-86EE-15F03064D80F}"/>
          </ac:spMkLst>
        </pc:spChg>
        <pc:spChg chg="add mod">
          <ac:chgData name="David Hedengren" userId="658bef35-c023-4c34-ad89-ec78a9d95ca6" providerId="ADAL" clId="{FBAF32F6-F88B-4240-8933-014DB28A2515}" dt="2024-09-03T10:30:57.411" v="3721" actId="1036"/>
          <ac:spMkLst>
            <pc:docMk/>
            <pc:sldMk cId="3283207023" sldId="268"/>
            <ac:spMk id="3" creationId="{8F9D4A51-6FB1-243D-A4D7-614B478C308F}"/>
          </ac:spMkLst>
        </pc:spChg>
        <pc:spChg chg="add mod">
          <ac:chgData name="David Hedengren" userId="658bef35-c023-4c34-ad89-ec78a9d95ca6" providerId="ADAL" clId="{FBAF32F6-F88B-4240-8933-014DB28A2515}" dt="2024-09-03T10:30:57.411" v="3721" actId="1036"/>
          <ac:spMkLst>
            <pc:docMk/>
            <pc:sldMk cId="3283207023" sldId="268"/>
            <ac:spMk id="4" creationId="{9D5E35F6-9661-400D-B5C1-D2E146AA8A24}"/>
          </ac:spMkLst>
        </pc:spChg>
        <pc:spChg chg="add mod">
          <ac:chgData name="David Hedengren" userId="658bef35-c023-4c34-ad89-ec78a9d95ca6" providerId="ADAL" clId="{FBAF32F6-F88B-4240-8933-014DB28A2515}" dt="2024-09-03T10:30:57.411" v="3721" actId="1036"/>
          <ac:spMkLst>
            <pc:docMk/>
            <pc:sldMk cId="3283207023" sldId="268"/>
            <ac:spMk id="5" creationId="{6522EC3F-83FC-6D67-A97B-810CBD99F98E}"/>
          </ac:spMkLst>
        </pc:spChg>
        <pc:spChg chg="add mod">
          <ac:chgData name="David Hedengren" userId="658bef35-c023-4c34-ad89-ec78a9d95ca6" providerId="ADAL" clId="{FBAF32F6-F88B-4240-8933-014DB28A2515}" dt="2024-09-03T10:30:57.411" v="3721" actId="1036"/>
          <ac:spMkLst>
            <pc:docMk/>
            <pc:sldMk cId="3283207023" sldId="268"/>
            <ac:spMk id="6" creationId="{FE750B8D-8A2A-3337-0C4E-BE1540635C60}"/>
          </ac:spMkLst>
        </pc:spChg>
        <pc:spChg chg="add mod">
          <ac:chgData name="David Hedengren" userId="658bef35-c023-4c34-ad89-ec78a9d95ca6" providerId="ADAL" clId="{FBAF32F6-F88B-4240-8933-014DB28A2515}" dt="2024-09-03T10:30:57.411" v="3721" actId="1036"/>
          <ac:spMkLst>
            <pc:docMk/>
            <pc:sldMk cId="3283207023" sldId="268"/>
            <ac:spMk id="7" creationId="{65238871-AF50-3677-E25E-C7B7BE36B9B3}"/>
          </ac:spMkLst>
        </pc:spChg>
        <pc:spChg chg="add mod">
          <ac:chgData name="David Hedengren" userId="658bef35-c023-4c34-ad89-ec78a9d95ca6" providerId="ADAL" clId="{FBAF32F6-F88B-4240-8933-014DB28A2515}" dt="2024-09-03T10:30:57.411" v="3721" actId="1036"/>
          <ac:spMkLst>
            <pc:docMk/>
            <pc:sldMk cId="3283207023" sldId="268"/>
            <ac:spMk id="8" creationId="{46019902-E96D-592B-F011-FB93D565C2AF}"/>
          </ac:spMkLst>
        </pc:spChg>
        <pc:spChg chg="add mod">
          <ac:chgData name="David Hedengren" userId="658bef35-c023-4c34-ad89-ec78a9d95ca6" providerId="ADAL" clId="{FBAF32F6-F88B-4240-8933-014DB28A2515}" dt="2024-09-03T10:30:57.411" v="3721" actId="1036"/>
          <ac:spMkLst>
            <pc:docMk/>
            <pc:sldMk cId="3283207023" sldId="268"/>
            <ac:spMk id="9" creationId="{1F2E590E-CCA8-0DAB-0D45-6EF9A300B3AE}"/>
          </ac:spMkLst>
        </pc:spChg>
        <pc:spChg chg="add mod">
          <ac:chgData name="David Hedengren" userId="658bef35-c023-4c34-ad89-ec78a9d95ca6" providerId="ADAL" clId="{FBAF32F6-F88B-4240-8933-014DB28A2515}" dt="2024-09-03T10:30:57.411" v="3721" actId="1036"/>
          <ac:spMkLst>
            <pc:docMk/>
            <pc:sldMk cId="3283207023" sldId="268"/>
            <ac:spMk id="10" creationId="{36C51402-6680-EA0B-922B-DABDBC29D4BE}"/>
          </ac:spMkLst>
        </pc:spChg>
        <pc:spChg chg="add mod">
          <ac:chgData name="David Hedengren" userId="658bef35-c023-4c34-ad89-ec78a9d95ca6" providerId="ADAL" clId="{FBAF32F6-F88B-4240-8933-014DB28A2515}" dt="2024-09-03T10:30:57.411" v="3721" actId="1036"/>
          <ac:spMkLst>
            <pc:docMk/>
            <pc:sldMk cId="3283207023" sldId="268"/>
            <ac:spMk id="11" creationId="{AC210848-A58D-2F57-FFA4-5CBFC203BFA6}"/>
          </ac:spMkLst>
        </pc:spChg>
        <pc:picChg chg="add del mod">
          <ac:chgData name="David Hedengren" userId="658bef35-c023-4c34-ad89-ec78a9d95ca6" providerId="ADAL" clId="{FBAF32F6-F88B-4240-8933-014DB28A2515}" dt="2024-09-03T10:25:56.937" v="3567" actId="478"/>
          <ac:picMkLst>
            <pc:docMk/>
            <pc:sldMk cId="3283207023" sldId="268"/>
            <ac:picMk id="13" creationId="{9751F889-7BC1-641F-0D20-9A31C754E73B}"/>
          </ac:picMkLst>
        </pc:picChg>
        <pc:picChg chg="add mod modCrop">
          <ac:chgData name="David Hedengren" userId="658bef35-c023-4c34-ad89-ec78a9d95ca6" providerId="ADAL" clId="{FBAF32F6-F88B-4240-8933-014DB28A2515}" dt="2024-09-03T10:26:39.816" v="3607" actId="14100"/>
          <ac:picMkLst>
            <pc:docMk/>
            <pc:sldMk cId="3283207023" sldId="268"/>
            <ac:picMk id="15" creationId="{1927BF42-1D47-4877-9246-A2F2D6DDAB46}"/>
          </ac:picMkLst>
        </pc:picChg>
      </pc:sldChg>
      <pc:sldChg chg="addSp delSp modSp add mod modAnim">
        <pc:chgData name="David Hedengren" userId="658bef35-c023-4c34-ad89-ec78a9d95ca6" providerId="ADAL" clId="{FBAF32F6-F88B-4240-8933-014DB28A2515}" dt="2024-09-04T07:23:19.315" v="5462"/>
        <pc:sldMkLst>
          <pc:docMk/>
          <pc:sldMk cId="522308162" sldId="269"/>
        </pc:sldMkLst>
        <pc:spChg chg="mod">
          <ac:chgData name="David Hedengren" userId="658bef35-c023-4c34-ad89-ec78a9d95ca6" providerId="ADAL" clId="{FBAF32F6-F88B-4240-8933-014DB28A2515}" dt="2024-09-03T10:31:21.014" v="3736" actId="6549"/>
          <ac:spMkLst>
            <pc:docMk/>
            <pc:sldMk cId="522308162" sldId="269"/>
            <ac:spMk id="2" creationId="{A8B2445B-EF10-021A-86EE-15F03064D80F}"/>
          </ac:spMkLst>
        </pc:spChg>
        <pc:spChg chg="add del mod">
          <ac:chgData name="David Hedengren" userId="658bef35-c023-4c34-ad89-ec78a9d95ca6" providerId="ADAL" clId="{FBAF32F6-F88B-4240-8933-014DB28A2515}" dt="2024-09-03T10:43:21.469" v="4062" actId="14100"/>
          <ac:spMkLst>
            <pc:docMk/>
            <pc:sldMk cId="522308162" sldId="269"/>
            <ac:spMk id="3" creationId="{8F9D4A51-6FB1-243D-A4D7-614B478C308F}"/>
          </ac:spMkLst>
        </pc:spChg>
        <pc:spChg chg="add del mod">
          <ac:chgData name="David Hedengren" userId="658bef35-c023-4c34-ad89-ec78a9d95ca6" providerId="ADAL" clId="{FBAF32F6-F88B-4240-8933-014DB28A2515}" dt="2024-09-03T10:43:14.443" v="4059" actId="1076"/>
          <ac:spMkLst>
            <pc:docMk/>
            <pc:sldMk cId="522308162" sldId="269"/>
            <ac:spMk id="4" creationId="{9D5E35F6-9661-400D-B5C1-D2E146AA8A24}"/>
          </ac:spMkLst>
        </pc:spChg>
        <pc:spChg chg="add del mod">
          <ac:chgData name="David Hedengren" userId="658bef35-c023-4c34-ad89-ec78a9d95ca6" providerId="ADAL" clId="{FBAF32F6-F88B-4240-8933-014DB28A2515}" dt="2024-09-03T10:32:39.116" v="3752" actId="6549"/>
          <ac:spMkLst>
            <pc:docMk/>
            <pc:sldMk cId="522308162" sldId="269"/>
            <ac:spMk id="5" creationId="{6522EC3F-83FC-6D67-A97B-810CBD99F98E}"/>
          </ac:spMkLst>
        </pc:spChg>
        <pc:spChg chg="add del mod">
          <ac:chgData name="David Hedengren" userId="658bef35-c023-4c34-ad89-ec78a9d95ca6" providerId="ADAL" clId="{FBAF32F6-F88B-4240-8933-014DB28A2515}" dt="2024-09-03T10:43:06.581" v="4058" actId="1076"/>
          <ac:spMkLst>
            <pc:docMk/>
            <pc:sldMk cId="522308162" sldId="269"/>
            <ac:spMk id="6" creationId="{FE750B8D-8A2A-3337-0C4E-BE1540635C60}"/>
          </ac:spMkLst>
        </pc:spChg>
        <pc:spChg chg="add del mod">
          <ac:chgData name="David Hedengren" userId="658bef35-c023-4c34-ad89-ec78a9d95ca6" providerId="ADAL" clId="{FBAF32F6-F88B-4240-8933-014DB28A2515}" dt="2024-09-03T10:43:06.581" v="4058" actId="1076"/>
          <ac:spMkLst>
            <pc:docMk/>
            <pc:sldMk cId="522308162" sldId="269"/>
            <ac:spMk id="7" creationId="{65238871-AF50-3677-E25E-C7B7BE36B9B3}"/>
          </ac:spMkLst>
        </pc:spChg>
        <pc:spChg chg="add del mod">
          <ac:chgData name="David Hedengren" userId="658bef35-c023-4c34-ad89-ec78a9d95ca6" providerId="ADAL" clId="{FBAF32F6-F88B-4240-8933-014DB28A2515}" dt="2024-09-03T10:32:40.925" v="3753" actId="6549"/>
          <ac:spMkLst>
            <pc:docMk/>
            <pc:sldMk cId="522308162" sldId="269"/>
            <ac:spMk id="8" creationId="{46019902-E96D-592B-F011-FB93D565C2AF}"/>
          </ac:spMkLst>
        </pc:spChg>
        <pc:spChg chg="add del mod">
          <ac:chgData name="David Hedengren" userId="658bef35-c023-4c34-ad89-ec78a9d95ca6" providerId="ADAL" clId="{FBAF32F6-F88B-4240-8933-014DB28A2515}" dt="2024-09-03T10:42:59.178" v="4057" actId="1076"/>
          <ac:spMkLst>
            <pc:docMk/>
            <pc:sldMk cId="522308162" sldId="269"/>
            <ac:spMk id="9" creationId="{1F2E590E-CCA8-0DAB-0D45-6EF9A300B3AE}"/>
          </ac:spMkLst>
        </pc:spChg>
        <pc:spChg chg="add del mod">
          <ac:chgData name="David Hedengren" userId="658bef35-c023-4c34-ad89-ec78a9d95ca6" providerId="ADAL" clId="{FBAF32F6-F88B-4240-8933-014DB28A2515}" dt="2024-09-03T10:42:59.178" v="4057" actId="1076"/>
          <ac:spMkLst>
            <pc:docMk/>
            <pc:sldMk cId="522308162" sldId="269"/>
            <ac:spMk id="10" creationId="{36C51402-6680-EA0B-922B-DABDBC29D4BE}"/>
          </ac:spMkLst>
        </pc:spChg>
        <pc:spChg chg="add del mod">
          <ac:chgData name="David Hedengren" userId="658bef35-c023-4c34-ad89-ec78a9d95ca6" providerId="ADAL" clId="{FBAF32F6-F88B-4240-8933-014DB28A2515}" dt="2024-09-04T07:23:03.135" v="5458" actId="14100"/>
          <ac:spMkLst>
            <pc:docMk/>
            <pc:sldMk cId="522308162" sldId="269"/>
            <ac:spMk id="11" creationId="{AC210848-A58D-2F57-FFA4-5CBFC203BFA6}"/>
          </ac:spMkLst>
        </pc:spChg>
        <pc:spChg chg="add del mod">
          <ac:chgData name="David Hedengren" userId="658bef35-c023-4c34-ad89-ec78a9d95ca6" providerId="ADAL" clId="{FBAF32F6-F88B-4240-8933-014DB28A2515}" dt="2024-09-03T10:32:34.347" v="3748"/>
          <ac:spMkLst>
            <pc:docMk/>
            <pc:sldMk cId="522308162" sldId="269"/>
            <ac:spMk id="12" creationId="{146F7B60-1A20-E9AA-625F-F8F6A7ECA82A}"/>
          </ac:spMkLst>
        </pc:spChg>
        <pc:spChg chg="add del mod">
          <ac:chgData name="David Hedengren" userId="658bef35-c023-4c34-ad89-ec78a9d95ca6" providerId="ADAL" clId="{FBAF32F6-F88B-4240-8933-014DB28A2515}" dt="2024-09-03T10:32:34.347" v="3748"/>
          <ac:spMkLst>
            <pc:docMk/>
            <pc:sldMk cId="522308162" sldId="269"/>
            <ac:spMk id="13" creationId="{919F8F61-E226-80C8-CDBE-D2E080F2FFE0}"/>
          </ac:spMkLst>
        </pc:spChg>
        <pc:spChg chg="add del mod">
          <ac:chgData name="David Hedengren" userId="658bef35-c023-4c34-ad89-ec78a9d95ca6" providerId="ADAL" clId="{FBAF32F6-F88B-4240-8933-014DB28A2515}" dt="2024-09-03T10:32:34.347" v="3748"/>
          <ac:spMkLst>
            <pc:docMk/>
            <pc:sldMk cId="522308162" sldId="269"/>
            <ac:spMk id="14" creationId="{87F75259-4057-4F60-9CF0-90F9940C7F71}"/>
          </ac:spMkLst>
        </pc:spChg>
        <pc:spChg chg="add mod">
          <ac:chgData name="David Hedengren" userId="658bef35-c023-4c34-ad89-ec78a9d95ca6" providerId="ADAL" clId="{FBAF32F6-F88B-4240-8933-014DB28A2515}" dt="2024-09-03T10:43:26.028" v="4063" actId="1076"/>
          <ac:spMkLst>
            <pc:docMk/>
            <pc:sldMk cId="522308162" sldId="269"/>
            <ac:spMk id="16" creationId="{91514233-6D94-135A-C158-178165BB9A97}"/>
          </ac:spMkLst>
        </pc:spChg>
        <pc:spChg chg="add mod">
          <ac:chgData name="David Hedengren" userId="658bef35-c023-4c34-ad89-ec78a9d95ca6" providerId="ADAL" clId="{FBAF32F6-F88B-4240-8933-014DB28A2515}" dt="2024-09-03T10:43:06.581" v="4058" actId="1076"/>
          <ac:spMkLst>
            <pc:docMk/>
            <pc:sldMk cId="522308162" sldId="269"/>
            <ac:spMk id="17" creationId="{E35AC0E6-6E39-B862-8032-F28F2BD9D9B6}"/>
          </ac:spMkLst>
        </pc:spChg>
        <pc:spChg chg="add mod">
          <ac:chgData name="David Hedengren" userId="658bef35-c023-4c34-ad89-ec78a9d95ca6" providerId="ADAL" clId="{FBAF32F6-F88B-4240-8933-014DB28A2515}" dt="2024-09-04T07:23:15.983" v="5461" actId="14100"/>
          <ac:spMkLst>
            <pc:docMk/>
            <pc:sldMk cId="522308162" sldId="269"/>
            <ac:spMk id="18" creationId="{5C6EBCBD-90F5-8319-71E7-186F25F1DDA4}"/>
          </ac:spMkLst>
        </pc:spChg>
      </pc:sldChg>
      <pc:sldChg chg="addSp delSp modSp add mod ord delAnim modAnim">
        <pc:chgData name="David Hedengren" userId="658bef35-c023-4c34-ad89-ec78a9d95ca6" providerId="ADAL" clId="{FBAF32F6-F88B-4240-8933-014DB28A2515}" dt="2024-09-03T11:26:51.101" v="4325" actId="1038"/>
        <pc:sldMkLst>
          <pc:docMk/>
          <pc:sldMk cId="1876682219" sldId="270"/>
        </pc:sldMkLst>
        <pc:spChg chg="mod">
          <ac:chgData name="David Hedengren" userId="658bef35-c023-4c34-ad89-ec78a9d95ca6" providerId="ADAL" clId="{FBAF32F6-F88B-4240-8933-014DB28A2515}" dt="2024-09-03T11:19:32.260" v="4153" actId="1076"/>
          <ac:spMkLst>
            <pc:docMk/>
            <pc:sldMk cId="1876682219" sldId="270"/>
            <ac:spMk id="2" creationId="{0DE034C2-779F-2369-7960-A71053F91F24}"/>
          </ac:spMkLst>
        </pc:spChg>
        <pc:spChg chg="del">
          <ac:chgData name="David Hedengren" userId="658bef35-c023-4c34-ad89-ec78a9d95ca6" providerId="ADAL" clId="{FBAF32F6-F88B-4240-8933-014DB28A2515}" dt="2024-09-03T11:15:30.114" v="4102" actId="478"/>
          <ac:spMkLst>
            <pc:docMk/>
            <pc:sldMk cId="1876682219" sldId="270"/>
            <ac:spMk id="3" creationId="{0FEE1189-328F-E445-F125-3F3131EDD04D}"/>
          </ac:spMkLst>
        </pc:spChg>
        <pc:spChg chg="del">
          <ac:chgData name="David Hedengren" userId="658bef35-c023-4c34-ad89-ec78a9d95ca6" providerId="ADAL" clId="{FBAF32F6-F88B-4240-8933-014DB28A2515}" dt="2024-09-03T11:15:30.114" v="4102" actId="478"/>
          <ac:spMkLst>
            <pc:docMk/>
            <pc:sldMk cId="1876682219" sldId="270"/>
            <ac:spMk id="4" creationId="{364CC5FF-9872-2485-6033-3BA5C341B722}"/>
          </ac:spMkLst>
        </pc:spChg>
        <pc:spChg chg="del">
          <ac:chgData name="David Hedengren" userId="658bef35-c023-4c34-ad89-ec78a9d95ca6" providerId="ADAL" clId="{FBAF32F6-F88B-4240-8933-014DB28A2515}" dt="2024-09-03T11:15:30.114" v="4102" actId="478"/>
          <ac:spMkLst>
            <pc:docMk/>
            <pc:sldMk cId="1876682219" sldId="270"/>
            <ac:spMk id="5" creationId="{A033EE5B-3CBE-817A-FCDF-7CA32F01B1C3}"/>
          </ac:spMkLst>
        </pc:spChg>
        <pc:spChg chg="del">
          <ac:chgData name="David Hedengren" userId="658bef35-c023-4c34-ad89-ec78a9d95ca6" providerId="ADAL" clId="{FBAF32F6-F88B-4240-8933-014DB28A2515}" dt="2024-09-03T11:15:30.114" v="4102" actId="478"/>
          <ac:spMkLst>
            <pc:docMk/>
            <pc:sldMk cId="1876682219" sldId="270"/>
            <ac:spMk id="6" creationId="{5122151F-3BF5-E7E2-CFAA-DE4698A00D07}"/>
          </ac:spMkLst>
        </pc:spChg>
        <pc:spChg chg="del">
          <ac:chgData name="David Hedengren" userId="658bef35-c023-4c34-ad89-ec78a9d95ca6" providerId="ADAL" clId="{FBAF32F6-F88B-4240-8933-014DB28A2515}" dt="2024-09-03T11:15:30.114" v="4102" actId="478"/>
          <ac:spMkLst>
            <pc:docMk/>
            <pc:sldMk cId="1876682219" sldId="270"/>
            <ac:spMk id="8" creationId="{6F68AB3C-B853-D321-F718-65EB47EC9734}"/>
          </ac:spMkLst>
        </pc:spChg>
        <pc:spChg chg="add del mod">
          <ac:chgData name="David Hedengren" userId="658bef35-c023-4c34-ad89-ec78a9d95ca6" providerId="ADAL" clId="{FBAF32F6-F88B-4240-8933-014DB28A2515}" dt="2024-09-03T11:17:30.132" v="4107"/>
          <ac:spMkLst>
            <pc:docMk/>
            <pc:sldMk cId="1876682219" sldId="270"/>
            <ac:spMk id="9" creationId="{94144FA2-D6E7-3A1C-C713-B6930EC184F3}"/>
          </ac:spMkLst>
        </pc:spChg>
        <pc:spChg chg="del">
          <ac:chgData name="David Hedengren" userId="658bef35-c023-4c34-ad89-ec78a9d95ca6" providerId="ADAL" clId="{FBAF32F6-F88B-4240-8933-014DB28A2515}" dt="2024-09-03T11:15:30.114" v="4102" actId="478"/>
          <ac:spMkLst>
            <pc:docMk/>
            <pc:sldMk cId="1876682219" sldId="270"/>
            <ac:spMk id="10" creationId="{D39696DF-4C65-3DF7-5D40-7D17A884474E}"/>
          </ac:spMkLst>
        </pc:spChg>
        <pc:spChg chg="add del mod">
          <ac:chgData name="David Hedengren" userId="658bef35-c023-4c34-ad89-ec78a9d95ca6" providerId="ADAL" clId="{FBAF32F6-F88B-4240-8933-014DB28A2515}" dt="2024-09-03T11:17:30.132" v="4107"/>
          <ac:spMkLst>
            <pc:docMk/>
            <pc:sldMk cId="1876682219" sldId="270"/>
            <ac:spMk id="11" creationId="{96998EED-7222-CBD7-7A67-D9F0EC776376}"/>
          </ac:spMkLst>
        </pc:spChg>
        <pc:spChg chg="add del mod">
          <ac:chgData name="David Hedengren" userId="658bef35-c023-4c34-ad89-ec78a9d95ca6" providerId="ADAL" clId="{FBAF32F6-F88B-4240-8933-014DB28A2515}" dt="2024-09-03T11:17:30.132" v="4107"/>
          <ac:spMkLst>
            <pc:docMk/>
            <pc:sldMk cId="1876682219" sldId="270"/>
            <ac:spMk id="15" creationId="{BA8D58AF-6B28-482C-647F-1E9C73ED8948}"/>
          </ac:spMkLst>
        </pc:spChg>
        <pc:spChg chg="add del mod">
          <ac:chgData name="David Hedengren" userId="658bef35-c023-4c34-ad89-ec78a9d95ca6" providerId="ADAL" clId="{FBAF32F6-F88B-4240-8933-014DB28A2515}" dt="2024-09-03T11:17:30.132" v="4107"/>
          <ac:spMkLst>
            <pc:docMk/>
            <pc:sldMk cId="1876682219" sldId="270"/>
            <ac:spMk id="16" creationId="{D7395A2C-A425-ED77-8EF6-2913D14B6E60}"/>
          </ac:spMkLst>
        </pc:spChg>
        <pc:spChg chg="add del mod">
          <ac:chgData name="David Hedengren" userId="658bef35-c023-4c34-ad89-ec78a9d95ca6" providerId="ADAL" clId="{FBAF32F6-F88B-4240-8933-014DB28A2515}" dt="2024-09-03T11:17:30.132" v="4107"/>
          <ac:spMkLst>
            <pc:docMk/>
            <pc:sldMk cId="1876682219" sldId="270"/>
            <ac:spMk id="17" creationId="{B748601C-1FEC-FE44-55B2-AE7830CB1AA1}"/>
          </ac:spMkLst>
        </pc:spChg>
        <pc:spChg chg="add del mod">
          <ac:chgData name="David Hedengren" userId="658bef35-c023-4c34-ad89-ec78a9d95ca6" providerId="ADAL" clId="{FBAF32F6-F88B-4240-8933-014DB28A2515}" dt="2024-09-03T11:17:30.132" v="4107"/>
          <ac:spMkLst>
            <pc:docMk/>
            <pc:sldMk cId="1876682219" sldId="270"/>
            <ac:spMk id="18" creationId="{74803BAF-A62A-ACD5-0FB8-BA5EC8585C2F}"/>
          </ac:spMkLst>
        </pc:spChg>
        <pc:spChg chg="del">
          <ac:chgData name="David Hedengren" userId="658bef35-c023-4c34-ad89-ec78a9d95ca6" providerId="ADAL" clId="{FBAF32F6-F88B-4240-8933-014DB28A2515}" dt="2024-09-03T11:15:30.114" v="4102" actId="478"/>
          <ac:spMkLst>
            <pc:docMk/>
            <pc:sldMk cId="1876682219" sldId="270"/>
            <ac:spMk id="20" creationId="{D6A2C0A6-98E8-035C-51B1-3FE4927EE382}"/>
          </ac:spMkLst>
        </pc:spChg>
        <pc:spChg chg="add del mod">
          <ac:chgData name="David Hedengren" userId="658bef35-c023-4c34-ad89-ec78a9d95ca6" providerId="ADAL" clId="{FBAF32F6-F88B-4240-8933-014DB28A2515}" dt="2024-09-03T11:17:30.132" v="4107"/>
          <ac:spMkLst>
            <pc:docMk/>
            <pc:sldMk cId="1876682219" sldId="270"/>
            <ac:spMk id="21" creationId="{85F1F309-3F28-B78A-40F5-F7E94104C68F}"/>
          </ac:spMkLst>
        </pc:spChg>
        <pc:spChg chg="add del mod">
          <ac:chgData name="David Hedengren" userId="658bef35-c023-4c34-ad89-ec78a9d95ca6" providerId="ADAL" clId="{FBAF32F6-F88B-4240-8933-014DB28A2515}" dt="2024-09-03T11:17:30.132" v="4107"/>
          <ac:spMkLst>
            <pc:docMk/>
            <pc:sldMk cId="1876682219" sldId="270"/>
            <ac:spMk id="22" creationId="{CB1FD186-5C59-EEF1-2C84-67D68C032D98}"/>
          </ac:spMkLst>
        </pc:spChg>
        <pc:spChg chg="add del mod">
          <ac:chgData name="David Hedengren" userId="658bef35-c023-4c34-ad89-ec78a9d95ca6" providerId="ADAL" clId="{FBAF32F6-F88B-4240-8933-014DB28A2515}" dt="2024-09-03T11:17:30.132" v="4107"/>
          <ac:spMkLst>
            <pc:docMk/>
            <pc:sldMk cId="1876682219" sldId="270"/>
            <ac:spMk id="23" creationId="{C72A8343-D752-502D-C2A6-3904A4021CD7}"/>
          </ac:spMkLst>
        </pc:spChg>
        <pc:spChg chg="add del mod">
          <ac:chgData name="David Hedengren" userId="658bef35-c023-4c34-ad89-ec78a9d95ca6" providerId="ADAL" clId="{FBAF32F6-F88B-4240-8933-014DB28A2515}" dt="2024-09-03T11:18:54.235" v="4140" actId="478"/>
          <ac:spMkLst>
            <pc:docMk/>
            <pc:sldMk cId="1876682219" sldId="270"/>
            <ac:spMk id="24" creationId="{B874D693-B160-B7A2-7223-44989BEE3506}"/>
          </ac:spMkLst>
        </pc:spChg>
        <pc:spChg chg="add del mod">
          <ac:chgData name="David Hedengren" userId="658bef35-c023-4c34-ad89-ec78a9d95ca6" providerId="ADAL" clId="{FBAF32F6-F88B-4240-8933-014DB28A2515}" dt="2024-09-03T11:18:54.235" v="4140" actId="478"/>
          <ac:spMkLst>
            <pc:docMk/>
            <pc:sldMk cId="1876682219" sldId="270"/>
            <ac:spMk id="25" creationId="{A26F2AC9-C825-3897-A539-B3FC5BCE4599}"/>
          </ac:spMkLst>
        </pc:spChg>
        <pc:spChg chg="del">
          <ac:chgData name="David Hedengren" userId="658bef35-c023-4c34-ad89-ec78a9d95ca6" providerId="ADAL" clId="{FBAF32F6-F88B-4240-8933-014DB28A2515}" dt="2024-09-03T11:15:30.114" v="4102" actId="478"/>
          <ac:spMkLst>
            <pc:docMk/>
            <pc:sldMk cId="1876682219" sldId="270"/>
            <ac:spMk id="26" creationId="{517368BA-B99E-66C8-7C0E-5DCB1AD0E1AA}"/>
          </ac:spMkLst>
        </pc:spChg>
        <pc:spChg chg="add del mod">
          <ac:chgData name="David Hedengren" userId="658bef35-c023-4c34-ad89-ec78a9d95ca6" providerId="ADAL" clId="{FBAF32F6-F88B-4240-8933-014DB28A2515}" dt="2024-09-03T11:18:54.235" v="4140" actId="478"/>
          <ac:spMkLst>
            <pc:docMk/>
            <pc:sldMk cId="1876682219" sldId="270"/>
            <ac:spMk id="28" creationId="{680E9764-328C-0581-A097-F1953B6A4F4B}"/>
          </ac:spMkLst>
        </pc:spChg>
        <pc:spChg chg="del">
          <ac:chgData name="David Hedengren" userId="658bef35-c023-4c34-ad89-ec78a9d95ca6" providerId="ADAL" clId="{FBAF32F6-F88B-4240-8933-014DB28A2515}" dt="2024-09-03T11:15:30.114" v="4102" actId="478"/>
          <ac:spMkLst>
            <pc:docMk/>
            <pc:sldMk cId="1876682219" sldId="270"/>
            <ac:spMk id="29" creationId="{97FC844B-FA6E-8076-F48F-BCDAAF4EC8F7}"/>
          </ac:spMkLst>
        </pc:spChg>
        <pc:spChg chg="del">
          <ac:chgData name="David Hedengren" userId="658bef35-c023-4c34-ad89-ec78a9d95ca6" providerId="ADAL" clId="{FBAF32F6-F88B-4240-8933-014DB28A2515}" dt="2024-09-03T11:15:30.114" v="4102" actId="478"/>
          <ac:spMkLst>
            <pc:docMk/>
            <pc:sldMk cId="1876682219" sldId="270"/>
            <ac:spMk id="30" creationId="{486927EA-FB19-975B-FB3D-70D5A5B7D265}"/>
          </ac:spMkLst>
        </pc:spChg>
        <pc:spChg chg="del">
          <ac:chgData name="David Hedengren" userId="658bef35-c023-4c34-ad89-ec78a9d95ca6" providerId="ADAL" clId="{FBAF32F6-F88B-4240-8933-014DB28A2515}" dt="2024-09-03T11:15:30.114" v="4102" actId="478"/>
          <ac:spMkLst>
            <pc:docMk/>
            <pc:sldMk cId="1876682219" sldId="270"/>
            <ac:spMk id="32" creationId="{1B08CED6-ACEA-5AD6-BDF0-B480B5DA5690}"/>
          </ac:spMkLst>
        </pc:spChg>
        <pc:spChg chg="del">
          <ac:chgData name="David Hedengren" userId="658bef35-c023-4c34-ad89-ec78a9d95ca6" providerId="ADAL" clId="{FBAF32F6-F88B-4240-8933-014DB28A2515}" dt="2024-09-03T11:15:30.114" v="4102" actId="478"/>
          <ac:spMkLst>
            <pc:docMk/>
            <pc:sldMk cId="1876682219" sldId="270"/>
            <ac:spMk id="33" creationId="{C053AC30-8666-3895-2944-92D7958126C3}"/>
          </ac:spMkLst>
        </pc:spChg>
        <pc:spChg chg="del">
          <ac:chgData name="David Hedengren" userId="658bef35-c023-4c34-ad89-ec78a9d95ca6" providerId="ADAL" clId="{FBAF32F6-F88B-4240-8933-014DB28A2515}" dt="2024-09-03T11:15:30.114" v="4102" actId="478"/>
          <ac:spMkLst>
            <pc:docMk/>
            <pc:sldMk cId="1876682219" sldId="270"/>
            <ac:spMk id="34" creationId="{90562E59-DA2D-F143-2332-91F7CEF5C3C2}"/>
          </ac:spMkLst>
        </pc:spChg>
        <pc:spChg chg="del">
          <ac:chgData name="David Hedengren" userId="658bef35-c023-4c34-ad89-ec78a9d95ca6" providerId="ADAL" clId="{FBAF32F6-F88B-4240-8933-014DB28A2515}" dt="2024-09-03T11:15:30.114" v="4102" actId="478"/>
          <ac:spMkLst>
            <pc:docMk/>
            <pc:sldMk cId="1876682219" sldId="270"/>
            <ac:spMk id="35" creationId="{EC19109E-2911-054E-27CD-003C7EBCB291}"/>
          </ac:spMkLst>
        </pc:spChg>
        <pc:spChg chg="del">
          <ac:chgData name="David Hedengren" userId="658bef35-c023-4c34-ad89-ec78a9d95ca6" providerId="ADAL" clId="{FBAF32F6-F88B-4240-8933-014DB28A2515}" dt="2024-09-03T11:15:30.114" v="4102" actId="478"/>
          <ac:spMkLst>
            <pc:docMk/>
            <pc:sldMk cId="1876682219" sldId="270"/>
            <ac:spMk id="36" creationId="{8F03A21E-0216-B621-0A30-2E9E2EAD063E}"/>
          </ac:spMkLst>
        </pc:spChg>
        <pc:spChg chg="del">
          <ac:chgData name="David Hedengren" userId="658bef35-c023-4c34-ad89-ec78a9d95ca6" providerId="ADAL" clId="{FBAF32F6-F88B-4240-8933-014DB28A2515}" dt="2024-09-03T11:15:30.114" v="4102" actId="478"/>
          <ac:spMkLst>
            <pc:docMk/>
            <pc:sldMk cId="1876682219" sldId="270"/>
            <ac:spMk id="37" creationId="{D6324D8F-131B-EE39-DB17-77940F716A1F}"/>
          </ac:spMkLst>
        </pc:spChg>
        <pc:spChg chg="del mod">
          <ac:chgData name="David Hedengren" userId="658bef35-c023-4c34-ad89-ec78a9d95ca6" providerId="ADAL" clId="{FBAF32F6-F88B-4240-8933-014DB28A2515}" dt="2024-09-03T11:15:30.114" v="4102" actId="478"/>
          <ac:spMkLst>
            <pc:docMk/>
            <pc:sldMk cId="1876682219" sldId="270"/>
            <ac:spMk id="40" creationId="{06F11587-92AD-0B5D-C6BA-BBDED338D07B}"/>
          </ac:spMkLst>
        </pc:spChg>
        <pc:spChg chg="del">
          <ac:chgData name="David Hedengren" userId="658bef35-c023-4c34-ad89-ec78a9d95ca6" providerId="ADAL" clId="{FBAF32F6-F88B-4240-8933-014DB28A2515}" dt="2024-09-03T11:15:30.114" v="4102" actId="478"/>
          <ac:spMkLst>
            <pc:docMk/>
            <pc:sldMk cId="1876682219" sldId="270"/>
            <ac:spMk id="41" creationId="{BE2979F8-1968-001D-9FC3-84A0A8D16992}"/>
          </ac:spMkLst>
        </pc:spChg>
        <pc:spChg chg="del">
          <ac:chgData name="David Hedengren" userId="658bef35-c023-4c34-ad89-ec78a9d95ca6" providerId="ADAL" clId="{FBAF32F6-F88B-4240-8933-014DB28A2515}" dt="2024-09-03T11:15:30.114" v="4102" actId="478"/>
          <ac:spMkLst>
            <pc:docMk/>
            <pc:sldMk cId="1876682219" sldId="270"/>
            <ac:spMk id="43" creationId="{1A9347D1-6972-8388-DA00-F4B6A8DC3467}"/>
          </ac:spMkLst>
        </pc:spChg>
        <pc:spChg chg="del mod">
          <ac:chgData name="David Hedengren" userId="658bef35-c023-4c34-ad89-ec78a9d95ca6" providerId="ADAL" clId="{FBAF32F6-F88B-4240-8933-014DB28A2515}" dt="2024-09-03T11:15:30.114" v="4102" actId="478"/>
          <ac:spMkLst>
            <pc:docMk/>
            <pc:sldMk cId="1876682219" sldId="270"/>
            <ac:spMk id="44" creationId="{C463E6D9-7185-3140-A04B-983CF167C6A1}"/>
          </ac:spMkLst>
        </pc:spChg>
        <pc:spChg chg="del">
          <ac:chgData name="David Hedengren" userId="658bef35-c023-4c34-ad89-ec78a9d95ca6" providerId="ADAL" clId="{FBAF32F6-F88B-4240-8933-014DB28A2515}" dt="2024-09-03T11:15:30.114" v="4102" actId="478"/>
          <ac:spMkLst>
            <pc:docMk/>
            <pc:sldMk cId="1876682219" sldId="270"/>
            <ac:spMk id="45" creationId="{2CBB9DD3-5B17-ECF0-757D-99DD90C14B4F}"/>
          </ac:spMkLst>
        </pc:spChg>
        <pc:spChg chg="del">
          <ac:chgData name="David Hedengren" userId="658bef35-c023-4c34-ad89-ec78a9d95ca6" providerId="ADAL" clId="{FBAF32F6-F88B-4240-8933-014DB28A2515}" dt="2024-09-03T11:15:30.114" v="4102" actId="478"/>
          <ac:spMkLst>
            <pc:docMk/>
            <pc:sldMk cId="1876682219" sldId="270"/>
            <ac:spMk id="46" creationId="{ED32FE7F-B26D-2DC7-C1C4-DCA73F5CD928}"/>
          </ac:spMkLst>
        </pc:spChg>
        <pc:spChg chg="del">
          <ac:chgData name="David Hedengren" userId="658bef35-c023-4c34-ad89-ec78a9d95ca6" providerId="ADAL" clId="{FBAF32F6-F88B-4240-8933-014DB28A2515}" dt="2024-09-03T11:15:30.114" v="4102" actId="478"/>
          <ac:spMkLst>
            <pc:docMk/>
            <pc:sldMk cId="1876682219" sldId="270"/>
            <ac:spMk id="47" creationId="{0D63A412-1BB3-40C0-6599-DBDD422C5899}"/>
          </ac:spMkLst>
        </pc:spChg>
        <pc:spChg chg="del">
          <ac:chgData name="David Hedengren" userId="658bef35-c023-4c34-ad89-ec78a9d95ca6" providerId="ADAL" clId="{FBAF32F6-F88B-4240-8933-014DB28A2515}" dt="2024-09-03T11:15:30.114" v="4102" actId="478"/>
          <ac:spMkLst>
            <pc:docMk/>
            <pc:sldMk cId="1876682219" sldId="270"/>
            <ac:spMk id="48" creationId="{745E4ABB-11F0-3B31-F2FF-C86DAE75C0E2}"/>
          </ac:spMkLst>
        </pc:spChg>
        <pc:spChg chg="del">
          <ac:chgData name="David Hedengren" userId="658bef35-c023-4c34-ad89-ec78a9d95ca6" providerId="ADAL" clId="{FBAF32F6-F88B-4240-8933-014DB28A2515}" dt="2024-09-03T11:15:30.114" v="4102" actId="478"/>
          <ac:spMkLst>
            <pc:docMk/>
            <pc:sldMk cId="1876682219" sldId="270"/>
            <ac:spMk id="51" creationId="{D473BCF0-CA97-0B4E-72EB-4EBA718566F9}"/>
          </ac:spMkLst>
        </pc:spChg>
        <pc:spChg chg="del">
          <ac:chgData name="David Hedengren" userId="658bef35-c023-4c34-ad89-ec78a9d95ca6" providerId="ADAL" clId="{FBAF32F6-F88B-4240-8933-014DB28A2515}" dt="2024-09-03T11:15:30.114" v="4102" actId="478"/>
          <ac:spMkLst>
            <pc:docMk/>
            <pc:sldMk cId="1876682219" sldId="270"/>
            <ac:spMk id="52" creationId="{CAA4EA5B-AF8A-5668-D3EA-C390CE42B112}"/>
          </ac:spMkLst>
        </pc:spChg>
        <pc:spChg chg="del">
          <ac:chgData name="David Hedengren" userId="658bef35-c023-4c34-ad89-ec78a9d95ca6" providerId="ADAL" clId="{FBAF32F6-F88B-4240-8933-014DB28A2515}" dt="2024-09-03T11:15:30.114" v="4102" actId="478"/>
          <ac:spMkLst>
            <pc:docMk/>
            <pc:sldMk cId="1876682219" sldId="270"/>
            <ac:spMk id="54" creationId="{9520FEFF-77C8-670F-A1FB-619175B14214}"/>
          </ac:spMkLst>
        </pc:spChg>
        <pc:spChg chg="del">
          <ac:chgData name="David Hedengren" userId="658bef35-c023-4c34-ad89-ec78a9d95ca6" providerId="ADAL" clId="{FBAF32F6-F88B-4240-8933-014DB28A2515}" dt="2024-09-03T11:15:30.114" v="4102" actId="478"/>
          <ac:spMkLst>
            <pc:docMk/>
            <pc:sldMk cId="1876682219" sldId="270"/>
            <ac:spMk id="55" creationId="{D30940B1-5CD9-9720-1DB5-0E4003017B1D}"/>
          </ac:spMkLst>
        </pc:spChg>
        <pc:spChg chg="del">
          <ac:chgData name="David Hedengren" userId="658bef35-c023-4c34-ad89-ec78a9d95ca6" providerId="ADAL" clId="{FBAF32F6-F88B-4240-8933-014DB28A2515}" dt="2024-09-03T11:15:30.114" v="4102" actId="478"/>
          <ac:spMkLst>
            <pc:docMk/>
            <pc:sldMk cId="1876682219" sldId="270"/>
            <ac:spMk id="56" creationId="{620BDF0B-63D9-4D0D-397A-5A0895BDAD9B}"/>
          </ac:spMkLst>
        </pc:spChg>
        <pc:spChg chg="del">
          <ac:chgData name="David Hedengren" userId="658bef35-c023-4c34-ad89-ec78a9d95ca6" providerId="ADAL" clId="{FBAF32F6-F88B-4240-8933-014DB28A2515}" dt="2024-09-03T11:15:30.114" v="4102" actId="478"/>
          <ac:spMkLst>
            <pc:docMk/>
            <pc:sldMk cId="1876682219" sldId="270"/>
            <ac:spMk id="57" creationId="{F66E7FDD-C5C3-0F68-259A-43D08F163C3C}"/>
          </ac:spMkLst>
        </pc:spChg>
        <pc:spChg chg="del">
          <ac:chgData name="David Hedengren" userId="658bef35-c023-4c34-ad89-ec78a9d95ca6" providerId="ADAL" clId="{FBAF32F6-F88B-4240-8933-014DB28A2515}" dt="2024-09-03T11:15:30.114" v="4102" actId="478"/>
          <ac:spMkLst>
            <pc:docMk/>
            <pc:sldMk cId="1876682219" sldId="270"/>
            <ac:spMk id="58" creationId="{DAF0EC4B-F5D8-1B14-E632-0D694833BE9B}"/>
          </ac:spMkLst>
        </pc:spChg>
        <pc:spChg chg="del">
          <ac:chgData name="David Hedengren" userId="658bef35-c023-4c34-ad89-ec78a9d95ca6" providerId="ADAL" clId="{FBAF32F6-F88B-4240-8933-014DB28A2515}" dt="2024-09-03T11:15:30.114" v="4102" actId="478"/>
          <ac:spMkLst>
            <pc:docMk/>
            <pc:sldMk cId="1876682219" sldId="270"/>
            <ac:spMk id="59" creationId="{81780697-7427-EBB0-B974-543CA4640150}"/>
          </ac:spMkLst>
        </pc:spChg>
        <pc:spChg chg="del">
          <ac:chgData name="David Hedengren" userId="658bef35-c023-4c34-ad89-ec78a9d95ca6" providerId="ADAL" clId="{FBAF32F6-F88B-4240-8933-014DB28A2515}" dt="2024-09-03T11:15:30.114" v="4102" actId="478"/>
          <ac:spMkLst>
            <pc:docMk/>
            <pc:sldMk cId="1876682219" sldId="270"/>
            <ac:spMk id="62" creationId="{16EFAFBC-722B-B19F-6B0F-D2D02CE23DAE}"/>
          </ac:spMkLst>
        </pc:spChg>
        <pc:spChg chg="del">
          <ac:chgData name="David Hedengren" userId="658bef35-c023-4c34-ad89-ec78a9d95ca6" providerId="ADAL" clId="{FBAF32F6-F88B-4240-8933-014DB28A2515}" dt="2024-09-03T11:15:30.114" v="4102" actId="478"/>
          <ac:spMkLst>
            <pc:docMk/>
            <pc:sldMk cId="1876682219" sldId="270"/>
            <ac:spMk id="63" creationId="{F742A489-4013-BEB0-A83C-DDFF77DE812E}"/>
          </ac:spMkLst>
        </pc:spChg>
        <pc:spChg chg="del">
          <ac:chgData name="David Hedengren" userId="658bef35-c023-4c34-ad89-ec78a9d95ca6" providerId="ADAL" clId="{FBAF32F6-F88B-4240-8933-014DB28A2515}" dt="2024-09-03T11:15:30.114" v="4102" actId="478"/>
          <ac:spMkLst>
            <pc:docMk/>
            <pc:sldMk cId="1876682219" sldId="270"/>
            <ac:spMk id="65" creationId="{B613E835-5C8E-416F-0225-FBE4AF69F6D8}"/>
          </ac:spMkLst>
        </pc:spChg>
        <pc:spChg chg="del">
          <ac:chgData name="David Hedengren" userId="658bef35-c023-4c34-ad89-ec78a9d95ca6" providerId="ADAL" clId="{FBAF32F6-F88B-4240-8933-014DB28A2515}" dt="2024-09-03T11:15:30.114" v="4102" actId="478"/>
          <ac:spMkLst>
            <pc:docMk/>
            <pc:sldMk cId="1876682219" sldId="270"/>
            <ac:spMk id="66" creationId="{3E61A0D9-75ED-C9AD-ED17-158349E7FE59}"/>
          </ac:spMkLst>
        </pc:spChg>
        <pc:spChg chg="del">
          <ac:chgData name="David Hedengren" userId="658bef35-c023-4c34-ad89-ec78a9d95ca6" providerId="ADAL" clId="{FBAF32F6-F88B-4240-8933-014DB28A2515}" dt="2024-09-03T11:15:30.114" v="4102" actId="478"/>
          <ac:spMkLst>
            <pc:docMk/>
            <pc:sldMk cId="1876682219" sldId="270"/>
            <ac:spMk id="67" creationId="{03CD2C3F-9A95-9CA0-8640-0D42887A58A8}"/>
          </ac:spMkLst>
        </pc:spChg>
        <pc:spChg chg="del">
          <ac:chgData name="David Hedengren" userId="658bef35-c023-4c34-ad89-ec78a9d95ca6" providerId="ADAL" clId="{FBAF32F6-F88B-4240-8933-014DB28A2515}" dt="2024-09-03T11:15:30.114" v="4102" actId="478"/>
          <ac:spMkLst>
            <pc:docMk/>
            <pc:sldMk cId="1876682219" sldId="270"/>
            <ac:spMk id="68" creationId="{0C7F3B05-FE0A-23C4-7A6B-FBCAECC0A40F}"/>
          </ac:spMkLst>
        </pc:spChg>
        <pc:spChg chg="del">
          <ac:chgData name="David Hedengren" userId="658bef35-c023-4c34-ad89-ec78a9d95ca6" providerId="ADAL" clId="{FBAF32F6-F88B-4240-8933-014DB28A2515}" dt="2024-09-03T11:15:30.114" v="4102" actId="478"/>
          <ac:spMkLst>
            <pc:docMk/>
            <pc:sldMk cId="1876682219" sldId="270"/>
            <ac:spMk id="69" creationId="{14E9590C-F37A-F407-D02F-1B131A0B771F}"/>
          </ac:spMkLst>
        </pc:spChg>
        <pc:spChg chg="del">
          <ac:chgData name="David Hedengren" userId="658bef35-c023-4c34-ad89-ec78a9d95ca6" providerId="ADAL" clId="{FBAF32F6-F88B-4240-8933-014DB28A2515}" dt="2024-09-03T11:15:30.114" v="4102" actId="478"/>
          <ac:spMkLst>
            <pc:docMk/>
            <pc:sldMk cId="1876682219" sldId="270"/>
            <ac:spMk id="70" creationId="{68735BDE-CCA4-60B2-B92F-842FF3CA6BE2}"/>
          </ac:spMkLst>
        </pc:spChg>
        <pc:spChg chg="del">
          <ac:chgData name="David Hedengren" userId="658bef35-c023-4c34-ad89-ec78a9d95ca6" providerId="ADAL" clId="{FBAF32F6-F88B-4240-8933-014DB28A2515}" dt="2024-09-03T11:15:30.114" v="4102" actId="478"/>
          <ac:spMkLst>
            <pc:docMk/>
            <pc:sldMk cId="1876682219" sldId="270"/>
            <ac:spMk id="73" creationId="{0977948B-052C-DC3B-27DE-7831F6D2EA23}"/>
          </ac:spMkLst>
        </pc:spChg>
        <pc:spChg chg="del">
          <ac:chgData name="David Hedengren" userId="658bef35-c023-4c34-ad89-ec78a9d95ca6" providerId="ADAL" clId="{FBAF32F6-F88B-4240-8933-014DB28A2515}" dt="2024-09-03T11:15:30.114" v="4102" actId="478"/>
          <ac:spMkLst>
            <pc:docMk/>
            <pc:sldMk cId="1876682219" sldId="270"/>
            <ac:spMk id="74" creationId="{86D8433A-C076-93C2-3EB1-6C3CC2F302F6}"/>
          </ac:spMkLst>
        </pc:spChg>
        <pc:spChg chg="del">
          <ac:chgData name="David Hedengren" userId="658bef35-c023-4c34-ad89-ec78a9d95ca6" providerId="ADAL" clId="{FBAF32F6-F88B-4240-8933-014DB28A2515}" dt="2024-09-03T11:15:30.114" v="4102" actId="478"/>
          <ac:spMkLst>
            <pc:docMk/>
            <pc:sldMk cId="1876682219" sldId="270"/>
            <ac:spMk id="76" creationId="{F9A7B4BD-5721-7292-51F8-BC3D41E98E5A}"/>
          </ac:spMkLst>
        </pc:spChg>
        <pc:spChg chg="del">
          <ac:chgData name="David Hedengren" userId="658bef35-c023-4c34-ad89-ec78a9d95ca6" providerId="ADAL" clId="{FBAF32F6-F88B-4240-8933-014DB28A2515}" dt="2024-09-03T11:15:30.114" v="4102" actId="478"/>
          <ac:spMkLst>
            <pc:docMk/>
            <pc:sldMk cId="1876682219" sldId="270"/>
            <ac:spMk id="77" creationId="{80F7EDE2-99C5-654B-0646-C2E1873D12BB}"/>
          </ac:spMkLst>
        </pc:spChg>
        <pc:spChg chg="del">
          <ac:chgData name="David Hedengren" userId="658bef35-c023-4c34-ad89-ec78a9d95ca6" providerId="ADAL" clId="{FBAF32F6-F88B-4240-8933-014DB28A2515}" dt="2024-09-03T11:15:30.114" v="4102" actId="478"/>
          <ac:spMkLst>
            <pc:docMk/>
            <pc:sldMk cId="1876682219" sldId="270"/>
            <ac:spMk id="78" creationId="{3B31F7F1-D1C6-800E-826A-67B97DEBEB30}"/>
          </ac:spMkLst>
        </pc:spChg>
        <pc:spChg chg="del">
          <ac:chgData name="David Hedengren" userId="658bef35-c023-4c34-ad89-ec78a9d95ca6" providerId="ADAL" clId="{FBAF32F6-F88B-4240-8933-014DB28A2515}" dt="2024-09-03T11:15:30.114" v="4102" actId="478"/>
          <ac:spMkLst>
            <pc:docMk/>
            <pc:sldMk cId="1876682219" sldId="270"/>
            <ac:spMk id="79" creationId="{4C7C2C43-67BB-0434-F968-A7628E2373AD}"/>
          </ac:spMkLst>
        </pc:spChg>
        <pc:spChg chg="del">
          <ac:chgData name="David Hedengren" userId="658bef35-c023-4c34-ad89-ec78a9d95ca6" providerId="ADAL" clId="{FBAF32F6-F88B-4240-8933-014DB28A2515}" dt="2024-09-03T11:15:30.114" v="4102" actId="478"/>
          <ac:spMkLst>
            <pc:docMk/>
            <pc:sldMk cId="1876682219" sldId="270"/>
            <ac:spMk id="80" creationId="{8147DAAC-0415-53D0-E163-AB60EC52A0BC}"/>
          </ac:spMkLst>
        </pc:spChg>
        <pc:spChg chg="del">
          <ac:chgData name="David Hedengren" userId="658bef35-c023-4c34-ad89-ec78a9d95ca6" providerId="ADAL" clId="{FBAF32F6-F88B-4240-8933-014DB28A2515}" dt="2024-09-03T11:15:30.114" v="4102" actId="478"/>
          <ac:spMkLst>
            <pc:docMk/>
            <pc:sldMk cId="1876682219" sldId="270"/>
            <ac:spMk id="81" creationId="{34F7919F-D7EB-2839-9303-84F57B853E18}"/>
          </ac:spMkLst>
        </pc:spChg>
        <pc:spChg chg="del">
          <ac:chgData name="David Hedengren" userId="658bef35-c023-4c34-ad89-ec78a9d95ca6" providerId="ADAL" clId="{FBAF32F6-F88B-4240-8933-014DB28A2515}" dt="2024-09-03T11:15:30.114" v="4102" actId="478"/>
          <ac:spMkLst>
            <pc:docMk/>
            <pc:sldMk cId="1876682219" sldId="270"/>
            <ac:spMk id="84" creationId="{0AD3BCAF-DDE6-96A6-FAEC-02B426CB7006}"/>
          </ac:spMkLst>
        </pc:spChg>
        <pc:spChg chg="add del mod">
          <ac:chgData name="David Hedengren" userId="658bef35-c023-4c34-ad89-ec78a9d95ca6" providerId="ADAL" clId="{FBAF32F6-F88B-4240-8933-014DB28A2515}" dt="2024-09-03T11:18:48.455" v="4138" actId="478"/>
          <ac:spMkLst>
            <pc:docMk/>
            <pc:sldMk cId="1876682219" sldId="270"/>
            <ac:spMk id="85" creationId="{959376D8-7CD1-59C6-B7C1-0E403845269C}"/>
          </ac:spMkLst>
        </pc:spChg>
        <pc:spChg chg="del">
          <ac:chgData name="David Hedengren" userId="658bef35-c023-4c34-ad89-ec78a9d95ca6" providerId="ADAL" clId="{FBAF32F6-F88B-4240-8933-014DB28A2515}" dt="2024-09-03T11:15:30.114" v="4102" actId="478"/>
          <ac:spMkLst>
            <pc:docMk/>
            <pc:sldMk cId="1876682219" sldId="270"/>
            <ac:spMk id="86" creationId="{3E56FB3E-84A8-5D6A-662C-31FE79DC9458}"/>
          </ac:spMkLst>
        </pc:spChg>
        <pc:spChg chg="add del mod">
          <ac:chgData name="David Hedengren" userId="658bef35-c023-4c34-ad89-ec78a9d95ca6" providerId="ADAL" clId="{FBAF32F6-F88B-4240-8933-014DB28A2515}" dt="2024-09-03T11:18:48.455" v="4138" actId="478"/>
          <ac:spMkLst>
            <pc:docMk/>
            <pc:sldMk cId="1876682219" sldId="270"/>
            <ac:spMk id="87" creationId="{A4574F37-E49E-5A57-3A5D-37CD1367CA41}"/>
          </ac:spMkLst>
        </pc:spChg>
        <pc:spChg chg="add del mod">
          <ac:chgData name="David Hedengren" userId="658bef35-c023-4c34-ad89-ec78a9d95ca6" providerId="ADAL" clId="{FBAF32F6-F88B-4240-8933-014DB28A2515}" dt="2024-09-03T11:18:54.235" v="4140" actId="478"/>
          <ac:spMkLst>
            <pc:docMk/>
            <pc:sldMk cId="1876682219" sldId="270"/>
            <ac:spMk id="92" creationId="{2B78FBE7-8396-BEF4-C155-F1039C718B65}"/>
          </ac:spMkLst>
        </pc:spChg>
        <pc:spChg chg="add del mod">
          <ac:chgData name="David Hedengren" userId="658bef35-c023-4c34-ad89-ec78a9d95ca6" providerId="ADAL" clId="{FBAF32F6-F88B-4240-8933-014DB28A2515}" dt="2024-09-03T11:18:54.235" v="4140" actId="478"/>
          <ac:spMkLst>
            <pc:docMk/>
            <pc:sldMk cId="1876682219" sldId="270"/>
            <ac:spMk id="93" creationId="{3FA820A7-4AE4-E355-E073-EB8EBDDE131A}"/>
          </ac:spMkLst>
        </pc:spChg>
        <pc:spChg chg="add del mod">
          <ac:chgData name="David Hedengren" userId="658bef35-c023-4c34-ad89-ec78a9d95ca6" providerId="ADAL" clId="{FBAF32F6-F88B-4240-8933-014DB28A2515}" dt="2024-09-03T11:18:54.235" v="4140" actId="478"/>
          <ac:spMkLst>
            <pc:docMk/>
            <pc:sldMk cId="1876682219" sldId="270"/>
            <ac:spMk id="94" creationId="{E223A432-F5B8-BEE6-88D9-93AA0198D0F0}"/>
          </ac:spMkLst>
        </pc:spChg>
        <pc:spChg chg="del">
          <ac:chgData name="David Hedengren" userId="658bef35-c023-4c34-ad89-ec78a9d95ca6" providerId="ADAL" clId="{FBAF32F6-F88B-4240-8933-014DB28A2515}" dt="2024-09-03T11:15:30.114" v="4102" actId="478"/>
          <ac:spMkLst>
            <pc:docMk/>
            <pc:sldMk cId="1876682219" sldId="270"/>
            <ac:spMk id="97" creationId="{9C2B38C8-D35F-3575-816F-138581227F1B}"/>
          </ac:spMkLst>
        </pc:spChg>
        <pc:spChg chg="add del mod">
          <ac:chgData name="David Hedengren" userId="658bef35-c023-4c34-ad89-ec78a9d95ca6" providerId="ADAL" clId="{FBAF32F6-F88B-4240-8933-014DB28A2515}" dt="2024-09-03T11:18:54.235" v="4140" actId="478"/>
          <ac:spMkLst>
            <pc:docMk/>
            <pc:sldMk cId="1876682219" sldId="270"/>
            <ac:spMk id="98" creationId="{02136DED-C479-57AD-EE68-E216265FF24C}"/>
          </ac:spMkLst>
        </pc:spChg>
        <pc:spChg chg="del">
          <ac:chgData name="David Hedengren" userId="658bef35-c023-4c34-ad89-ec78a9d95ca6" providerId="ADAL" clId="{FBAF32F6-F88B-4240-8933-014DB28A2515}" dt="2024-09-03T11:15:30.114" v="4102" actId="478"/>
          <ac:spMkLst>
            <pc:docMk/>
            <pc:sldMk cId="1876682219" sldId="270"/>
            <ac:spMk id="101" creationId="{B7649B82-6F11-A6B4-57EE-07CA2BE79BD6}"/>
          </ac:spMkLst>
        </pc:spChg>
        <pc:spChg chg="del">
          <ac:chgData name="David Hedengren" userId="658bef35-c023-4c34-ad89-ec78a9d95ca6" providerId="ADAL" clId="{FBAF32F6-F88B-4240-8933-014DB28A2515}" dt="2024-09-03T11:15:30.114" v="4102" actId="478"/>
          <ac:spMkLst>
            <pc:docMk/>
            <pc:sldMk cId="1876682219" sldId="270"/>
            <ac:spMk id="102" creationId="{451F866C-2080-363A-066D-D9C45AAED8E1}"/>
          </ac:spMkLst>
        </pc:spChg>
        <pc:spChg chg="del">
          <ac:chgData name="David Hedengren" userId="658bef35-c023-4c34-ad89-ec78a9d95ca6" providerId="ADAL" clId="{FBAF32F6-F88B-4240-8933-014DB28A2515}" dt="2024-09-03T11:15:30.114" v="4102" actId="478"/>
          <ac:spMkLst>
            <pc:docMk/>
            <pc:sldMk cId="1876682219" sldId="270"/>
            <ac:spMk id="103" creationId="{DF3E760B-BC88-F8B9-E077-E5C0E5DDF669}"/>
          </ac:spMkLst>
        </pc:spChg>
        <pc:spChg chg="del">
          <ac:chgData name="David Hedengren" userId="658bef35-c023-4c34-ad89-ec78a9d95ca6" providerId="ADAL" clId="{FBAF32F6-F88B-4240-8933-014DB28A2515}" dt="2024-09-03T11:15:30.114" v="4102" actId="478"/>
          <ac:spMkLst>
            <pc:docMk/>
            <pc:sldMk cId="1876682219" sldId="270"/>
            <ac:spMk id="104" creationId="{1A0F1FDF-0547-91DE-57E5-E409919570D7}"/>
          </ac:spMkLst>
        </pc:spChg>
        <pc:spChg chg="del">
          <ac:chgData name="David Hedengren" userId="658bef35-c023-4c34-ad89-ec78a9d95ca6" providerId="ADAL" clId="{FBAF32F6-F88B-4240-8933-014DB28A2515}" dt="2024-09-03T11:15:32.614" v="4103" actId="478"/>
          <ac:spMkLst>
            <pc:docMk/>
            <pc:sldMk cId="1876682219" sldId="270"/>
            <ac:spMk id="105" creationId="{A3F8A9E0-DBA3-B90F-A8FA-E81AF5A30280}"/>
          </ac:spMkLst>
        </pc:spChg>
        <pc:spChg chg="del">
          <ac:chgData name="David Hedengren" userId="658bef35-c023-4c34-ad89-ec78a9d95ca6" providerId="ADAL" clId="{FBAF32F6-F88B-4240-8933-014DB28A2515}" dt="2024-09-03T11:15:32.614" v="4103" actId="478"/>
          <ac:spMkLst>
            <pc:docMk/>
            <pc:sldMk cId="1876682219" sldId="270"/>
            <ac:spMk id="106" creationId="{B9A1B777-8674-9D35-B815-B187221A8527}"/>
          </ac:spMkLst>
        </pc:spChg>
        <pc:spChg chg="add del mod">
          <ac:chgData name="David Hedengren" userId="658bef35-c023-4c34-ad89-ec78a9d95ca6" providerId="ADAL" clId="{FBAF32F6-F88B-4240-8933-014DB28A2515}" dt="2024-09-03T11:18:54.235" v="4140" actId="478"/>
          <ac:spMkLst>
            <pc:docMk/>
            <pc:sldMk cId="1876682219" sldId="270"/>
            <ac:spMk id="108" creationId="{4F40F396-638F-39E3-70AC-9BB878AB62E7}"/>
          </ac:spMkLst>
        </pc:spChg>
        <pc:spChg chg="add del mod">
          <ac:chgData name="David Hedengren" userId="658bef35-c023-4c34-ad89-ec78a9d95ca6" providerId="ADAL" clId="{FBAF32F6-F88B-4240-8933-014DB28A2515}" dt="2024-09-03T11:18:54.235" v="4140" actId="478"/>
          <ac:spMkLst>
            <pc:docMk/>
            <pc:sldMk cId="1876682219" sldId="270"/>
            <ac:spMk id="110" creationId="{51C02BD6-8B19-2EC9-4125-8811BD76516D}"/>
          </ac:spMkLst>
        </pc:spChg>
        <pc:spChg chg="add del mod">
          <ac:chgData name="David Hedengren" userId="658bef35-c023-4c34-ad89-ec78a9d95ca6" providerId="ADAL" clId="{FBAF32F6-F88B-4240-8933-014DB28A2515}" dt="2024-09-03T11:18:54.235" v="4140" actId="478"/>
          <ac:spMkLst>
            <pc:docMk/>
            <pc:sldMk cId="1876682219" sldId="270"/>
            <ac:spMk id="113" creationId="{EE6D016F-B931-B483-A31A-B7DBDF0AA1C1}"/>
          </ac:spMkLst>
        </pc:spChg>
        <pc:spChg chg="add del mod">
          <ac:chgData name="David Hedengren" userId="658bef35-c023-4c34-ad89-ec78a9d95ca6" providerId="ADAL" clId="{FBAF32F6-F88B-4240-8933-014DB28A2515}" dt="2024-09-03T11:18:54.235" v="4140" actId="478"/>
          <ac:spMkLst>
            <pc:docMk/>
            <pc:sldMk cId="1876682219" sldId="270"/>
            <ac:spMk id="115" creationId="{95589AD3-5240-9D60-C50E-99B218E69A39}"/>
          </ac:spMkLst>
        </pc:spChg>
        <pc:spChg chg="add del mod">
          <ac:chgData name="David Hedengren" userId="658bef35-c023-4c34-ad89-ec78a9d95ca6" providerId="ADAL" clId="{FBAF32F6-F88B-4240-8933-014DB28A2515}" dt="2024-09-03T11:18:54.235" v="4140" actId="478"/>
          <ac:spMkLst>
            <pc:docMk/>
            <pc:sldMk cId="1876682219" sldId="270"/>
            <ac:spMk id="116" creationId="{96AA2C2F-AA8A-8929-8BBD-0298DD645C9E}"/>
          </ac:spMkLst>
        </pc:spChg>
        <pc:spChg chg="del">
          <ac:chgData name="David Hedengren" userId="658bef35-c023-4c34-ad89-ec78a9d95ca6" providerId="ADAL" clId="{FBAF32F6-F88B-4240-8933-014DB28A2515}" dt="2024-09-03T11:15:30.114" v="4102" actId="478"/>
          <ac:spMkLst>
            <pc:docMk/>
            <pc:sldMk cId="1876682219" sldId="270"/>
            <ac:spMk id="117" creationId="{627AF03E-2711-44B5-7532-1AC9A2515DA9}"/>
          </ac:spMkLst>
        </pc:spChg>
        <pc:spChg chg="del">
          <ac:chgData name="David Hedengren" userId="658bef35-c023-4c34-ad89-ec78a9d95ca6" providerId="ADAL" clId="{FBAF32F6-F88B-4240-8933-014DB28A2515}" dt="2024-09-03T11:15:30.114" v="4102" actId="478"/>
          <ac:spMkLst>
            <pc:docMk/>
            <pc:sldMk cId="1876682219" sldId="270"/>
            <ac:spMk id="118" creationId="{47CEA501-2345-53CE-E961-61CF8E750148}"/>
          </ac:spMkLst>
        </pc:spChg>
        <pc:spChg chg="add del mod">
          <ac:chgData name="David Hedengren" userId="658bef35-c023-4c34-ad89-ec78a9d95ca6" providerId="ADAL" clId="{FBAF32F6-F88B-4240-8933-014DB28A2515}" dt="2024-09-03T11:18:54.235" v="4140" actId="478"/>
          <ac:spMkLst>
            <pc:docMk/>
            <pc:sldMk cId="1876682219" sldId="270"/>
            <ac:spMk id="120" creationId="{BF4ED8FD-1180-46CE-E83A-23C24E5FCA43}"/>
          </ac:spMkLst>
        </pc:spChg>
        <pc:spChg chg="add del mod">
          <ac:chgData name="David Hedengren" userId="658bef35-c023-4c34-ad89-ec78a9d95ca6" providerId="ADAL" clId="{FBAF32F6-F88B-4240-8933-014DB28A2515}" dt="2024-09-03T11:18:54.235" v="4140" actId="478"/>
          <ac:spMkLst>
            <pc:docMk/>
            <pc:sldMk cId="1876682219" sldId="270"/>
            <ac:spMk id="121" creationId="{57D89FE9-852C-2741-5FEB-6EDD9E089EEE}"/>
          </ac:spMkLst>
        </pc:spChg>
        <pc:spChg chg="del">
          <ac:chgData name="David Hedengren" userId="658bef35-c023-4c34-ad89-ec78a9d95ca6" providerId="ADAL" clId="{FBAF32F6-F88B-4240-8933-014DB28A2515}" dt="2024-09-03T11:15:30.114" v="4102" actId="478"/>
          <ac:spMkLst>
            <pc:docMk/>
            <pc:sldMk cId="1876682219" sldId="270"/>
            <ac:spMk id="122" creationId="{A50D0D77-78BD-1F2B-62C6-C8FDBE334209}"/>
          </ac:spMkLst>
        </pc:spChg>
        <pc:spChg chg="del">
          <ac:chgData name="David Hedengren" userId="658bef35-c023-4c34-ad89-ec78a9d95ca6" providerId="ADAL" clId="{FBAF32F6-F88B-4240-8933-014DB28A2515}" dt="2024-09-03T11:15:30.114" v="4102" actId="478"/>
          <ac:spMkLst>
            <pc:docMk/>
            <pc:sldMk cId="1876682219" sldId="270"/>
            <ac:spMk id="123" creationId="{D8995EB5-0AB0-927F-F912-AD39CC61E4FF}"/>
          </ac:spMkLst>
        </pc:spChg>
        <pc:spChg chg="add del mod">
          <ac:chgData name="David Hedengren" userId="658bef35-c023-4c34-ad89-ec78a9d95ca6" providerId="ADAL" clId="{FBAF32F6-F88B-4240-8933-014DB28A2515}" dt="2024-09-03T11:18:54.235" v="4140" actId="478"/>
          <ac:spMkLst>
            <pc:docMk/>
            <pc:sldMk cId="1876682219" sldId="270"/>
            <ac:spMk id="125" creationId="{2C755C0E-61F5-BAEC-963D-E54DE2DADE80}"/>
          </ac:spMkLst>
        </pc:spChg>
        <pc:spChg chg="add del mod">
          <ac:chgData name="David Hedengren" userId="658bef35-c023-4c34-ad89-ec78a9d95ca6" providerId="ADAL" clId="{FBAF32F6-F88B-4240-8933-014DB28A2515}" dt="2024-09-03T11:18:54.235" v="4140" actId="478"/>
          <ac:spMkLst>
            <pc:docMk/>
            <pc:sldMk cId="1876682219" sldId="270"/>
            <ac:spMk id="127" creationId="{36675376-C30A-0FF6-CE7A-E888D2339065}"/>
          </ac:spMkLst>
        </pc:spChg>
        <pc:spChg chg="del">
          <ac:chgData name="David Hedengren" userId="658bef35-c023-4c34-ad89-ec78a9d95ca6" providerId="ADAL" clId="{FBAF32F6-F88B-4240-8933-014DB28A2515}" dt="2024-09-03T11:15:30.114" v="4102" actId="478"/>
          <ac:spMkLst>
            <pc:docMk/>
            <pc:sldMk cId="1876682219" sldId="270"/>
            <ac:spMk id="128" creationId="{C547FCA7-4848-AAE9-1A5C-0D74FCFE07E5}"/>
          </ac:spMkLst>
        </pc:spChg>
        <pc:spChg chg="del">
          <ac:chgData name="David Hedengren" userId="658bef35-c023-4c34-ad89-ec78a9d95ca6" providerId="ADAL" clId="{FBAF32F6-F88B-4240-8933-014DB28A2515}" dt="2024-09-03T11:15:30.114" v="4102" actId="478"/>
          <ac:spMkLst>
            <pc:docMk/>
            <pc:sldMk cId="1876682219" sldId="270"/>
            <ac:spMk id="129" creationId="{A884A7A4-8495-D789-3C4C-688C01B902B7}"/>
          </ac:spMkLst>
        </pc:spChg>
        <pc:spChg chg="add del mod">
          <ac:chgData name="David Hedengren" userId="658bef35-c023-4c34-ad89-ec78a9d95ca6" providerId="ADAL" clId="{FBAF32F6-F88B-4240-8933-014DB28A2515}" dt="2024-09-03T11:18:54.235" v="4140" actId="478"/>
          <ac:spMkLst>
            <pc:docMk/>
            <pc:sldMk cId="1876682219" sldId="270"/>
            <ac:spMk id="130" creationId="{EE85D627-F617-34FA-C175-F995350364F4}"/>
          </ac:spMkLst>
        </pc:spChg>
        <pc:spChg chg="add del mod">
          <ac:chgData name="David Hedengren" userId="658bef35-c023-4c34-ad89-ec78a9d95ca6" providerId="ADAL" clId="{FBAF32F6-F88B-4240-8933-014DB28A2515}" dt="2024-09-03T11:18:54.235" v="4140" actId="478"/>
          <ac:spMkLst>
            <pc:docMk/>
            <pc:sldMk cId="1876682219" sldId="270"/>
            <ac:spMk id="131" creationId="{F1BA3216-2AF9-C2D8-8824-6AC68BC40B00}"/>
          </ac:spMkLst>
        </pc:spChg>
        <pc:spChg chg="add del mod">
          <ac:chgData name="David Hedengren" userId="658bef35-c023-4c34-ad89-ec78a9d95ca6" providerId="ADAL" clId="{FBAF32F6-F88B-4240-8933-014DB28A2515}" dt="2024-09-03T11:18:54.235" v="4140" actId="478"/>
          <ac:spMkLst>
            <pc:docMk/>
            <pc:sldMk cId="1876682219" sldId="270"/>
            <ac:spMk id="132" creationId="{63E5D8C6-5CF8-83EC-47F3-E65CD01E6AF4}"/>
          </ac:spMkLst>
        </pc:spChg>
        <pc:spChg chg="del">
          <ac:chgData name="David Hedengren" userId="658bef35-c023-4c34-ad89-ec78a9d95ca6" providerId="ADAL" clId="{FBAF32F6-F88B-4240-8933-014DB28A2515}" dt="2024-09-03T11:15:30.114" v="4102" actId="478"/>
          <ac:spMkLst>
            <pc:docMk/>
            <pc:sldMk cId="1876682219" sldId="270"/>
            <ac:spMk id="133" creationId="{45E43B93-5491-B727-4D79-899B59E58444}"/>
          </ac:spMkLst>
        </pc:spChg>
        <pc:spChg chg="del">
          <ac:chgData name="David Hedengren" userId="658bef35-c023-4c34-ad89-ec78a9d95ca6" providerId="ADAL" clId="{FBAF32F6-F88B-4240-8933-014DB28A2515}" dt="2024-09-03T11:15:30.114" v="4102" actId="478"/>
          <ac:spMkLst>
            <pc:docMk/>
            <pc:sldMk cId="1876682219" sldId="270"/>
            <ac:spMk id="134" creationId="{48453850-E580-1B0C-187A-B48389636083}"/>
          </ac:spMkLst>
        </pc:spChg>
        <pc:spChg chg="del">
          <ac:chgData name="David Hedengren" userId="658bef35-c023-4c34-ad89-ec78a9d95ca6" providerId="ADAL" clId="{FBAF32F6-F88B-4240-8933-014DB28A2515}" dt="2024-09-03T11:15:30.114" v="4102" actId="478"/>
          <ac:spMkLst>
            <pc:docMk/>
            <pc:sldMk cId="1876682219" sldId="270"/>
            <ac:spMk id="135" creationId="{720491D2-013C-7D0A-6672-21DFAA2B1F58}"/>
          </ac:spMkLst>
        </pc:spChg>
        <pc:spChg chg="del">
          <ac:chgData name="David Hedengren" userId="658bef35-c023-4c34-ad89-ec78a9d95ca6" providerId="ADAL" clId="{FBAF32F6-F88B-4240-8933-014DB28A2515}" dt="2024-09-03T11:15:30.114" v="4102" actId="478"/>
          <ac:spMkLst>
            <pc:docMk/>
            <pc:sldMk cId="1876682219" sldId="270"/>
            <ac:spMk id="136" creationId="{B789687C-B679-0878-6D47-094322167D22}"/>
          </ac:spMkLst>
        </pc:spChg>
        <pc:spChg chg="del">
          <ac:chgData name="David Hedengren" userId="658bef35-c023-4c34-ad89-ec78a9d95ca6" providerId="ADAL" clId="{FBAF32F6-F88B-4240-8933-014DB28A2515}" dt="2024-09-03T11:15:30.114" v="4102" actId="478"/>
          <ac:spMkLst>
            <pc:docMk/>
            <pc:sldMk cId="1876682219" sldId="270"/>
            <ac:spMk id="137" creationId="{4D82B38C-1491-BF28-E178-C029612E34CC}"/>
          </ac:spMkLst>
        </pc:spChg>
        <pc:spChg chg="del">
          <ac:chgData name="David Hedengren" userId="658bef35-c023-4c34-ad89-ec78a9d95ca6" providerId="ADAL" clId="{FBAF32F6-F88B-4240-8933-014DB28A2515}" dt="2024-09-03T11:15:30.114" v="4102" actId="478"/>
          <ac:spMkLst>
            <pc:docMk/>
            <pc:sldMk cId="1876682219" sldId="270"/>
            <ac:spMk id="138" creationId="{17CBE19E-FE2D-9C7E-6EE4-CAB54C388B52}"/>
          </ac:spMkLst>
        </pc:spChg>
        <pc:spChg chg="del">
          <ac:chgData name="David Hedengren" userId="658bef35-c023-4c34-ad89-ec78a9d95ca6" providerId="ADAL" clId="{FBAF32F6-F88B-4240-8933-014DB28A2515}" dt="2024-09-03T11:15:30.114" v="4102" actId="478"/>
          <ac:spMkLst>
            <pc:docMk/>
            <pc:sldMk cId="1876682219" sldId="270"/>
            <ac:spMk id="139" creationId="{D989B49A-7DE6-1F18-EA18-AC979179F8AA}"/>
          </ac:spMkLst>
        </pc:spChg>
        <pc:spChg chg="del">
          <ac:chgData name="David Hedengren" userId="658bef35-c023-4c34-ad89-ec78a9d95ca6" providerId="ADAL" clId="{FBAF32F6-F88B-4240-8933-014DB28A2515}" dt="2024-09-03T11:15:30.114" v="4102" actId="478"/>
          <ac:spMkLst>
            <pc:docMk/>
            <pc:sldMk cId="1876682219" sldId="270"/>
            <ac:spMk id="140" creationId="{85C2C038-C984-842B-4FB8-519BDAE2F7EF}"/>
          </ac:spMkLst>
        </pc:spChg>
        <pc:spChg chg="del">
          <ac:chgData name="David Hedengren" userId="658bef35-c023-4c34-ad89-ec78a9d95ca6" providerId="ADAL" clId="{FBAF32F6-F88B-4240-8933-014DB28A2515}" dt="2024-09-03T11:15:30.114" v="4102" actId="478"/>
          <ac:spMkLst>
            <pc:docMk/>
            <pc:sldMk cId="1876682219" sldId="270"/>
            <ac:spMk id="141" creationId="{7E000A52-1F7F-A6FE-BC9D-117050093A46}"/>
          </ac:spMkLst>
        </pc:spChg>
        <pc:spChg chg="del">
          <ac:chgData name="David Hedengren" userId="658bef35-c023-4c34-ad89-ec78a9d95ca6" providerId="ADAL" clId="{FBAF32F6-F88B-4240-8933-014DB28A2515}" dt="2024-09-03T11:15:30.114" v="4102" actId="478"/>
          <ac:spMkLst>
            <pc:docMk/>
            <pc:sldMk cId="1876682219" sldId="270"/>
            <ac:spMk id="142" creationId="{2592FC3A-7B79-15A7-CBEE-2557B461AE27}"/>
          </ac:spMkLst>
        </pc:spChg>
        <pc:spChg chg="del">
          <ac:chgData name="David Hedengren" userId="658bef35-c023-4c34-ad89-ec78a9d95ca6" providerId="ADAL" clId="{FBAF32F6-F88B-4240-8933-014DB28A2515}" dt="2024-09-03T11:15:30.114" v="4102" actId="478"/>
          <ac:spMkLst>
            <pc:docMk/>
            <pc:sldMk cId="1876682219" sldId="270"/>
            <ac:spMk id="143" creationId="{9C8594DC-F751-794F-E728-A5FCD825E839}"/>
          </ac:spMkLst>
        </pc:spChg>
        <pc:spChg chg="del">
          <ac:chgData name="David Hedengren" userId="658bef35-c023-4c34-ad89-ec78a9d95ca6" providerId="ADAL" clId="{FBAF32F6-F88B-4240-8933-014DB28A2515}" dt="2024-09-03T11:15:30.114" v="4102" actId="478"/>
          <ac:spMkLst>
            <pc:docMk/>
            <pc:sldMk cId="1876682219" sldId="270"/>
            <ac:spMk id="144" creationId="{0FAB2BD1-5549-F63C-2FCD-7E63A6C8240A}"/>
          </ac:spMkLst>
        </pc:spChg>
        <pc:spChg chg="del">
          <ac:chgData name="David Hedengren" userId="658bef35-c023-4c34-ad89-ec78a9d95ca6" providerId="ADAL" clId="{FBAF32F6-F88B-4240-8933-014DB28A2515}" dt="2024-09-03T11:15:30.114" v="4102" actId="478"/>
          <ac:spMkLst>
            <pc:docMk/>
            <pc:sldMk cId="1876682219" sldId="270"/>
            <ac:spMk id="145" creationId="{29ED4C41-609F-71EA-30C8-0A4054A8C889}"/>
          </ac:spMkLst>
        </pc:spChg>
        <pc:spChg chg="del">
          <ac:chgData name="David Hedengren" userId="658bef35-c023-4c34-ad89-ec78a9d95ca6" providerId="ADAL" clId="{FBAF32F6-F88B-4240-8933-014DB28A2515}" dt="2024-09-03T11:15:30.114" v="4102" actId="478"/>
          <ac:spMkLst>
            <pc:docMk/>
            <pc:sldMk cId="1876682219" sldId="270"/>
            <ac:spMk id="146" creationId="{83B970C4-23BF-6C99-6CA5-39F3E1FD35CB}"/>
          </ac:spMkLst>
        </pc:spChg>
        <pc:spChg chg="add del mod">
          <ac:chgData name="David Hedengren" userId="658bef35-c023-4c34-ad89-ec78a9d95ca6" providerId="ADAL" clId="{FBAF32F6-F88B-4240-8933-014DB28A2515}" dt="2024-09-03T11:18:54.235" v="4140" actId="478"/>
          <ac:spMkLst>
            <pc:docMk/>
            <pc:sldMk cId="1876682219" sldId="270"/>
            <ac:spMk id="147" creationId="{95EE9DD5-6023-05E2-ABD2-0E8FB1AA1537}"/>
          </ac:spMkLst>
        </pc:spChg>
        <pc:spChg chg="add del mod">
          <ac:chgData name="David Hedengren" userId="658bef35-c023-4c34-ad89-ec78a9d95ca6" providerId="ADAL" clId="{FBAF32F6-F88B-4240-8933-014DB28A2515}" dt="2024-09-03T11:18:54.235" v="4140" actId="478"/>
          <ac:spMkLst>
            <pc:docMk/>
            <pc:sldMk cId="1876682219" sldId="270"/>
            <ac:spMk id="148" creationId="{9CDC1913-40F4-51FD-5833-FE76D8A895FA}"/>
          </ac:spMkLst>
        </pc:spChg>
        <pc:spChg chg="del">
          <ac:chgData name="David Hedengren" userId="658bef35-c023-4c34-ad89-ec78a9d95ca6" providerId="ADAL" clId="{FBAF32F6-F88B-4240-8933-014DB28A2515}" dt="2024-09-03T11:15:30.114" v="4102" actId="478"/>
          <ac:spMkLst>
            <pc:docMk/>
            <pc:sldMk cId="1876682219" sldId="270"/>
            <ac:spMk id="149" creationId="{2D8C45BF-8A59-1129-F26C-8E937CA3F501}"/>
          </ac:spMkLst>
        </pc:spChg>
        <pc:spChg chg="del">
          <ac:chgData name="David Hedengren" userId="658bef35-c023-4c34-ad89-ec78a9d95ca6" providerId="ADAL" clId="{FBAF32F6-F88B-4240-8933-014DB28A2515}" dt="2024-09-03T11:15:30.114" v="4102" actId="478"/>
          <ac:spMkLst>
            <pc:docMk/>
            <pc:sldMk cId="1876682219" sldId="270"/>
            <ac:spMk id="150" creationId="{B2EE08B3-21F9-CCC6-6067-09926D6435C9}"/>
          </ac:spMkLst>
        </pc:spChg>
        <pc:spChg chg="del">
          <ac:chgData name="David Hedengren" userId="658bef35-c023-4c34-ad89-ec78a9d95ca6" providerId="ADAL" clId="{FBAF32F6-F88B-4240-8933-014DB28A2515}" dt="2024-09-03T11:15:30.114" v="4102" actId="478"/>
          <ac:spMkLst>
            <pc:docMk/>
            <pc:sldMk cId="1876682219" sldId="270"/>
            <ac:spMk id="151" creationId="{136E7BCF-A4D9-1EE0-4AE7-91978F379111}"/>
          </ac:spMkLst>
        </pc:spChg>
        <pc:spChg chg="del">
          <ac:chgData name="David Hedengren" userId="658bef35-c023-4c34-ad89-ec78a9d95ca6" providerId="ADAL" clId="{FBAF32F6-F88B-4240-8933-014DB28A2515}" dt="2024-09-03T11:15:30.114" v="4102" actId="478"/>
          <ac:spMkLst>
            <pc:docMk/>
            <pc:sldMk cId="1876682219" sldId="270"/>
            <ac:spMk id="152" creationId="{F3C1D833-91C1-AD2E-4060-B59299489AA7}"/>
          </ac:spMkLst>
        </pc:spChg>
        <pc:spChg chg="del">
          <ac:chgData name="David Hedengren" userId="658bef35-c023-4c34-ad89-ec78a9d95ca6" providerId="ADAL" clId="{FBAF32F6-F88B-4240-8933-014DB28A2515}" dt="2024-09-03T11:15:30.114" v="4102" actId="478"/>
          <ac:spMkLst>
            <pc:docMk/>
            <pc:sldMk cId="1876682219" sldId="270"/>
            <ac:spMk id="153" creationId="{5200EB87-B119-CF9A-0535-92C15E08BC89}"/>
          </ac:spMkLst>
        </pc:spChg>
        <pc:spChg chg="del">
          <ac:chgData name="David Hedengren" userId="658bef35-c023-4c34-ad89-ec78a9d95ca6" providerId="ADAL" clId="{FBAF32F6-F88B-4240-8933-014DB28A2515}" dt="2024-09-03T11:15:30.114" v="4102" actId="478"/>
          <ac:spMkLst>
            <pc:docMk/>
            <pc:sldMk cId="1876682219" sldId="270"/>
            <ac:spMk id="154" creationId="{14E84BEF-DE2D-0ED0-1293-705D8497D35E}"/>
          </ac:spMkLst>
        </pc:spChg>
        <pc:spChg chg="del">
          <ac:chgData name="David Hedengren" userId="658bef35-c023-4c34-ad89-ec78a9d95ca6" providerId="ADAL" clId="{FBAF32F6-F88B-4240-8933-014DB28A2515}" dt="2024-09-03T11:15:30.114" v="4102" actId="478"/>
          <ac:spMkLst>
            <pc:docMk/>
            <pc:sldMk cId="1876682219" sldId="270"/>
            <ac:spMk id="155" creationId="{A49A8199-1DAA-05B9-B316-F18E5CBBC005}"/>
          </ac:spMkLst>
        </pc:spChg>
        <pc:spChg chg="add del mod">
          <ac:chgData name="David Hedengren" userId="658bef35-c023-4c34-ad89-ec78a9d95ca6" providerId="ADAL" clId="{FBAF32F6-F88B-4240-8933-014DB28A2515}" dt="2024-09-03T11:18:54.235" v="4140" actId="478"/>
          <ac:spMkLst>
            <pc:docMk/>
            <pc:sldMk cId="1876682219" sldId="270"/>
            <ac:spMk id="156" creationId="{DD5DB3D8-5AFE-BE34-21FF-8E57A1D0602A}"/>
          </ac:spMkLst>
        </pc:spChg>
        <pc:spChg chg="add del mod">
          <ac:chgData name="David Hedengren" userId="658bef35-c023-4c34-ad89-ec78a9d95ca6" providerId="ADAL" clId="{FBAF32F6-F88B-4240-8933-014DB28A2515}" dt="2024-09-03T11:18:54.235" v="4140" actId="478"/>
          <ac:spMkLst>
            <pc:docMk/>
            <pc:sldMk cId="1876682219" sldId="270"/>
            <ac:spMk id="157" creationId="{B07DDB7B-1FA1-3F12-97BD-27869AD61155}"/>
          </ac:spMkLst>
        </pc:spChg>
        <pc:spChg chg="add del mod">
          <ac:chgData name="David Hedengren" userId="658bef35-c023-4c34-ad89-ec78a9d95ca6" providerId="ADAL" clId="{FBAF32F6-F88B-4240-8933-014DB28A2515}" dt="2024-09-03T11:18:54.235" v="4140" actId="478"/>
          <ac:spMkLst>
            <pc:docMk/>
            <pc:sldMk cId="1876682219" sldId="270"/>
            <ac:spMk id="158" creationId="{BD8788D0-4FFD-88E8-19B6-601C1BEFD2C3}"/>
          </ac:spMkLst>
        </pc:spChg>
        <pc:spChg chg="add mod">
          <ac:chgData name="David Hedengren" userId="658bef35-c023-4c34-ad89-ec78a9d95ca6" providerId="ADAL" clId="{FBAF32F6-F88B-4240-8933-014DB28A2515}" dt="2024-09-03T11:26:51.101" v="4325" actId="1038"/>
          <ac:spMkLst>
            <pc:docMk/>
            <pc:sldMk cId="1876682219" sldId="270"/>
            <ac:spMk id="161" creationId="{8EAD431C-1A26-9430-F45A-1166828E793D}"/>
          </ac:spMkLst>
        </pc:spChg>
        <pc:spChg chg="add mod">
          <ac:chgData name="David Hedengren" userId="658bef35-c023-4c34-ad89-ec78a9d95ca6" providerId="ADAL" clId="{FBAF32F6-F88B-4240-8933-014DB28A2515}" dt="2024-09-03T11:26:51.101" v="4325" actId="1038"/>
          <ac:spMkLst>
            <pc:docMk/>
            <pc:sldMk cId="1876682219" sldId="270"/>
            <ac:spMk id="162" creationId="{A4D65BB6-B987-9E4F-D2F4-D71F2C3D8B9C}"/>
          </ac:spMkLst>
        </pc:spChg>
        <pc:spChg chg="add mod">
          <ac:chgData name="David Hedengren" userId="658bef35-c023-4c34-ad89-ec78a9d95ca6" providerId="ADAL" clId="{FBAF32F6-F88B-4240-8933-014DB28A2515}" dt="2024-09-03T11:26:51.101" v="4325" actId="1038"/>
          <ac:spMkLst>
            <pc:docMk/>
            <pc:sldMk cId="1876682219" sldId="270"/>
            <ac:spMk id="163" creationId="{30F2C7E1-D135-2D20-639B-C5130096F295}"/>
          </ac:spMkLst>
        </pc:spChg>
        <pc:spChg chg="add mod">
          <ac:chgData name="David Hedengren" userId="658bef35-c023-4c34-ad89-ec78a9d95ca6" providerId="ADAL" clId="{FBAF32F6-F88B-4240-8933-014DB28A2515}" dt="2024-09-03T11:26:51.101" v="4325" actId="1038"/>
          <ac:spMkLst>
            <pc:docMk/>
            <pc:sldMk cId="1876682219" sldId="270"/>
            <ac:spMk id="164" creationId="{67F49FB7-BCC6-577A-B425-72C4055AF3C3}"/>
          </ac:spMkLst>
        </pc:spChg>
        <pc:spChg chg="add mod">
          <ac:chgData name="David Hedengren" userId="658bef35-c023-4c34-ad89-ec78a9d95ca6" providerId="ADAL" clId="{FBAF32F6-F88B-4240-8933-014DB28A2515}" dt="2024-09-03T11:26:51.101" v="4325" actId="1038"/>
          <ac:spMkLst>
            <pc:docMk/>
            <pc:sldMk cId="1876682219" sldId="270"/>
            <ac:spMk id="165" creationId="{3DA6F6F3-693C-BFE9-6ECA-BC5718CCB4CA}"/>
          </ac:spMkLst>
        </pc:spChg>
        <pc:spChg chg="add mod">
          <ac:chgData name="David Hedengren" userId="658bef35-c023-4c34-ad89-ec78a9d95ca6" providerId="ADAL" clId="{FBAF32F6-F88B-4240-8933-014DB28A2515}" dt="2024-09-03T11:26:51.101" v="4325" actId="1038"/>
          <ac:spMkLst>
            <pc:docMk/>
            <pc:sldMk cId="1876682219" sldId="270"/>
            <ac:spMk id="166" creationId="{2F1A1659-F04C-9D45-3050-F213AE1803D7}"/>
          </ac:spMkLst>
        </pc:spChg>
        <pc:spChg chg="add mod">
          <ac:chgData name="David Hedengren" userId="658bef35-c023-4c34-ad89-ec78a9d95ca6" providerId="ADAL" clId="{FBAF32F6-F88B-4240-8933-014DB28A2515}" dt="2024-09-03T11:26:51.101" v="4325" actId="1038"/>
          <ac:spMkLst>
            <pc:docMk/>
            <pc:sldMk cId="1876682219" sldId="270"/>
            <ac:spMk id="167" creationId="{26653A2F-A4B4-7666-6816-E63A53117664}"/>
          </ac:spMkLst>
        </pc:spChg>
        <pc:spChg chg="add mod">
          <ac:chgData name="David Hedengren" userId="658bef35-c023-4c34-ad89-ec78a9d95ca6" providerId="ADAL" clId="{FBAF32F6-F88B-4240-8933-014DB28A2515}" dt="2024-09-03T11:26:51.101" v="4325" actId="1038"/>
          <ac:spMkLst>
            <pc:docMk/>
            <pc:sldMk cId="1876682219" sldId="270"/>
            <ac:spMk id="168" creationId="{1EAEC6EA-20B3-15DB-BED7-81B815AC9A8F}"/>
          </ac:spMkLst>
        </pc:spChg>
        <pc:spChg chg="add mod">
          <ac:chgData name="David Hedengren" userId="658bef35-c023-4c34-ad89-ec78a9d95ca6" providerId="ADAL" clId="{FBAF32F6-F88B-4240-8933-014DB28A2515}" dt="2024-09-03T11:26:51.101" v="4325" actId="1038"/>
          <ac:spMkLst>
            <pc:docMk/>
            <pc:sldMk cId="1876682219" sldId="270"/>
            <ac:spMk id="169" creationId="{A4F8E0FF-48BA-CC19-3949-DFCACE999859}"/>
          </ac:spMkLst>
        </pc:spChg>
        <pc:spChg chg="add mod">
          <ac:chgData name="David Hedengren" userId="658bef35-c023-4c34-ad89-ec78a9d95ca6" providerId="ADAL" clId="{FBAF32F6-F88B-4240-8933-014DB28A2515}" dt="2024-09-03T11:26:51.101" v="4325" actId="1038"/>
          <ac:spMkLst>
            <pc:docMk/>
            <pc:sldMk cId="1876682219" sldId="270"/>
            <ac:spMk id="170" creationId="{45634E32-A9FD-8EB4-DAA5-377684ABA8DF}"/>
          </ac:spMkLst>
        </pc:spChg>
        <pc:spChg chg="add mod">
          <ac:chgData name="David Hedengren" userId="658bef35-c023-4c34-ad89-ec78a9d95ca6" providerId="ADAL" clId="{FBAF32F6-F88B-4240-8933-014DB28A2515}" dt="2024-09-03T11:26:51.101" v="4325" actId="1038"/>
          <ac:spMkLst>
            <pc:docMk/>
            <pc:sldMk cId="1876682219" sldId="270"/>
            <ac:spMk id="171" creationId="{FDFBE49A-C6CF-382F-6B51-3BED1CCAA4C3}"/>
          </ac:spMkLst>
        </pc:spChg>
        <pc:spChg chg="add mod">
          <ac:chgData name="David Hedengren" userId="658bef35-c023-4c34-ad89-ec78a9d95ca6" providerId="ADAL" clId="{FBAF32F6-F88B-4240-8933-014DB28A2515}" dt="2024-09-03T11:26:51.101" v="4325" actId="1038"/>
          <ac:spMkLst>
            <pc:docMk/>
            <pc:sldMk cId="1876682219" sldId="270"/>
            <ac:spMk id="172" creationId="{3BE652EA-5489-B048-D492-A0A7AB176961}"/>
          </ac:spMkLst>
        </pc:spChg>
        <pc:spChg chg="add mod">
          <ac:chgData name="David Hedengren" userId="658bef35-c023-4c34-ad89-ec78a9d95ca6" providerId="ADAL" clId="{FBAF32F6-F88B-4240-8933-014DB28A2515}" dt="2024-09-03T11:26:51.101" v="4325" actId="1038"/>
          <ac:spMkLst>
            <pc:docMk/>
            <pc:sldMk cId="1876682219" sldId="270"/>
            <ac:spMk id="173" creationId="{8265A984-FE3D-137E-500F-84BC7A4D6217}"/>
          </ac:spMkLst>
        </pc:spChg>
        <pc:spChg chg="add mod">
          <ac:chgData name="David Hedengren" userId="658bef35-c023-4c34-ad89-ec78a9d95ca6" providerId="ADAL" clId="{FBAF32F6-F88B-4240-8933-014DB28A2515}" dt="2024-09-03T11:26:51.101" v="4325" actId="1038"/>
          <ac:spMkLst>
            <pc:docMk/>
            <pc:sldMk cId="1876682219" sldId="270"/>
            <ac:spMk id="174" creationId="{F6527DE0-0B71-F5BA-E1B3-88A891FFDF30}"/>
          </ac:spMkLst>
        </pc:spChg>
        <pc:spChg chg="add mod">
          <ac:chgData name="David Hedengren" userId="658bef35-c023-4c34-ad89-ec78a9d95ca6" providerId="ADAL" clId="{FBAF32F6-F88B-4240-8933-014DB28A2515}" dt="2024-09-03T11:26:51.101" v="4325" actId="1038"/>
          <ac:spMkLst>
            <pc:docMk/>
            <pc:sldMk cId="1876682219" sldId="270"/>
            <ac:spMk id="175" creationId="{22AEC964-E46D-4F74-D677-F1DBFCD62EFE}"/>
          </ac:spMkLst>
        </pc:spChg>
        <pc:spChg chg="add mod">
          <ac:chgData name="David Hedengren" userId="658bef35-c023-4c34-ad89-ec78a9d95ca6" providerId="ADAL" clId="{FBAF32F6-F88B-4240-8933-014DB28A2515}" dt="2024-09-03T11:26:51.101" v="4325" actId="1038"/>
          <ac:spMkLst>
            <pc:docMk/>
            <pc:sldMk cId="1876682219" sldId="270"/>
            <ac:spMk id="176" creationId="{532A4CA5-AFC5-2AEB-3C13-62CC3719D99E}"/>
          </ac:spMkLst>
        </pc:spChg>
        <pc:spChg chg="add mod">
          <ac:chgData name="David Hedengren" userId="658bef35-c023-4c34-ad89-ec78a9d95ca6" providerId="ADAL" clId="{FBAF32F6-F88B-4240-8933-014DB28A2515}" dt="2024-09-03T11:26:51.101" v="4325" actId="1038"/>
          <ac:spMkLst>
            <pc:docMk/>
            <pc:sldMk cId="1876682219" sldId="270"/>
            <ac:spMk id="177" creationId="{D3CA481A-1036-8E59-2CD0-7A41C92F674C}"/>
          </ac:spMkLst>
        </pc:spChg>
        <pc:spChg chg="add mod">
          <ac:chgData name="David Hedengren" userId="658bef35-c023-4c34-ad89-ec78a9d95ca6" providerId="ADAL" clId="{FBAF32F6-F88B-4240-8933-014DB28A2515}" dt="2024-09-03T11:26:51.101" v="4325" actId="1038"/>
          <ac:spMkLst>
            <pc:docMk/>
            <pc:sldMk cId="1876682219" sldId="270"/>
            <ac:spMk id="178" creationId="{7E7A63A4-FA07-8D42-289C-C8775010DFC3}"/>
          </ac:spMkLst>
        </pc:spChg>
        <pc:spChg chg="add mod">
          <ac:chgData name="David Hedengren" userId="658bef35-c023-4c34-ad89-ec78a9d95ca6" providerId="ADAL" clId="{FBAF32F6-F88B-4240-8933-014DB28A2515}" dt="2024-09-03T11:26:51.101" v="4325" actId="1038"/>
          <ac:spMkLst>
            <pc:docMk/>
            <pc:sldMk cId="1876682219" sldId="270"/>
            <ac:spMk id="179" creationId="{53E5D5DA-9B54-40C1-A8A2-12A37C0F5F32}"/>
          </ac:spMkLst>
        </pc:spChg>
        <pc:spChg chg="add mod">
          <ac:chgData name="David Hedengren" userId="658bef35-c023-4c34-ad89-ec78a9d95ca6" providerId="ADAL" clId="{FBAF32F6-F88B-4240-8933-014DB28A2515}" dt="2024-09-03T11:26:51.101" v="4325" actId="1038"/>
          <ac:spMkLst>
            <pc:docMk/>
            <pc:sldMk cId="1876682219" sldId="270"/>
            <ac:spMk id="180" creationId="{BC520E2E-2C56-8309-7ED1-17B44026870F}"/>
          </ac:spMkLst>
        </pc:spChg>
        <pc:spChg chg="add mod">
          <ac:chgData name="David Hedengren" userId="658bef35-c023-4c34-ad89-ec78a9d95ca6" providerId="ADAL" clId="{FBAF32F6-F88B-4240-8933-014DB28A2515}" dt="2024-09-03T11:26:51.101" v="4325" actId="1038"/>
          <ac:spMkLst>
            <pc:docMk/>
            <pc:sldMk cId="1876682219" sldId="270"/>
            <ac:spMk id="181" creationId="{AE9D378C-8ED8-7E47-6732-501F47A8A875}"/>
          </ac:spMkLst>
        </pc:spChg>
        <pc:spChg chg="add mod">
          <ac:chgData name="David Hedengren" userId="658bef35-c023-4c34-ad89-ec78a9d95ca6" providerId="ADAL" clId="{FBAF32F6-F88B-4240-8933-014DB28A2515}" dt="2024-09-03T11:26:51.101" v="4325" actId="1038"/>
          <ac:spMkLst>
            <pc:docMk/>
            <pc:sldMk cId="1876682219" sldId="270"/>
            <ac:spMk id="182" creationId="{32E5849E-480A-730F-0693-5680E87AD217}"/>
          </ac:spMkLst>
        </pc:spChg>
        <pc:spChg chg="add mod">
          <ac:chgData name="David Hedengren" userId="658bef35-c023-4c34-ad89-ec78a9d95ca6" providerId="ADAL" clId="{FBAF32F6-F88B-4240-8933-014DB28A2515}" dt="2024-09-03T11:26:51.101" v="4325" actId="1038"/>
          <ac:spMkLst>
            <pc:docMk/>
            <pc:sldMk cId="1876682219" sldId="270"/>
            <ac:spMk id="183" creationId="{28113F76-1525-6F2C-BC2D-79DC73F73BCA}"/>
          </ac:spMkLst>
        </pc:spChg>
        <pc:spChg chg="add mod">
          <ac:chgData name="David Hedengren" userId="658bef35-c023-4c34-ad89-ec78a9d95ca6" providerId="ADAL" clId="{FBAF32F6-F88B-4240-8933-014DB28A2515}" dt="2024-09-03T11:26:51.101" v="4325" actId="1038"/>
          <ac:spMkLst>
            <pc:docMk/>
            <pc:sldMk cId="1876682219" sldId="270"/>
            <ac:spMk id="184" creationId="{94C023BB-D0D4-6501-F2DB-7406D16C5C37}"/>
          </ac:spMkLst>
        </pc:spChg>
        <pc:spChg chg="add mod">
          <ac:chgData name="David Hedengren" userId="658bef35-c023-4c34-ad89-ec78a9d95ca6" providerId="ADAL" clId="{FBAF32F6-F88B-4240-8933-014DB28A2515}" dt="2024-09-03T11:26:51.101" v="4325" actId="1038"/>
          <ac:spMkLst>
            <pc:docMk/>
            <pc:sldMk cId="1876682219" sldId="270"/>
            <ac:spMk id="185" creationId="{3D31A302-B7ED-D6D9-623A-31845704AC03}"/>
          </ac:spMkLst>
        </pc:spChg>
        <pc:spChg chg="add mod">
          <ac:chgData name="David Hedengren" userId="658bef35-c023-4c34-ad89-ec78a9d95ca6" providerId="ADAL" clId="{FBAF32F6-F88B-4240-8933-014DB28A2515}" dt="2024-09-03T11:26:51.101" v="4325" actId="1038"/>
          <ac:spMkLst>
            <pc:docMk/>
            <pc:sldMk cId="1876682219" sldId="270"/>
            <ac:spMk id="186" creationId="{1AB4668E-BD7E-81E2-8532-3C56B9A0B2B6}"/>
          </ac:spMkLst>
        </pc:spChg>
        <pc:spChg chg="add mod">
          <ac:chgData name="David Hedengren" userId="658bef35-c023-4c34-ad89-ec78a9d95ca6" providerId="ADAL" clId="{FBAF32F6-F88B-4240-8933-014DB28A2515}" dt="2024-09-03T11:26:51.101" v="4325" actId="1038"/>
          <ac:spMkLst>
            <pc:docMk/>
            <pc:sldMk cId="1876682219" sldId="270"/>
            <ac:spMk id="209" creationId="{2B7981F6-7739-BB65-21A1-0485704DAA04}"/>
          </ac:spMkLst>
        </pc:spChg>
        <pc:spChg chg="add mod">
          <ac:chgData name="David Hedengren" userId="658bef35-c023-4c34-ad89-ec78a9d95ca6" providerId="ADAL" clId="{FBAF32F6-F88B-4240-8933-014DB28A2515}" dt="2024-09-03T11:26:51.101" v="4325" actId="1038"/>
          <ac:spMkLst>
            <pc:docMk/>
            <pc:sldMk cId="1876682219" sldId="270"/>
            <ac:spMk id="210" creationId="{A23AD837-9279-65D0-8D06-C906FC034653}"/>
          </ac:spMkLst>
        </pc:spChg>
        <pc:spChg chg="add mod">
          <ac:chgData name="David Hedengren" userId="658bef35-c023-4c34-ad89-ec78a9d95ca6" providerId="ADAL" clId="{FBAF32F6-F88B-4240-8933-014DB28A2515}" dt="2024-09-03T11:26:51.101" v="4325" actId="1038"/>
          <ac:spMkLst>
            <pc:docMk/>
            <pc:sldMk cId="1876682219" sldId="270"/>
            <ac:spMk id="211" creationId="{BEA453E6-2A15-8E24-B911-9EEB04B5D2FF}"/>
          </ac:spMkLst>
        </pc:spChg>
        <pc:spChg chg="add del mod">
          <ac:chgData name="David Hedengren" userId="658bef35-c023-4c34-ad89-ec78a9d95ca6" providerId="ADAL" clId="{FBAF32F6-F88B-4240-8933-014DB28A2515}" dt="2024-09-03T11:24:11.113" v="4254"/>
          <ac:spMkLst>
            <pc:docMk/>
            <pc:sldMk cId="1876682219" sldId="270"/>
            <ac:spMk id="212" creationId="{E1E28281-C41D-A66E-B43D-AC8F334B5BAA}"/>
          </ac:spMkLst>
        </pc:spChg>
        <pc:cxnChg chg="del">
          <ac:chgData name="David Hedengren" userId="658bef35-c023-4c34-ad89-ec78a9d95ca6" providerId="ADAL" clId="{FBAF32F6-F88B-4240-8933-014DB28A2515}" dt="2024-09-03T11:15:30.114" v="4102" actId="478"/>
          <ac:cxnSpMkLst>
            <pc:docMk/>
            <pc:sldMk cId="1876682219" sldId="270"/>
            <ac:cxnSpMk id="7" creationId="{05E44D64-5C57-55E4-8AA5-362B1EE28652}"/>
          </ac:cxnSpMkLst>
        </pc:cxnChg>
        <pc:cxnChg chg="add del mod">
          <ac:chgData name="David Hedengren" userId="658bef35-c023-4c34-ad89-ec78a9d95ca6" providerId="ADAL" clId="{FBAF32F6-F88B-4240-8933-014DB28A2515}" dt="2024-09-03T11:17:30.132" v="4107"/>
          <ac:cxnSpMkLst>
            <pc:docMk/>
            <pc:sldMk cId="1876682219" sldId="270"/>
            <ac:cxnSpMk id="12" creationId="{9EA77B06-BD1C-08D3-FB33-068ECC0DA8A4}"/>
          </ac:cxnSpMkLst>
        </pc:cxnChg>
        <pc:cxnChg chg="add del mod">
          <ac:chgData name="David Hedengren" userId="658bef35-c023-4c34-ad89-ec78a9d95ca6" providerId="ADAL" clId="{FBAF32F6-F88B-4240-8933-014DB28A2515}" dt="2024-09-03T11:17:30.132" v="4107"/>
          <ac:cxnSpMkLst>
            <pc:docMk/>
            <pc:sldMk cId="1876682219" sldId="270"/>
            <ac:cxnSpMk id="13" creationId="{FF61636C-2A53-5F4F-351A-E0385307D46F}"/>
          </ac:cxnSpMkLst>
        </pc:cxnChg>
        <pc:cxnChg chg="add del mod">
          <ac:chgData name="David Hedengren" userId="658bef35-c023-4c34-ad89-ec78a9d95ca6" providerId="ADAL" clId="{FBAF32F6-F88B-4240-8933-014DB28A2515}" dt="2024-09-03T11:17:30.132" v="4107"/>
          <ac:cxnSpMkLst>
            <pc:docMk/>
            <pc:sldMk cId="1876682219" sldId="270"/>
            <ac:cxnSpMk id="14" creationId="{E7C78F0D-2FC1-E676-22FD-AEC8B4F3A1CB}"/>
          </ac:cxnSpMkLst>
        </pc:cxnChg>
        <pc:cxnChg chg="del">
          <ac:chgData name="David Hedengren" userId="658bef35-c023-4c34-ad89-ec78a9d95ca6" providerId="ADAL" clId="{FBAF32F6-F88B-4240-8933-014DB28A2515}" dt="2024-09-03T11:15:30.114" v="4102" actId="478"/>
          <ac:cxnSpMkLst>
            <pc:docMk/>
            <pc:sldMk cId="1876682219" sldId="270"/>
            <ac:cxnSpMk id="19" creationId="{AD266C09-7679-9B32-6CB1-7C02445012D9}"/>
          </ac:cxnSpMkLst>
        </pc:cxnChg>
        <pc:cxnChg chg="del">
          <ac:chgData name="David Hedengren" userId="658bef35-c023-4c34-ad89-ec78a9d95ca6" providerId="ADAL" clId="{FBAF32F6-F88B-4240-8933-014DB28A2515}" dt="2024-09-03T11:15:30.114" v="4102" actId="478"/>
          <ac:cxnSpMkLst>
            <pc:docMk/>
            <pc:sldMk cId="1876682219" sldId="270"/>
            <ac:cxnSpMk id="27" creationId="{DE165636-2994-7EC5-A468-02AE1B2CD399}"/>
          </ac:cxnSpMkLst>
        </pc:cxnChg>
        <pc:cxnChg chg="del">
          <ac:chgData name="David Hedengren" userId="658bef35-c023-4c34-ad89-ec78a9d95ca6" providerId="ADAL" clId="{FBAF32F6-F88B-4240-8933-014DB28A2515}" dt="2024-09-03T11:15:30.114" v="4102" actId="478"/>
          <ac:cxnSpMkLst>
            <pc:docMk/>
            <pc:sldMk cId="1876682219" sldId="270"/>
            <ac:cxnSpMk id="31" creationId="{91194DCA-41D7-679E-F654-E689FE31D518}"/>
          </ac:cxnSpMkLst>
        </pc:cxnChg>
        <pc:cxnChg chg="del">
          <ac:chgData name="David Hedengren" userId="658bef35-c023-4c34-ad89-ec78a9d95ca6" providerId="ADAL" clId="{FBAF32F6-F88B-4240-8933-014DB28A2515}" dt="2024-09-03T11:15:30.114" v="4102" actId="478"/>
          <ac:cxnSpMkLst>
            <pc:docMk/>
            <pc:sldMk cId="1876682219" sldId="270"/>
            <ac:cxnSpMk id="38" creationId="{2371D322-0469-3AA2-F835-BC35F3D69623}"/>
          </ac:cxnSpMkLst>
        </pc:cxnChg>
        <pc:cxnChg chg="del">
          <ac:chgData name="David Hedengren" userId="658bef35-c023-4c34-ad89-ec78a9d95ca6" providerId="ADAL" clId="{FBAF32F6-F88B-4240-8933-014DB28A2515}" dt="2024-09-03T11:15:30.114" v="4102" actId="478"/>
          <ac:cxnSpMkLst>
            <pc:docMk/>
            <pc:sldMk cId="1876682219" sldId="270"/>
            <ac:cxnSpMk id="39" creationId="{B65CDCBD-F0F7-DEEE-17D5-D94672DF5463}"/>
          </ac:cxnSpMkLst>
        </pc:cxnChg>
        <pc:cxnChg chg="del">
          <ac:chgData name="David Hedengren" userId="658bef35-c023-4c34-ad89-ec78a9d95ca6" providerId="ADAL" clId="{FBAF32F6-F88B-4240-8933-014DB28A2515}" dt="2024-09-03T11:15:30.114" v="4102" actId="478"/>
          <ac:cxnSpMkLst>
            <pc:docMk/>
            <pc:sldMk cId="1876682219" sldId="270"/>
            <ac:cxnSpMk id="42" creationId="{46FF7C96-3364-F399-195A-5BB902FB9DE8}"/>
          </ac:cxnSpMkLst>
        </pc:cxnChg>
        <pc:cxnChg chg="del">
          <ac:chgData name="David Hedengren" userId="658bef35-c023-4c34-ad89-ec78a9d95ca6" providerId="ADAL" clId="{FBAF32F6-F88B-4240-8933-014DB28A2515}" dt="2024-09-03T11:15:30.114" v="4102" actId="478"/>
          <ac:cxnSpMkLst>
            <pc:docMk/>
            <pc:sldMk cId="1876682219" sldId="270"/>
            <ac:cxnSpMk id="49" creationId="{C890CCAF-C5DB-D34A-162B-0BD8BAB2E982}"/>
          </ac:cxnSpMkLst>
        </pc:cxnChg>
        <pc:cxnChg chg="del">
          <ac:chgData name="David Hedengren" userId="658bef35-c023-4c34-ad89-ec78a9d95ca6" providerId="ADAL" clId="{FBAF32F6-F88B-4240-8933-014DB28A2515}" dt="2024-09-03T11:15:30.114" v="4102" actId="478"/>
          <ac:cxnSpMkLst>
            <pc:docMk/>
            <pc:sldMk cId="1876682219" sldId="270"/>
            <ac:cxnSpMk id="50" creationId="{361B581C-1D7E-3D26-D4DF-2F599C5F1938}"/>
          </ac:cxnSpMkLst>
        </pc:cxnChg>
        <pc:cxnChg chg="del">
          <ac:chgData name="David Hedengren" userId="658bef35-c023-4c34-ad89-ec78a9d95ca6" providerId="ADAL" clId="{FBAF32F6-F88B-4240-8933-014DB28A2515}" dt="2024-09-03T11:15:30.114" v="4102" actId="478"/>
          <ac:cxnSpMkLst>
            <pc:docMk/>
            <pc:sldMk cId="1876682219" sldId="270"/>
            <ac:cxnSpMk id="53" creationId="{8E0E32CA-A6B3-ACE8-718E-646876ABF5C4}"/>
          </ac:cxnSpMkLst>
        </pc:cxnChg>
        <pc:cxnChg chg="del">
          <ac:chgData name="David Hedengren" userId="658bef35-c023-4c34-ad89-ec78a9d95ca6" providerId="ADAL" clId="{FBAF32F6-F88B-4240-8933-014DB28A2515}" dt="2024-09-03T11:15:30.114" v="4102" actId="478"/>
          <ac:cxnSpMkLst>
            <pc:docMk/>
            <pc:sldMk cId="1876682219" sldId="270"/>
            <ac:cxnSpMk id="60" creationId="{C06C248E-3179-805A-3B8D-672C02F1491B}"/>
          </ac:cxnSpMkLst>
        </pc:cxnChg>
        <pc:cxnChg chg="del">
          <ac:chgData name="David Hedengren" userId="658bef35-c023-4c34-ad89-ec78a9d95ca6" providerId="ADAL" clId="{FBAF32F6-F88B-4240-8933-014DB28A2515}" dt="2024-09-03T11:15:30.114" v="4102" actId="478"/>
          <ac:cxnSpMkLst>
            <pc:docMk/>
            <pc:sldMk cId="1876682219" sldId="270"/>
            <ac:cxnSpMk id="61" creationId="{2EC1E912-F2D9-4FB8-7D11-0F803A36DACB}"/>
          </ac:cxnSpMkLst>
        </pc:cxnChg>
        <pc:cxnChg chg="del">
          <ac:chgData name="David Hedengren" userId="658bef35-c023-4c34-ad89-ec78a9d95ca6" providerId="ADAL" clId="{FBAF32F6-F88B-4240-8933-014DB28A2515}" dt="2024-09-03T11:15:30.114" v="4102" actId="478"/>
          <ac:cxnSpMkLst>
            <pc:docMk/>
            <pc:sldMk cId="1876682219" sldId="270"/>
            <ac:cxnSpMk id="64" creationId="{5DFAD921-483D-2E2A-2C45-3080C296B48D}"/>
          </ac:cxnSpMkLst>
        </pc:cxnChg>
        <pc:cxnChg chg="del">
          <ac:chgData name="David Hedengren" userId="658bef35-c023-4c34-ad89-ec78a9d95ca6" providerId="ADAL" clId="{FBAF32F6-F88B-4240-8933-014DB28A2515}" dt="2024-09-03T11:15:30.114" v="4102" actId="478"/>
          <ac:cxnSpMkLst>
            <pc:docMk/>
            <pc:sldMk cId="1876682219" sldId="270"/>
            <ac:cxnSpMk id="71" creationId="{6B449F2F-1CC8-9C35-BB35-60C84B1CA67D}"/>
          </ac:cxnSpMkLst>
        </pc:cxnChg>
        <pc:cxnChg chg="del">
          <ac:chgData name="David Hedengren" userId="658bef35-c023-4c34-ad89-ec78a9d95ca6" providerId="ADAL" clId="{FBAF32F6-F88B-4240-8933-014DB28A2515}" dt="2024-09-03T11:15:30.114" v="4102" actId="478"/>
          <ac:cxnSpMkLst>
            <pc:docMk/>
            <pc:sldMk cId="1876682219" sldId="270"/>
            <ac:cxnSpMk id="72" creationId="{57820D20-B6D8-CE02-2706-19A7A8D13204}"/>
          </ac:cxnSpMkLst>
        </pc:cxnChg>
        <pc:cxnChg chg="del">
          <ac:chgData name="David Hedengren" userId="658bef35-c023-4c34-ad89-ec78a9d95ca6" providerId="ADAL" clId="{FBAF32F6-F88B-4240-8933-014DB28A2515}" dt="2024-09-03T11:15:30.114" v="4102" actId="478"/>
          <ac:cxnSpMkLst>
            <pc:docMk/>
            <pc:sldMk cId="1876682219" sldId="270"/>
            <ac:cxnSpMk id="75" creationId="{61F4F36E-FFC7-F4B8-28D8-8EB67D09A689}"/>
          </ac:cxnSpMkLst>
        </pc:cxnChg>
        <pc:cxnChg chg="del">
          <ac:chgData name="David Hedengren" userId="658bef35-c023-4c34-ad89-ec78a9d95ca6" providerId="ADAL" clId="{FBAF32F6-F88B-4240-8933-014DB28A2515}" dt="2024-09-03T11:15:30.114" v="4102" actId="478"/>
          <ac:cxnSpMkLst>
            <pc:docMk/>
            <pc:sldMk cId="1876682219" sldId="270"/>
            <ac:cxnSpMk id="82" creationId="{CED0495E-D86B-2CA2-FE03-DF2443C743D0}"/>
          </ac:cxnSpMkLst>
        </pc:cxnChg>
        <pc:cxnChg chg="del">
          <ac:chgData name="David Hedengren" userId="658bef35-c023-4c34-ad89-ec78a9d95ca6" providerId="ADAL" clId="{FBAF32F6-F88B-4240-8933-014DB28A2515}" dt="2024-09-03T11:15:30.114" v="4102" actId="478"/>
          <ac:cxnSpMkLst>
            <pc:docMk/>
            <pc:sldMk cId="1876682219" sldId="270"/>
            <ac:cxnSpMk id="83" creationId="{31A7788F-695A-A90A-3DB7-CF36965AB813}"/>
          </ac:cxnSpMkLst>
        </pc:cxnChg>
        <pc:cxnChg chg="del">
          <ac:chgData name="David Hedengren" userId="658bef35-c023-4c34-ad89-ec78a9d95ca6" providerId="ADAL" clId="{FBAF32F6-F88B-4240-8933-014DB28A2515}" dt="2024-09-03T11:15:30.114" v="4102" actId="478"/>
          <ac:cxnSpMkLst>
            <pc:docMk/>
            <pc:sldMk cId="1876682219" sldId="270"/>
            <ac:cxnSpMk id="88" creationId="{EBF497F1-CA3C-D196-FBE9-F8D2CB407ADA}"/>
          </ac:cxnSpMkLst>
        </pc:cxnChg>
        <pc:cxnChg chg="add del mod">
          <ac:chgData name="David Hedengren" userId="658bef35-c023-4c34-ad89-ec78a9d95ca6" providerId="ADAL" clId="{FBAF32F6-F88B-4240-8933-014DB28A2515}" dt="2024-09-03T11:18:54.235" v="4140" actId="478"/>
          <ac:cxnSpMkLst>
            <pc:docMk/>
            <pc:sldMk cId="1876682219" sldId="270"/>
            <ac:cxnSpMk id="89" creationId="{15C5D00A-A11B-86D5-BB77-0EE4F31082E3}"/>
          </ac:cxnSpMkLst>
        </pc:cxnChg>
        <pc:cxnChg chg="add del mod">
          <ac:chgData name="David Hedengren" userId="658bef35-c023-4c34-ad89-ec78a9d95ca6" providerId="ADAL" clId="{FBAF32F6-F88B-4240-8933-014DB28A2515}" dt="2024-09-03T11:18:54.235" v="4140" actId="478"/>
          <ac:cxnSpMkLst>
            <pc:docMk/>
            <pc:sldMk cId="1876682219" sldId="270"/>
            <ac:cxnSpMk id="90" creationId="{B3CFB9C7-B0DA-A4B9-F9AC-C16E5EF64EFB}"/>
          </ac:cxnSpMkLst>
        </pc:cxnChg>
        <pc:cxnChg chg="del">
          <ac:chgData name="David Hedengren" userId="658bef35-c023-4c34-ad89-ec78a9d95ca6" providerId="ADAL" clId="{FBAF32F6-F88B-4240-8933-014DB28A2515}" dt="2024-09-03T11:15:30.114" v="4102" actId="478"/>
          <ac:cxnSpMkLst>
            <pc:docMk/>
            <pc:sldMk cId="1876682219" sldId="270"/>
            <ac:cxnSpMk id="91" creationId="{26D69192-8E56-8083-304D-5FC765B65C65}"/>
          </ac:cxnSpMkLst>
        </pc:cxnChg>
        <pc:cxnChg chg="del">
          <ac:chgData name="David Hedengren" userId="658bef35-c023-4c34-ad89-ec78a9d95ca6" providerId="ADAL" clId="{FBAF32F6-F88B-4240-8933-014DB28A2515}" dt="2024-09-03T11:15:30.114" v="4102" actId="478"/>
          <ac:cxnSpMkLst>
            <pc:docMk/>
            <pc:sldMk cId="1876682219" sldId="270"/>
            <ac:cxnSpMk id="95" creationId="{39615482-CBC0-5B31-8838-40ADC61CF37B}"/>
          </ac:cxnSpMkLst>
        </pc:cxnChg>
        <pc:cxnChg chg="del">
          <ac:chgData name="David Hedengren" userId="658bef35-c023-4c34-ad89-ec78a9d95ca6" providerId="ADAL" clId="{FBAF32F6-F88B-4240-8933-014DB28A2515}" dt="2024-09-03T11:15:30.114" v="4102" actId="478"/>
          <ac:cxnSpMkLst>
            <pc:docMk/>
            <pc:sldMk cId="1876682219" sldId="270"/>
            <ac:cxnSpMk id="96" creationId="{6F99E3A2-4968-FB0B-6733-6F1CE41086DF}"/>
          </ac:cxnSpMkLst>
        </pc:cxnChg>
        <pc:cxnChg chg="del">
          <ac:chgData name="David Hedengren" userId="658bef35-c023-4c34-ad89-ec78a9d95ca6" providerId="ADAL" clId="{FBAF32F6-F88B-4240-8933-014DB28A2515}" dt="2024-09-03T11:15:30.114" v="4102" actId="478"/>
          <ac:cxnSpMkLst>
            <pc:docMk/>
            <pc:sldMk cId="1876682219" sldId="270"/>
            <ac:cxnSpMk id="99" creationId="{57307726-590A-7898-7F60-8765C98FA399}"/>
          </ac:cxnSpMkLst>
        </pc:cxnChg>
        <pc:cxnChg chg="del">
          <ac:chgData name="David Hedengren" userId="658bef35-c023-4c34-ad89-ec78a9d95ca6" providerId="ADAL" clId="{FBAF32F6-F88B-4240-8933-014DB28A2515}" dt="2024-09-03T11:15:30.114" v="4102" actId="478"/>
          <ac:cxnSpMkLst>
            <pc:docMk/>
            <pc:sldMk cId="1876682219" sldId="270"/>
            <ac:cxnSpMk id="100" creationId="{42E00E28-4F09-FCBB-6E6A-688FAB228028}"/>
          </ac:cxnSpMkLst>
        </pc:cxnChg>
        <pc:cxnChg chg="del">
          <ac:chgData name="David Hedengren" userId="658bef35-c023-4c34-ad89-ec78a9d95ca6" providerId="ADAL" clId="{FBAF32F6-F88B-4240-8933-014DB28A2515}" dt="2024-09-03T11:15:30.114" v="4102" actId="478"/>
          <ac:cxnSpMkLst>
            <pc:docMk/>
            <pc:sldMk cId="1876682219" sldId="270"/>
            <ac:cxnSpMk id="107" creationId="{974BA9B5-A9A5-2946-5C00-BA7E48742D71}"/>
          </ac:cxnSpMkLst>
        </pc:cxnChg>
        <pc:cxnChg chg="del">
          <ac:chgData name="David Hedengren" userId="658bef35-c023-4c34-ad89-ec78a9d95ca6" providerId="ADAL" clId="{FBAF32F6-F88B-4240-8933-014DB28A2515}" dt="2024-09-03T11:15:19.904" v="4101" actId="478"/>
          <ac:cxnSpMkLst>
            <pc:docMk/>
            <pc:sldMk cId="1876682219" sldId="270"/>
            <ac:cxnSpMk id="109" creationId="{67FECFF3-67CA-55F3-E066-570859D01666}"/>
          </ac:cxnSpMkLst>
        </pc:cxnChg>
        <pc:cxnChg chg="del">
          <ac:chgData name="David Hedengren" userId="658bef35-c023-4c34-ad89-ec78a9d95ca6" providerId="ADAL" clId="{FBAF32F6-F88B-4240-8933-014DB28A2515}" dt="2024-09-03T11:15:32.614" v="4103" actId="478"/>
          <ac:cxnSpMkLst>
            <pc:docMk/>
            <pc:sldMk cId="1876682219" sldId="270"/>
            <ac:cxnSpMk id="111" creationId="{B72AB624-247A-8095-CA20-A3001C956A9A}"/>
          </ac:cxnSpMkLst>
        </pc:cxnChg>
        <pc:cxnChg chg="del">
          <ac:chgData name="David Hedengren" userId="658bef35-c023-4c34-ad89-ec78a9d95ca6" providerId="ADAL" clId="{FBAF32F6-F88B-4240-8933-014DB28A2515}" dt="2024-09-03T11:15:32.614" v="4103" actId="478"/>
          <ac:cxnSpMkLst>
            <pc:docMk/>
            <pc:sldMk cId="1876682219" sldId="270"/>
            <ac:cxnSpMk id="112" creationId="{44A248FC-F207-393E-A7C7-F66C64FADC97}"/>
          </ac:cxnSpMkLst>
        </pc:cxnChg>
        <pc:cxnChg chg="del">
          <ac:chgData name="David Hedengren" userId="658bef35-c023-4c34-ad89-ec78a9d95ca6" providerId="ADAL" clId="{FBAF32F6-F88B-4240-8933-014DB28A2515}" dt="2024-09-03T11:15:30.114" v="4102" actId="478"/>
          <ac:cxnSpMkLst>
            <pc:docMk/>
            <pc:sldMk cId="1876682219" sldId="270"/>
            <ac:cxnSpMk id="114" creationId="{E421CB2A-C361-0DB2-0F95-924C6907745A}"/>
          </ac:cxnSpMkLst>
        </pc:cxnChg>
        <pc:cxnChg chg="del">
          <ac:chgData name="David Hedengren" userId="658bef35-c023-4c34-ad89-ec78a9d95ca6" providerId="ADAL" clId="{FBAF32F6-F88B-4240-8933-014DB28A2515}" dt="2024-09-03T11:15:30.114" v="4102" actId="478"/>
          <ac:cxnSpMkLst>
            <pc:docMk/>
            <pc:sldMk cId="1876682219" sldId="270"/>
            <ac:cxnSpMk id="119" creationId="{808CDBDC-CA64-639E-8AC5-1A3A18A98C80}"/>
          </ac:cxnSpMkLst>
        </pc:cxnChg>
        <pc:cxnChg chg="del">
          <ac:chgData name="David Hedengren" userId="658bef35-c023-4c34-ad89-ec78a9d95ca6" providerId="ADAL" clId="{FBAF32F6-F88B-4240-8933-014DB28A2515}" dt="2024-09-03T11:15:30.114" v="4102" actId="478"/>
          <ac:cxnSpMkLst>
            <pc:docMk/>
            <pc:sldMk cId="1876682219" sldId="270"/>
            <ac:cxnSpMk id="124" creationId="{C6972D5D-6D92-C0EA-1C17-611F0F677431}"/>
          </ac:cxnSpMkLst>
        </pc:cxnChg>
        <pc:cxnChg chg="del">
          <ac:chgData name="David Hedengren" userId="658bef35-c023-4c34-ad89-ec78a9d95ca6" providerId="ADAL" clId="{FBAF32F6-F88B-4240-8933-014DB28A2515}" dt="2024-09-03T11:15:30.114" v="4102" actId="478"/>
          <ac:cxnSpMkLst>
            <pc:docMk/>
            <pc:sldMk cId="1876682219" sldId="270"/>
            <ac:cxnSpMk id="126" creationId="{C3103BD5-6D3B-4552-5C27-18D5853283A9}"/>
          </ac:cxnSpMkLst>
        </pc:cxnChg>
        <pc:cxnChg chg="add del mod">
          <ac:chgData name="David Hedengren" userId="658bef35-c023-4c34-ad89-ec78a9d95ca6" providerId="ADAL" clId="{FBAF32F6-F88B-4240-8933-014DB28A2515}" dt="2024-09-03T11:18:54.235" v="4140" actId="478"/>
          <ac:cxnSpMkLst>
            <pc:docMk/>
            <pc:sldMk cId="1876682219" sldId="270"/>
            <ac:cxnSpMk id="159" creationId="{C7E69D73-FB1B-CB68-753A-0A801D4D7416}"/>
          </ac:cxnSpMkLst>
        </pc:cxnChg>
        <pc:cxnChg chg="add mod">
          <ac:chgData name="David Hedengren" userId="658bef35-c023-4c34-ad89-ec78a9d95ca6" providerId="ADAL" clId="{FBAF32F6-F88B-4240-8933-014DB28A2515}" dt="2024-09-03T11:26:51.101" v="4325" actId="1038"/>
          <ac:cxnSpMkLst>
            <pc:docMk/>
            <pc:sldMk cId="1876682219" sldId="270"/>
            <ac:cxnSpMk id="187" creationId="{CD792E9B-05D6-2C8A-34D8-96D06E81B102}"/>
          </ac:cxnSpMkLst>
        </pc:cxnChg>
        <pc:cxnChg chg="add mod">
          <ac:chgData name="David Hedengren" userId="658bef35-c023-4c34-ad89-ec78a9d95ca6" providerId="ADAL" clId="{FBAF32F6-F88B-4240-8933-014DB28A2515}" dt="2024-09-03T11:26:51.101" v="4325" actId="1038"/>
          <ac:cxnSpMkLst>
            <pc:docMk/>
            <pc:sldMk cId="1876682219" sldId="270"/>
            <ac:cxnSpMk id="189" creationId="{B7D4E74D-A248-1AAD-6B90-2C618405562C}"/>
          </ac:cxnSpMkLst>
        </pc:cxnChg>
        <pc:cxnChg chg="add mod">
          <ac:chgData name="David Hedengren" userId="658bef35-c023-4c34-ad89-ec78a9d95ca6" providerId="ADAL" clId="{FBAF32F6-F88B-4240-8933-014DB28A2515}" dt="2024-09-03T11:26:51.101" v="4325" actId="1038"/>
          <ac:cxnSpMkLst>
            <pc:docMk/>
            <pc:sldMk cId="1876682219" sldId="270"/>
            <ac:cxnSpMk id="191" creationId="{E3A649F4-B070-F7D2-C742-CFAB76D0CD9D}"/>
          </ac:cxnSpMkLst>
        </pc:cxnChg>
        <pc:cxnChg chg="add del mod">
          <ac:chgData name="David Hedengren" userId="658bef35-c023-4c34-ad89-ec78a9d95ca6" providerId="ADAL" clId="{FBAF32F6-F88B-4240-8933-014DB28A2515}" dt="2024-09-03T11:21:39.483" v="4207" actId="478"/>
          <ac:cxnSpMkLst>
            <pc:docMk/>
            <pc:sldMk cId="1876682219" sldId="270"/>
            <ac:cxnSpMk id="193" creationId="{B7A65653-6EBD-78AF-CE1B-8BEACC10187C}"/>
          </ac:cxnSpMkLst>
        </pc:cxnChg>
        <pc:cxnChg chg="add del mod">
          <ac:chgData name="David Hedengren" userId="658bef35-c023-4c34-ad89-ec78a9d95ca6" providerId="ADAL" clId="{FBAF32F6-F88B-4240-8933-014DB28A2515}" dt="2024-09-03T11:21:40.259" v="4208" actId="478"/>
          <ac:cxnSpMkLst>
            <pc:docMk/>
            <pc:sldMk cId="1876682219" sldId="270"/>
            <ac:cxnSpMk id="195" creationId="{E11918A0-19E5-B0D0-01BD-1D3FC0CE2EBC}"/>
          </ac:cxnSpMkLst>
        </pc:cxnChg>
        <pc:cxnChg chg="add mod">
          <ac:chgData name="David Hedengren" userId="658bef35-c023-4c34-ad89-ec78a9d95ca6" providerId="ADAL" clId="{FBAF32F6-F88B-4240-8933-014DB28A2515}" dt="2024-09-03T11:26:51.101" v="4325" actId="1038"/>
          <ac:cxnSpMkLst>
            <pc:docMk/>
            <pc:sldMk cId="1876682219" sldId="270"/>
            <ac:cxnSpMk id="196" creationId="{4D9FCE60-144D-2210-54A1-C66EE706BF4B}"/>
          </ac:cxnSpMkLst>
        </pc:cxnChg>
        <pc:cxnChg chg="add mod">
          <ac:chgData name="David Hedengren" userId="658bef35-c023-4c34-ad89-ec78a9d95ca6" providerId="ADAL" clId="{FBAF32F6-F88B-4240-8933-014DB28A2515}" dt="2024-09-03T11:26:51.101" v="4325" actId="1038"/>
          <ac:cxnSpMkLst>
            <pc:docMk/>
            <pc:sldMk cId="1876682219" sldId="270"/>
            <ac:cxnSpMk id="197" creationId="{7BE169D4-50EC-74FC-0596-776DC36CD617}"/>
          </ac:cxnSpMkLst>
        </pc:cxnChg>
        <pc:cxnChg chg="add mod">
          <ac:chgData name="David Hedengren" userId="658bef35-c023-4c34-ad89-ec78a9d95ca6" providerId="ADAL" clId="{FBAF32F6-F88B-4240-8933-014DB28A2515}" dt="2024-09-03T11:26:51.101" v="4325" actId="1038"/>
          <ac:cxnSpMkLst>
            <pc:docMk/>
            <pc:sldMk cId="1876682219" sldId="270"/>
            <ac:cxnSpMk id="201" creationId="{FAEF5D94-1E74-48A0-2B18-A6B8BBDF8329}"/>
          </ac:cxnSpMkLst>
        </pc:cxnChg>
        <pc:cxnChg chg="add mod">
          <ac:chgData name="David Hedengren" userId="658bef35-c023-4c34-ad89-ec78a9d95ca6" providerId="ADAL" clId="{FBAF32F6-F88B-4240-8933-014DB28A2515}" dt="2024-09-03T11:26:51.101" v="4325" actId="1038"/>
          <ac:cxnSpMkLst>
            <pc:docMk/>
            <pc:sldMk cId="1876682219" sldId="270"/>
            <ac:cxnSpMk id="203" creationId="{47827D6B-C45D-2CBD-15DA-7813664D9995}"/>
          </ac:cxnSpMkLst>
        </pc:cxnChg>
        <pc:cxnChg chg="add mod">
          <ac:chgData name="David Hedengren" userId="658bef35-c023-4c34-ad89-ec78a9d95ca6" providerId="ADAL" clId="{FBAF32F6-F88B-4240-8933-014DB28A2515}" dt="2024-09-03T11:26:51.101" v="4325" actId="1038"/>
          <ac:cxnSpMkLst>
            <pc:docMk/>
            <pc:sldMk cId="1876682219" sldId="270"/>
            <ac:cxnSpMk id="204" creationId="{C0BA280E-0206-1AF0-8F20-62CBE32A726B}"/>
          </ac:cxnSpMkLst>
        </pc:cxnChg>
        <pc:cxnChg chg="add mod">
          <ac:chgData name="David Hedengren" userId="658bef35-c023-4c34-ad89-ec78a9d95ca6" providerId="ADAL" clId="{FBAF32F6-F88B-4240-8933-014DB28A2515}" dt="2024-09-03T11:26:51.101" v="4325" actId="1038"/>
          <ac:cxnSpMkLst>
            <pc:docMk/>
            <pc:sldMk cId="1876682219" sldId="270"/>
            <ac:cxnSpMk id="205" creationId="{48402C6A-6007-34F7-4850-EF3615158269}"/>
          </ac:cxnSpMkLst>
        </pc:cxnChg>
        <pc:cxnChg chg="add mod">
          <ac:chgData name="David Hedengren" userId="658bef35-c023-4c34-ad89-ec78a9d95ca6" providerId="ADAL" clId="{FBAF32F6-F88B-4240-8933-014DB28A2515}" dt="2024-09-03T11:26:51.101" v="4325" actId="1038"/>
          <ac:cxnSpMkLst>
            <pc:docMk/>
            <pc:sldMk cId="1876682219" sldId="270"/>
            <ac:cxnSpMk id="206" creationId="{D35D0220-E2BC-FAA7-8F28-DF85A44668EB}"/>
          </ac:cxnSpMkLst>
        </pc:cxnChg>
        <pc:cxnChg chg="add mod">
          <ac:chgData name="David Hedengren" userId="658bef35-c023-4c34-ad89-ec78a9d95ca6" providerId="ADAL" clId="{FBAF32F6-F88B-4240-8933-014DB28A2515}" dt="2024-09-03T11:26:51.101" v="4325" actId="1038"/>
          <ac:cxnSpMkLst>
            <pc:docMk/>
            <pc:sldMk cId="1876682219" sldId="270"/>
            <ac:cxnSpMk id="207" creationId="{A02A3ABD-A784-A233-8671-1F21FDDC797F}"/>
          </ac:cxnSpMkLst>
        </pc:cxnChg>
        <pc:cxnChg chg="add mod">
          <ac:chgData name="David Hedengren" userId="658bef35-c023-4c34-ad89-ec78a9d95ca6" providerId="ADAL" clId="{FBAF32F6-F88B-4240-8933-014DB28A2515}" dt="2024-09-03T11:26:51.101" v="4325" actId="1038"/>
          <ac:cxnSpMkLst>
            <pc:docMk/>
            <pc:sldMk cId="1876682219" sldId="270"/>
            <ac:cxnSpMk id="208" creationId="{4B3698FE-5C3E-0E08-395E-D470A7E8EA5E}"/>
          </ac:cxnSpMkLst>
        </pc:cxnChg>
      </pc:sldChg>
      <pc:sldChg chg="delSp modSp add del mod modAnim">
        <pc:chgData name="David Hedengren" userId="658bef35-c023-4c34-ad89-ec78a9d95ca6" providerId="ADAL" clId="{FBAF32F6-F88B-4240-8933-014DB28A2515}" dt="2024-09-03T11:12:56.964" v="4098" actId="47"/>
        <pc:sldMkLst>
          <pc:docMk/>
          <pc:sldMk cId="3949496087" sldId="270"/>
        </pc:sldMkLst>
        <pc:spChg chg="del">
          <ac:chgData name="David Hedengren" userId="658bef35-c023-4c34-ad89-ec78a9d95ca6" providerId="ADAL" clId="{FBAF32F6-F88B-4240-8933-014DB28A2515}" dt="2024-09-03T11:11:11.056" v="4068" actId="478"/>
          <ac:spMkLst>
            <pc:docMk/>
            <pc:sldMk cId="3949496087" sldId="270"/>
            <ac:spMk id="5" creationId="{A033EE5B-3CBE-817A-FCDF-7CA32F01B1C3}"/>
          </ac:spMkLst>
        </pc:spChg>
        <pc:spChg chg="del mod">
          <ac:chgData name="David Hedengren" userId="658bef35-c023-4c34-ad89-ec78a9d95ca6" providerId="ADAL" clId="{FBAF32F6-F88B-4240-8933-014DB28A2515}" dt="2024-09-03T11:11:10.677" v="4067" actId="478"/>
          <ac:spMkLst>
            <pc:docMk/>
            <pc:sldMk cId="3949496087" sldId="270"/>
            <ac:spMk id="6" creationId="{5122151F-3BF5-E7E2-CFAA-DE4698A00D07}"/>
          </ac:spMkLst>
        </pc:spChg>
        <pc:spChg chg="mod">
          <ac:chgData name="David Hedengren" userId="658bef35-c023-4c34-ad89-ec78a9d95ca6" providerId="ADAL" clId="{FBAF32F6-F88B-4240-8933-014DB28A2515}" dt="2024-09-03T11:12:20.108" v="4094" actId="1076"/>
          <ac:spMkLst>
            <pc:docMk/>
            <pc:sldMk cId="3949496087" sldId="270"/>
            <ac:spMk id="30" creationId="{486927EA-FB19-975B-FB3D-70D5A5B7D265}"/>
          </ac:spMkLst>
        </pc:spChg>
        <pc:spChg chg="mod">
          <ac:chgData name="David Hedengren" userId="658bef35-c023-4c34-ad89-ec78a9d95ca6" providerId="ADAL" clId="{FBAF32F6-F88B-4240-8933-014DB28A2515}" dt="2024-09-03T11:12:20.108" v="4094" actId="1076"/>
          <ac:spMkLst>
            <pc:docMk/>
            <pc:sldMk cId="3949496087" sldId="270"/>
            <ac:spMk id="32" creationId="{1B08CED6-ACEA-5AD6-BDF0-B480B5DA5690}"/>
          </ac:spMkLst>
        </pc:spChg>
        <pc:spChg chg="mod">
          <ac:chgData name="David Hedengren" userId="658bef35-c023-4c34-ad89-ec78a9d95ca6" providerId="ADAL" clId="{FBAF32F6-F88B-4240-8933-014DB28A2515}" dt="2024-09-03T11:12:20.108" v="4094" actId="1076"/>
          <ac:spMkLst>
            <pc:docMk/>
            <pc:sldMk cId="3949496087" sldId="270"/>
            <ac:spMk id="34" creationId="{90562E59-DA2D-F143-2332-91F7CEF5C3C2}"/>
          </ac:spMkLst>
        </pc:spChg>
        <pc:spChg chg="mod">
          <ac:chgData name="David Hedengren" userId="658bef35-c023-4c34-ad89-ec78a9d95ca6" providerId="ADAL" clId="{FBAF32F6-F88B-4240-8933-014DB28A2515}" dt="2024-09-03T11:12:20.108" v="4094" actId="1076"/>
          <ac:spMkLst>
            <pc:docMk/>
            <pc:sldMk cId="3949496087" sldId="270"/>
            <ac:spMk id="35" creationId="{EC19109E-2911-054E-27CD-003C7EBCB291}"/>
          </ac:spMkLst>
        </pc:spChg>
        <pc:spChg chg="del">
          <ac:chgData name="David Hedengren" userId="658bef35-c023-4c34-ad89-ec78a9d95ca6" providerId="ADAL" clId="{FBAF32F6-F88B-4240-8933-014DB28A2515}" dt="2024-09-03T11:11:17.461" v="4070" actId="478"/>
          <ac:spMkLst>
            <pc:docMk/>
            <pc:sldMk cId="3949496087" sldId="270"/>
            <ac:spMk id="36" creationId="{8F03A21E-0216-B621-0A30-2E9E2EAD063E}"/>
          </ac:spMkLst>
        </pc:spChg>
        <pc:spChg chg="del">
          <ac:chgData name="David Hedengren" userId="658bef35-c023-4c34-ad89-ec78a9d95ca6" providerId="ADAL" clId="{FBAF32F6-F88B-4240-8933-014DB28A2515}" dt="2024-09-03T11:11:20.884" v="4072" actId="478"/>
          <ac:spMkLst>
            <pc:docMk/>
            <pc:sldMk cId="3949496087" sldId="270"/>
            <ac:spMk id="37" creationId="{D6324D8F-131B-EE39-DB17-77940F716A1F}"/>
          </ac:spMkLst>
        </pc:spChg>
        <pc:spChg chg="del">
          <ac:chgData name="David Hedengren" userId="658bef35-c023-4c34-ad89-ec78a9d95ca6" providerId="ADAL" clId="{FBAF32F6-F88B-4240-8933-014DB28A2515}" dt="2024-09-03T11:11:26.311" v="4076" actId="478"/>
          <ac:spMkLst>
            <pc:docMk/>
            <pc:sldMk cId="3949496087" sldId="270"/>
            <ac:spMk id="41" creationId="{BE2979F8-1968-001D-9FC3-84A0A8D16992}"/>
          </ac:spMkLst>
        </pc:spChg>
        <pc:spChg chg="del mod">
          <ac:chgData name="David Hedengren" userId="658bef35-c023-4c34-ad89-ec78a9d95ca6" providerId="ADAL" clId="{FBAF32F6-F88B-4240-8933-014DB28A2515}" dt="2024-09-03T11:11:26.311" v="4078"/>
          <ac:spMkLst>
            <pc:docMk/>
            <pc:sldMk cId="3949496087" sldId="270"/>
            <ac:spMk id="43" creationId="{1A9347D1-6972-8388-DA00-F4B6A8DC3467}"/>
          </ac:spMkLst>
        </pc:spChg>
        <pc:spChg chg="del">
          <ac:chgData name="David Hedengren" userId="658bef35-c023-4c34-ad89-ec78a9d95ca6" providerId="ADAL" clId="{FBAF32F6-F88B-4240-8933-014DB28A2515}" dt="2024-09-03T11:11:33.692" v="4082" actId="478"/>
          <ac:spMkLst>
            <pc:docMk/>
            <pc:sldMk cId="3949496087" sldId="270"/>
            <ac:spMk id="58" creationId="{DAF0EC4B-F5D8-1B14-E632-0D694833BE9B}"/>
          </ac:spMkLst>
        </pc:spChg>
        <pc:spChg chg="del mod">
          <ac:chgData name="David Hedengren" userId="658bef35-c023-4c34-ad89-ec78a9d95ca6" providerId="ADAL" clId="{FBAF32F6-F88B-4240-8933-014DB28A2515}" dt="2024-09-03T11:11:33.708" v="4084"/>
          <ac:spMkLst>
            <pc:docMk/>
            <pc:sldMk cId="3949496087" sldId="270"/>
            <ac:spMk id="59" creationId="{81780697-7427-EBB0-B974-543CA4640150}"/>
          </ac:spMkLst>
        </pc:spChg>
        <pc:spChg chg="mod">
          <ac:chgData name="David Hedengren" userId="658bef35-c023-4c34-ad89-ec78a9d95ca6" providerId="ADAL" clId="{FBAF32F6-F88B-4240-8933-014DB28A2515}" dt="2024-09-03T11:11:50.159" v="4086" actId="1076"/>
          <ac:spMkLst>
            <pc:docMk/>
            <pc:sldMk cId="3949496087" sldId="270"/>
            <ac:spMk id="69" creationId="{14E9590C-F37A-F407-D02F-1B131A0B771F}"/>
          </ac:spMkLst>
        </pc:spChg>
        <pc:spChg chg="mod">
          <ac:chgData name="David Hedengren" userId="658bef35-c023-4c34-ad89-ec78a9d95ca6" providerId="ADAL" clId="{FBAF32F6-F88B-4240-8933-014DB28A2515}" dt="2024-09-03T11:11:50.159" v="4086" actId="1076"/>
          <ac:spMkLst>
            <pc:docMk/>
            <pc:sldMk cId="3949496087" sldId="270"/>
            <ac:spMk id="70" creationId="{68735BDE-CCA4-60B2-B92F-842FF3CA6BE2}"/>
          </ac:spMkLst>
        </pc:spChg>
        <pc:spChg chg="del">
          <ac:chgData name="David Hedengren" userId="658bef35-c023-4c34-ad89-ec78a9d95ca6" providerId="ADAL" clId="{FBAF32F6-F88B-4240-8933-014DB28A2515}" dt="2024-09-03T11:11:59.498" v="4088" actId="478"/>
          <ac:spMkLst>
            <pc:docMk/>
            <pc:sldMk cId="3949496087" sldId="270"/>
            <ac:spMk id="80" creationId="{8147DAAC-0415-53D0-E163-AB60EC52A0BC}"/>
          </ac:spMkLst>
        </pc:spChg>
        <pc:spChg chg="del mod">
          <ac:chgData name="David Hedengren" userId="658bef35-c023-4c34-ad89-ec78a9d95ca6" providerId="ADAL" clId="{FBAF32F6-F88B-4240-8933-014DB28A2515}" dt="2024-09-03T11:12:03.341" v="4091" actId="478"/>
          <ac:spMkLst>
            <pc:docMk/>
            <pc:sldMk cId="3949496087" sldId="270"/>
            <ac:spMk id="81" creationId="{34F7919F-D7EB-2839-9303-84F57B853E18}"/>
          </ac:spMkLst>
        </pc:spChg>
        <pc:spChg chg="del">
          <ac:chgData name="David Hedengren" userId="658bef35-c023-4c34-ad89-ec78a9d95ca6" providerId="ADAL" clId="{FBAF32F6-F88B-4240-8933-014DB28A2515}" dt="2024-09-03T11:11:09.179" v="4065" actId="478"/>
          <ac:spMkLst>
            <pc:docMk/>
            <pc:sldMk cId="3949496087" sldId="270"/>
            <ac:spMk id="134" creationId="{48453850-E580-1B0C-187A-B48389636083}"/>
          </ac:spMkLst>
        </pc:spChg>
        <pc:spChg chg="mod">
          <ac:chgData name="David Hedengren" userId="658bef35-c023-4c34-ad89-ec78a9d95ca6" providerId="ADAL" clId="{FBAF32F6-F88B-4240-8933-014DB28A2515}" dt="2024-09-03T11:12:20.108" v="4094" actId="1076"/>
          <ac:spMkLst>
            <pc:docMk/>
            <pc:sldMk cId="3949496087" sldId="270"/>
            <ac:spMk id="136" creationId="{B789687C-B679-0878-6D47-094322167D22}"/>
          </ac:spMkLst>
        </pc:spChg>
        <pc:spChg chg="mod">
          <ac:chgData name="David Hedengren" userId="658bef35-c023-4c34-ad89-ec78a9d95ca6" providerId="ADAL" clId="{FBAF32F6-F88B-4240-8933-014DB28A2515}" dt="2024-09-03T11:12:20.108" v="4094" actId="1076"/>
          <ac:spMkLst>
            <pc:docMk/>
            <pc:sldMk cId="3949496087" sldId="270"/>
            <ac:spMk id="137" creationId="{4D82B38C-1491-BF28-E178-C029612E34CC}"/>
          </ac:spMkLst>
        </pc:spChg>
        <pc:spChg chg="del">
          <ac:chgData name="David Hedengren" userId="658bef35-c023-4c34-ad89-ec78a9d95ca6" providerId="ADAL" clId="{FBAF32F6-F88B-4240-8933-014DB28A2515}" dt="2024-09-03T11:11:19.034" v="4071" actId="478"/>
          <ac:spMkLst>
            <pc:docMk/>
            <pc:sldMk cId="3949496087" sldId="270"/>
            <ac:spMk id="138" creationId="{17CBE19E-FE2D-9C7E-6EE4-CAB54C388B52}"/>
          </ac:spMkLst>
        </pc:spChg>
        <pc:spChg chg="del">
          <ac:chgData name="David Hedengren" userId="658bef35-c023-4c34-ad89-ec78a9d95ca6" providerId="ADAL" clId="{FBAF32F6-F88B-4240-8933-014DB28A2515}" dt="2024-09-03T11:11:24.575" v="4074" actId="478"/>
          <ac:spMkLst>
            <pc:docMk/>
            <pc:sldMk cId="3949496087" sldId="270"/>
            <ac:spMk id="139" creationId="{D989B49A-7DE6-1F18-EA18-AC979179F8AA}"/>
          </ac:spMkLst>
        </pc:spChg>
        <pc:spChg chg="del">
          <ac:chgData name="David Hedengren" userId="658bef35-c023-4c34-ad89-ec78a9d95ca6" providerId="ADAL" clId="{FBAF32F6-F88B-4240-8933-014DB28A2515}" dt="2024-09-03T11:11:31.883" v="4080" actId="478"/>
          <ac:spMkLst>
            <pc:docMk/>
            <pc:sldMk cId="3949496087" sldId="270"/>
            <ac:spMk id="144" creationId="{0FAB2BD1-5549-F63C-2FCD-7E63A6C8240A}"/>
          </ac:spMkLst>
        </pc:spChg>
        <pc:spChg chg="del">
          <ac:chgData name="David Hedengren" userId="658bef35-c023-4c34-ad89-ec78a9d95ca6" providerId="ADAL" clId="{FBAF32F6-F88B-4240-8933-014DB28A2515}" dt="2024-09-03T11:11:59.498" v="4088" actId="478"/>
          <ac:spMkLst>
            <pc:docMk/>
            <pc:sldMk cId="3949496087" sldId="270"/>
            <ac:spMk id="151" creationId="{136E7BCF-A4D9-1EE0-4AE7-91978F379111}"/>
          </ac:spMkLst>
        </pc:spChg>
        <pc:cxnChg chg="del">
          <ac:chgData name="David Hedengren" userId="658bef35-c023-4c34-ad89-ec78a9d95ca6" providerId="ADAL" clId="{FBAF32F6-F88B-4240-8933-014DB28A2515}" dt="2024-09-03T11:11:12.220" v="4069" actId="478"/>
          <ac:cxnSpMkLst>
            <pc:docMk/>
            <pc:sldMk cId="3949496087" sldId="270"/>
            <ac:cxnSpMk id="19" creationId="{AD266C09-7679-9B32-6CB1-7C02445012D9}"/>
          </ac:cxnSpMkLst>
        </pc:cxnChg>
        <pc:cxnChg chg="mod">
          <ac:chgData name="David Hedengren" userId="658bef35-c023-4c34-ad89-ec78a9d95ca6" providerId="ADAL" clId="{FBAF32F6-F88B-4240-8933-014DB28A2515}" dt="2024-09-03T11:12:25.549" v="4096" actId="14100"/>
          <ac:cxnSpMkLst>
            <pc:docMk/>
            <pc:sldMk cId="3949496087" sldId="270"/>
            <ac:cxnSpMk id="31" creationId="{91194DCA-41D7-679E-F654-E689FE31D518}"/>
          </ac:cxnSpMkLst>
        </pc:cxnChg>
        <pc:cxnChg chg="del">
          <ac:chgData name="David Hedengren" userId="658bef35-c023-4c34-ad89-ec78a9d95ca6" providerId="ADAL" clId="{FBAF32F6-F88B-4240-8933-014DB28A2515}" dt="2024-09-03T11:11:21.979" v="4073" actId="478"/>
          <ac:cxnSpMkLst>
            <pc:docMk/>
            <pc:sldMk cId="3949496087" sldId="270"/>
            <ac:cxnSpMk id="38" creationId="{2371D322-0469-3AA2-F835-BC35F3D69623}"/>
          </ac:cxnSpMkLst>
        </pc:cxnChg>
        <pc:cxnChg chg="mod">
          <ac:chgData name="David Hedengren" userId="658bef35-c023-4c34-ad89-ec78a9d95ca6" providerId="ADAL" clId="{FBAF32F6-F88B-4240-8933-014DB28A2515}" dt="2024-09-03T11:12:22.459" v="4095" actId="14100"/>
          <ac:cxnSpMkLst>
            <pc:docMk/>
            <pc:sldMk cId="3949496087" sldId="270"/>
            <ac:cxnSpMk id="39" creationId="{B65CDCBD-F0F7-DEEE-17D5-D94672DF5463}"/>
          </ac:cxnSpMkLst>
        </pc:cxnChg>
        <pc:cxnChg chg="del">
          <ac:chgData name="David Hedengren" userId="658bef35-c023-4c34-ad89-ec78a9d95ca6" providerId="ADAL" clId="{FBAF32F6-F88B-4240-8933-014DB28A2515}" dt="2024-09-03T11:11:27.804" v="4079" actId="478"/>
          <ac:cxnSpMkLst>
            <pc:docMk/>
            <pc:sldMk cId="3949496087" sldId="270"/>
            <ac:cxnSpMk id="42" creationId="{46FF7C96-3364-F399-195A-5BB902FB9DE8}"/>
          </ac:cxnSpMkLst>
        </pc:cxnChg>
        <pc:cxnChg chg="del">
          <ac:chgData name="David Hedengren" userId="658bef35-c023-4c34-ad89-ec78a9d95ca6" providerId="ADAL" clId="{FBAF32F6-F88B-4240-8933-014DB28A2515}" dt="2024-09-03T11:11:34.810" v="4085" actId="478"/>
          <ac:cxnSpMkLst>
            <pc:docMk/>
            <pc:sldMk cId="3949496087" sldId="270"/>
            <ac:cxnSpMk id="61" creationId="{2EC1E912-F2D9-4FB8-7D11-0F803A36DACB}"/>
          </ac:cxnSpMkLst>
        </pc:cxnChg>
        <pc:cxnChg chg="del">
          <ac:chgData name="David Hedengren" userId="658bef35-c023-4c34-ad89-ec78a9d95ca6" providerId="ADAL" clId="{FBAF32F6-F88B-4240-8933-014DB28A2515}" dt="2024-09-03T11:11:52.277" v="4087" actId="478"/>
          <ac:cxnSpMkLst>
            <pc:docMk/>
            <pc:sldMk cId="3949496087" sldId="270"/>
            <ac:cxnSpMk id="72" creationId="{57820D20-B6D8-CE02-2706-19A7A8D13204}"/>
          </ac:cxnSpMkLst>
        </pc:cxnChg>
        <pc:cxnChg chg="del">
          <ac:chgData name="David Hedengren" userId="658bef35-c023-4c34-ad89-ec78a9d95ca6" providerId="ADAL" clId="{FBAF32F6-F88B-4240-8933-014DB28A2515}" dt="2024-09-03T11:12:00.667" v="4089" actId="478"/>
          <ac:cxnSpMkLst>
            <pc:docMk/>
            <pc:sldMk cId="3949496087" sldId="270"/>
            <ac:cxnSpMk id="83" creationId="{31A7788F-695A-A90A-3DB7-CF36965AB813}"/>
          </ac:cxnSpMkLst>
        </pc:cxnChg>
      </pc:sldChg>
      <pc:sldChg chg="addSp delSp modSp new mod modAnim">
        <pc:chgData name="David Hedengren" userId="658bef35-c023-4c34-ad89-ec78a9d95ca6" providerId="ADAL" clId="{FBAF32F6-F88B-4240-8933-014DB28A2515}" dt="2024-09-04T07:20:51.051" v="5445" actId="14100"/>
        <pc:sldMkLst>
          <pc:docMk/>
          <pc:sldMk cId="490731367" sldId="271"/>
        </pc:sldMkLst>
        <pc:spChg chg="add mod">
          <ac:chgData name="David Hedengren" userId="658bef35-c023-4c34-ad89-ec78a9d95ca6" providerId="ADAL" clId="{FBAF32F6-F88B-4240-8933-014DB28A2515}" dt="2024-09-04T07:17:15.230" v="5399" actId="14100"/>
          <ac:spMkLst>
            <pc:docMk/>
            <pc:sldMk cId="490731367" sldId="271"/>
            <ac:spMk id="2" creationId="{7B66356A-B67D-774B-33AF-B75706BE292E}"/>
          </ac:spMkLst>
        </pc:spChg>
        <pc:spChg chg="add del mod">
          <ac:chgData name="David Hedengren" userId="658bef35-c023-4c34-ad89-ec78a9d95ca6" providerId="ADAL" clId="{FBAF32F6-F88B-4240-8933-014DB28A2515}" dt="2024-09-04T07:18:24.159" v="5408" actId="478"/>
          <ac:spMkLst>
            <pc:docMk/>
            <pc:sldMk cId="490731367" sldId="271"/>
            <ac:spMk id="3" creationId="{A45E9C5B-3877-6EC7-706E-F3CD52D5781D}"/>
          </ac:spMkLst>
        </pc:spChg>
        <pc:spChg chg="add del mod">
          <ac:chgData name="David Hedengren" userId="658bef35-c023-4c34-ad89-ec78a9d95ca6" providerId="ADAL" clId="{FBAF32F6-F88B-4240-8933-014DB28A2515}" dt="2024-09-04T07:18:40.839" v="5416" actId="478"/>
          <ac:spMkLst>
            <pc:docMk/>
            <pc:sldMk cId="490731367" sldId="271"/>
            <ac:spMk id="4" creationId="{A8EBD98B-1D74-912A-39F2-432828EEEF8A}"/>
          </ac:spMkLst>
        </pc:spChg>
        <pc:spChg chg="add del mod">
          <ac:chgData name="David Hedengren" userId="658bef35-c023-4c34-ad89-ec78a9d95ca6" providerId="ADAL" clId="{FBAF32F6-F88B-4240-8933-014DB28A2515}" dt="2024-09-04T07:18:41.323" v="5417" actId="478"/>
          <ac:spMkLst>
            <pc:docMk/>
            <pc:sldMk cId="490731367" sldId="271"/>
            <ac:spMk id="5" creationId="{C20C23B8-4A43-A43E-053E-7ECD1882E7C2}"/>
          </ac:spMkLst>
        </pc:spChg>
        <pc:spChg chg="add mod">
          <ac:chgData name="David Hedengren" userId="658bef35-c023-4c34-ad89-ec78a9d95ca6" providerId="ADAL" clId="{FBAF32F6-F88B-4240-8933-014DB28A2515}" dt="2024-09-04T07:18:47.269" v="5418" actId="1076"/>
          <ac:spMkLst>
            <pc:docMk/>
            <pc:sldMk cId="490731367" sldId="271"/>
            <ac:spMk id="6" creationId="{17721FCA-5675-E283-F4C0-0910168D6EE9}"/>
          </ac:spMkLst>
        </pc:spChg>
        <pc:spChg chg="add del mod">
          <ac:chgData name="David Hedengren" userId="658bef35-c023-4c34-ad89-ec78a9d95ca6" providerId="ADAL" clId="{FBAF32F6-F88B-4240-8933-014DB28A2515}" dt="2024-09-04T07:13:47.283" v="5287"/>
          <ac:spMkLst>
            <pc:docMk/>
            <pc:sldMk cId="490731367" sldId="271"/>
            <ac:spMk id="7" creationId="{F9985424-1F33-95AD-6D9E-1A51F57214C5}"/>
          </ac:spMkLst>
        </pc:spChg>
        <pc:spChg chg="add mod">
          <ac:chgData name="David Hedengren" userId="658bef35-c023-4c34-ad89-ec78a9d95ca6" providerId="ADAL" clId="{FBAF32F6-F88B-4240-8933-014DB28A2515}" dt="2024-09-04T07:20:22.665" v="5443" actId="1035"/>
          <ac:spMkLst>
            <pc:docMk/>
            <pc:sldMk cId="490731367" sldId="271"/>
            <ac:spMk id="8" creationId="{78640AE0-ECE9-2C8F-59C3-C8164D64B43C}"/>
          </ac:spMkLst>
        </pc:spChg>
        <pc:spChg chg="add mod">
          <ac:chgData name="David Hedengren" userId="658bef35-c023-4c34-ad89-ec78a9d95ca6" providerId="ADAL" clId="{FBAF32F6-F88B-4240-8933-014DB28A2515}" dt="2024-09-04T07:18:47.269" v="5418" actId="1076"/>
          <ac:spMkLst>
            <pc:docMk/>
            <pc:sldMk cId="490731367" sldId="271"/>
            <ac:spMk id="9" creationId="{91A01881-8CB1-5F42-C443-16BDDDBE5F2F}"/>
          </ac:spMkLst>
        </pc:spChg>
        <pc:spChg chg="add mod ord">
          <ac:chgData name="David Hedengren" userId="658bef35-c023-4c34-ad89-ec78a9d95ca6" providerId="ADAL" clId="{FBAF32F6-F88B-4240-8933-014DB28A2515}" dt="2024-09-04T07:20:15.141" v="5430" actId="14100"/>
          <ac:spMkLst>
            <pc:docMk/>
            <pc:sldMk cId="490731367" sldId="271"/>
            <ac:spMk id="10" creationId="{568A97C1-38F4-7B16-021B-F44256D02206}"/>
          </ac:spMkLst>
        </pc:spChg>
        <pc:spChg chg="add mod ord">
          <ac:chgData name="David Hedengren" userId="658bef35-c023-4c34-ad89-ec78a9d95ca6" providerId="ADAL" clId="{FBAF32F6-F88B-4240-8933-014DB28A2515}" dt="2024-09-04T07:20:51.051" v="5445" actId="14100"/>
          <ac:spMkLst>
            <pc:docMk/>
            <pc:sldMk cId="490731367" sldId="271"/>
            <ac:spMk id="11" creationId="{64411D26-FFFA-212B-AB2C-E7ECE1E919B7}"/>
          </ac:spMkLst>
        </pc:spChg>
        <pc:spChg chg="add mod ord">
          <ac:chgData name="David Hedengren" userId="658bef35-c023-4c34-ad89-ec78a9d95ca6" providerId="ADAL" clId="{FBAF32F6-F88B-4240-8933-014DB28A2515}" dt="2024-09-04T07:20:07.652" v="5428" actId="14100"/>
          <ac:spMkLst>
            <pc:docMk/>
            <pc:sldMk cId="490731367" sldId="271"/>
            <ac:spMk id="12" creationId="{0FD6647F-506A-0F74-6DEB-EE9C280F2081}"/>
          </ac:spMkLst>
        </pc:spChg>
      </pc:sldChg>
      <pc:sldChg chg="addSp delSp modSp add mod ord modAnim modNotesTx">
        <pc:chgData name="David Hedengren" userId="658bef35-c023-4c34-ad89-ec78a9d95ca6" providerId="ADAL" clId="{FBAF32F6-F88B-4240-8933-014DB28A2515}" dt="2024-09-04T08:09:58.787" v="5640" actId="20577"/>
        <pc:sldMkLst>
          <pc:docMk/>
          <pc:sldMk cId="1299977420" sldId="272"/>
        </pc:sldMkLst>
        <pc:spChg chg="mod">
          <ac:chgData name="David Hedengren" userId="658bef35-c023-4c34-ad89-ec78a9d95ca6" providerId="ADAL" clId="{FBAF32F6-F88B-4240-8933-014DB28A2515}" dt="2024-09-04T06:56:52.309" v="4940" actId="20577"/>
          <ac:spMkLst>
            <pc:docMk/>
            <pc:sldMk cId="1299977420" sldId="272"/>
            <ac:spMk id="2" creationId="{0DE034C2-779F-2369-7960-A71053F91F24}"/>
          </ac:spMkLst>
        </pc:spChg>
        <pc:spChg chg="add mod ord">
          <ac:chgData name="David Hedengren" userId="658bef35-c023-4c34-ad89-ec78a9d95ca6" providerId="ADAL" clId="{FBAF32F6-F88B-4240-8933-014DB28A2515}" dt="2024-09-04T06:56:19.549" v="4903" actId="1076"/>
          <ac:spMkLst>
            <pc:docMk/>
            <pc:sldMk cId="1299977420" sldId="272"/>
            <ac:spMk id="3" creationId="{F69C238A-79DD-3923-6F7B-21FB18B6FEC7}"/>
          </ac:spMkLst>
        </pc:spChg>
        <pc:spChg chg="add mod">
          <ac:chgData name="David Hedengren" userId="658bef35-c023-4c34-ad89-ec78a9d95ca6" providerId="ADAL" clId="{FBAF32F6-F88B-4240-8933-014DB28A2515}" dt="2024-09-04T06:56:19.549" v="4903" actId="1076"/>
          <ac:spMkLst>
            <pc:docMk/>
            <pc:sldMk cId="1299977420" sldId="272"/>
            <ac:spMk id="4" creationId="{660DD57C-5AC3-C371-B858-C6CC5DABF553}"/>
          </ac:spMkLst>
        </pc:spChg>
        <pc:spChg chg="add mod">
          <ac:chgData name="David Hedengren" userId="658bef35-c023-4c34-ad89-ec78a9d95ca6" providerId="ADAL" clId="{FBAF32F6-F88B-4240-8933-014DB28A2515}" dt="2024-09-04T07:01:20.709" v="5043" actId="1038"/>
          <ac:spMkLst>
            <pc:docMk/>
            <pc:sldMk cId="1299977420" sldId="272"/>
            <ac:spMk id="5" creationId="{CBAC0642-ADCB-BC98-0ABD-30E482A19251}"/>
          </ac:spMkLst>
        </pc:spChg>
        <pc:spChg chg="add del mod">
          <ac:chgData name="David Hedengren" userId="658bef35-c023-4c34-ad89-ec78a9d95ca6" providerId="ADAL" clId="{FBAF32F6-F88B-4240-8933-014DB28A2515}" dt="2024-09-04T06:40:32.240" v="4647"/>
          <ac:spMkLst>
            <pc:docMk/>
            <pc:sldMk cId="1299977420" sldId="272"/>
            <ac:spMk id="6" creationId="{FEFDFA2C-CD04-101F-7394-F7097856315E}"/>
          </ac:spMkLst>
        </pc:spChg>
        <pc:spChg chg="add mod ord">
          <ac:chgData name="David Hedengren" userId="658bef35-c023-4c34-ad89-ec78a9d95ca6" providerId="ADAL" clId="{FBAF32F6-F88B-4240-8933-014DB28A2515}" dt="2024-09-04T06:56:19.549" v="4903" actId="1076"/>
          <ac:spMkLst>
            <pc:docMk/>
            <pc:sldMk cId="1299977420" sldId="272"/>
            <ac:spMk id="7" creationId="{1E1F030D-71CD-7235-9898-DA9D62018CB4}"/>
          </ac:spMkLst>
        </pc:spChg>
        <pc:spChg chg="add del mod">
          <ac:chgData name="David Hedengren" userId="658bef35-c023-4c34-ad89-ec78a9d95ca6" providerId="ADAL" clId="{FBAF32F6-F88B-4240-8933-014DB28A2515}" dt="2024-09-04T06:40:48.216" v="4653"/>
          <ac:spMkLst>
            <pc:docMk/>
            <pc:sldMk cId="1299977420" sldId="272"/>
            <ac:spMk id="8" creationId="{42E9638F-C495-37AA-A5AE-1FA0B273201C}"/>
          </ac:spMkLst>
        </pc:spChg>
        <pc:spChg chg="add mod">
          <ac:chgData name="David Hedengren" userId="658bef35-c023-4c34-ad89-ec78a9d95ca6" providerId="ADAL" clId="{FBAF32F6-F88B-4240-8933-014DB28A2515}" dt="2024-09-04T06:56:19.549" v="4903" actId="1076"/>
          <ac:spMkLst>
            <pc:docMk/>
            <pc:sldMk cId="1299977420" sldId="272"/>
            <ac:spMk id="9" creationId="{2DAE6DD0-CDD8-2FF9-B479-1C9A4E78C7A8}"/>
          </ac:spMkLst>
        </pc:spChg>
        <pc:spChg chg="add mod">
          <ac:chgData name="David Hedengren" userId="658bef35-c023-4c34-ad89-ec78a9d95ca6" providerId="ADAL" clId="{FBAF32F6-F88B-4240-8933-014DB28A2515}" dt="2024-09-04T06:56:19.549" v="4903" actId="1076"/>
          <ac:spMkLst>
            <pc:docMk/>
            <pc:sldMk cId="1299977420" sldId="272"/>
            <ac:spMk id="10" creationId="{861841DB-F34C-3D17-D4CE-0B91A05B777A}"/>
          </ac:spMkLst>
        </pc:spChg>
        <pc:spChg chg="add mod">
          <ac:chgData name="David Hedengren" userId="658bef35-c023-4c34-ad89-ec78a9d95ca6" providerId="ADAL" clId="{FBAF32F6-F88B-4240-8933-014DB28A2515}" dt="2024-09-04T06:56:19.549" v="4903" actId="1076"/>
          <ac:spMkLst>
            <pc:docMk/>
            <pc:sldMk cId="1299977420" sldId="272"/>
            <ac:spMk id="11" creationId="{FE32B581-1A7D-D050-E5BE-F44B67E8BEBD}"/>
          </ac:spMkLst>
        </pc:spChg>
        <pc:spChg chg="add mod">
          <ac:chgData name="David Hedengren" userId="658bef35-c023-4c34-ad89-ec78a9d95ca6" providerId="ADAL" clId="{FBAF32F6-F88B-4240-8933-014DB28A2515}" dt="2024-09-04T06:56:19.549" v="4903" actId="1076"/>
          <ac:spMkLst>
            <pc:docMk/>
            <pc:sldMk cId="1299977420" sldId="272"/>
            <ac:spMk id="12" creationId="{3BB9688A-0824-35E1-6515-E88AC9EE54F9}"/>
          </ac:spMkLst>
        </pc:spChg>
        <pc:spChg chg="add mod">
          <ac:chgData name="David Hedengren" userId="658bef35-c023-4c34-ad89-ec78a9d95ca6" providerId="ADAL" clId="{FBAF32F6-F88B-4240-8933-014DB28A2515}" dt="2024-09-04T06:56:19.549" v="4903" actId="1076"/>
          <ac:spMkLst>
            <pc:docMk/>
            <pc:sldMk cId="1299977420" sldId="272"/>
            <ac:spMk id="13" creationId="{0D48C10A-F7B1-8E78-E3C2-162AEFD036EA}"/>
          </ac:spMkLst>
        </pc:spChg>
        <pc:spChg chg="add mod">
          <ac:chgData name="David Hedengren" userId="658bef35-c023-4c34-ad89-ec78a9d95ca6" providerId="ADAL" clId="{FBAF32F6-F88B-4240-8933-014DB28A2515}" dt="2024-09-04T06:56:19.549" v="4903" actId="1076"/>
          <ac:spMkLst>
            <pc:docMk/>
            <pc:sldMk cId="1299977420" sldId="272"/>
            <ac:spMk id="14" creationId="{65CA2EFA-76EB-EF2E-6D06-9C68F6C2C337}"/>
          </ac:spMkLst>
        </pc:spChg>
        <pc:spChg chg="add mod">
          <ac:chgData name="David Hedengren" userId="658bef35-c023-4c34-ad89-ec78a9d95ca6" providerId="ADAL" clId="{FBAF32F6-F88B-4240-8933-014DB28A2515}" dt="2024-09-04T06:56:19.549" v="4903" actId="1076"/>
          <ac:spMkLst>
            <pc:docMk/>
            <pc:sldMk cId="1299977420" sldId="272"/>
            <ac:spMk id="15" creationId="{CA7BF581-8FC8-BDA8-A9CC-62095F388AC2}"/>
          </ac:spMkLst>
        </pc:spChg>
        <pc:spChg chg="add mod">
          <ac:chgData name="David Hedengren" userId="658bef35-c023-4c34-ad89-ec78a9d95ca6" providerId="ADAL" clId="{FBAF32F6-F88B-4240-8933-014DB28A2515}" dt="2024-09-04T06:56:19.549" v="4903" actId="1076"/>
          <ac:spMkLst>
            <pc:docMk/>
            <pc:sldMk cId="1299977420" sldId="272"/>
            <ac:spMk id="16" creationId="{7C7FFB7B-3F54-C072-2E99-C8998BE05D57}"/>
          </ac:spMkLst>
        </pc:spChg>
        <pc:spChg chg="add mod">
          <ac:chgData name="David Hedengren" userId="658bef35-c023-4c34-ad89-ec78a9d95ca6" providerId="ADAL" clId="{FBAF32F6-F88B-4240-8933-014DB28A2515}" dt="2024-09-04T07:05:49.239" v="5218" actId="20577"/>
          <ac:spMkLst>
            <pc:docMk/>
            <pc:sldMk cId="1299977420" sldId="272"/>
            <ac:spMk id="17" creationId="{DA32C32D-EF93-E97E-811E-86D344F60C42}"/>
          </ac:spMkLst>
        </pc:spChg>
        <pc:spChg chg="add mod">
          <ac:chgData name="David Hedengren" userId="658bef35-c023-4c34-ad89-ec78a9d95ca6" providerId="ADAL" clId="{FBAF32F6-F88B-4240-8933-014DB28A2515}" dt="2024-09-04T06:56:19.549" v="4903" actId="1076"/>
          <ac:spMkLst>
            <pc:docMk/>
            <pc:sldMk cId="1299977420" sldId="272"/>
            <ac:spMk id="28" creationId="{EBCFB790-9288-C58A-01CD-0F71B0F790EA}"/>
          </ac:spMkLst>
        </pc:spChg>
        <pc:spChg chg="add mod">
          <ac:chgData name="David Hedengren" userId="658bef35-c023-4c34-ad89-ec78a9d95ca6" providerId="ADAL" clId="{FBAF32F6-F88B-4240-8933-014DB28A2515}" dt="2024-09-04T06:57:19.770" v="5013" actId="1037"/>
          <ac:spMkLst>
            <pc:docMk/>
            <pc:sldMk cId="1299977420" sldId="272"/>
            <ac:spMk id="29" creationId="{25DA82DA-324C-4342-6433-4C6F258D7FDF}"/>
          </ac:spMkLst>
        </pc:spChg>
        <pc:spChg chg="add mod">
          <ac:chgData name="David Hedengren" userId="658bef35-c023-4c34-ad89-ec78a9d95ca6" providerId="ADAL" clId="{FBAF32F6-F88B-4240-8933-014DB28A2515}" dt="2024-09-04T07:02:17.354" v="5045" actId="1076"/>
          <ac:spMkLst>
            <pc:docMk/>
            <pc:sldMk cId="1299977420" sldId="272"/>
            <ac:spMk id="30" creationId="{5A299CEF-9742-3EAE-7454-F76CAA7634A2}"/>
          </ac:spMkLst>
        </pc:spChg>
        <pc:spChg chg="add mod">
          <ac:chgData name="David Hedengren" userId="658bef35-c023-4c34-ad89-ec78a9d95ca6" providerId="ADAL" clId="{FBAF32F6-F88B-4240-8933-014DB28A2515}" dt="2024-09-04T07:02:21.122" v="5047" actId="1076"/>
          <ac:spMkLst>
            <pc:docMk/>
            <pc:sldMk cId="1299977420" sldId="272"/>
            <ac:spMk id="31" creationId="{8F0FAEA9-2078-55AB-762E-343954AEEDF1}"/>
          </ac:spMkLst>
        </pc:spChg>
        <pc:spChg chg="add mod">
          <ac:chgData name="David Hedengren" userId="658bef35-c023-4c34-ad89-ec78a9d95ca6" providerId="ADAL" clId="{FBAF32F6-F88B-4240-8933-014DB28A2515}" dt="2024-09-04T07:03:39.291" v="5195" actId="1076"/>
          <ac:spMkLst>
            <pc:docMk/>
            <pc:sldMk cId="1299977420" sldId="272"/>
            <ac:spMk id="160" creationId="{FD5BC035-32F8-6200-3657-0F7D89FF8051}"/>
          </ac:spMkLst>
        </pc:spChg>
        <pc:spChg chg="mod">
          <ac:chgData name="David Hedengren" userId="658bef35-c023-4c34-ad89-ec78a9d95ca6" providerId="ADAL" clId="{FBAF32F6-F88B-4240-8933-014DB28A2515}" dt="2024-09-04T06:56:19.549" v="4903" actId="1076"/>
          <ac:spMkLst>
            <pc:docMk/>
            <pc:sldMk cId="1299977420" sldId="272"/>
            <ac:spMk id="161" creationId="{8EAD431C-1A26-9430-F45A-1166828E793D}"/>
          </ac:spMkLst>
        </pc:spChg>
        <pc:spChg chg="mod">
          <ac:chgData name="David Hedengren" userId="658bef35-c023-4c34-ad89-ec78a9d95ca6" providerId="ADAL" clId="{FBAF32F6-F88B-4240-8933-014DB28A2515}" dt="2024-09-04T06:56:19.549" v="4903" actId="1076"/>
          <ac:spMkLst>
            <pc:docMk/>
            <pc:sldMk cId="1299977420" sldId="272"/>
            <ac:spMk id="162" creationId="{A4D65BB6-B987-9E4F-D2F4-D71F2C3D8B9C}"/>
          </ac:spMkLst>
        </pc:spChg>
        <pc:spChg chg="mod">
          <ac:chgData name="David Hedengren" userId="658bef35-c023-4c34-ad89-ec78a9d95ca6" providerId="ADAL" clId="{FBAF32F6-F88B-4240-8933-014DB28A2515}" dt="2024-09-04T06:56:19.549" v="4903" actId="1076"/>
          <ac:spMkLst>
            <pc:docMk/>
            <pc:sldMk cId="1299977420" sldId="272"/>
            <ac:spMk id="163" creationId="{30F2C7E1-D135-2D20-639B-C5130096F295}"/>
          </ac:spMkLst>
        </pc:spChg>
        <pc:spChg chg="mod">
          <ac:chgData name="David Hedengren" userId="658bef35-c023-4c34-ad89-ec78a9d95ca6" providerId="ADAL" clId="{FBAF32F6-F88B-4240-8933-014DB28A2515}" dt="2024-09-04T06:56:19.549" v="4903" actId="1076"/>
          <ac:spMkLst>
            <pc:docMk/>
            <pc:sldMk cId="1299977420" sldId="272"/>
            <ac:spMk id="164" creationId="{67F49FB7-BCC6-577A-B425-72C4055AF3C3}"/>
          </ac:spMkLst>
        </pc:spChg>
        <pc:spChg chg="mod">
          <ac:chgData name="David Hedengren" userId="658bef35-c023-4c34-ad89-ec78a9d95ca6" providerId="ADAL" clId="{FBAF32F6-F88B-4240-8933-014DB28A2515}" dt="2024-09-04T06:56:19.549" v="4903" actId="1076"/>
          <ac:spMkLst>
            <pc:docMk/>
            <pc:sldMk cId="1299977420" sldId="272"/>
            <ac:spMk id="165" creationId="{3DA6F6F3-693C-BFE9-6ECA-BC5718CCB4CA}"/>
          </ac:spMkLst>
        </pc:spChg>
        <pc:spChg chg="mod">
          <ac:chgData name="David Hedengren" userId="658bef35-c023-4c34-ad89-ec78a9d95ca6" providerId="ADAL" clId="{FBAF32F6-F88B-4240-8933-014DB28A2515}" dt="2024-09-04T06:56:19.549" v="4903" actId="1076"/>
          <ac:spMkLst>
            <pc:docMk/>
            <pc:sldMk cId="1299977420" sldId="272"/>
            <ac:spMk id="166" creationId="{2F1A1659-F04C-9D45-3050-F213AE1803D7}"/>
          </ac:spMkLst>
        </pc:spChg>
        <pc:spChg chg="mod">
          <ac:chgData name="David Hedengren" userId="658bef35-c023-4c34-ad89-ec78a9d95ca6" providerId="ADAL" clId="{FBAF32F6-F88B-4240-8933-014DB28A2515}" dt="2024-09-04T06:56:19.549" v="4903" actId="1076"/>
          <ac:spMkLst>
            <pc:docMk/>
            <pc:sldMk cId="1299977420" sldId="272"/>
            <ac:spMk id="167" creationId="{26653A2F-A4B4-7666-6816-E63A53117664}"/>
          </ac:spMkLst>
        </pc:spChg>
        <pc:spChg chg="mod">
          <ac:chgData name="David Hedengren" userId="658bef35-c023-4c34-ad89-ec78a9d95ca6" providerId="ADAL" clId="{FBAF32F6-F88B-4240-8933-014DB28A2515}" dt="2024-09-04T06:59:53.088" v="5028" actId="1035"/>
          <ac:spMkLst>
            <pc:docMk/>
            <pc:sldMk cId="1299977420" sldId="272"/>
            <ac:spMk id="168" creationId="{1EAEC6EA-20B3-15DB-BED7-81B815AC9A8F}"/>
          </ac:spMkLst>
        </pc:spChg>
        <pc:spChg chg="mod">
          <ac:chgData name="David Hedengren" userId="658bef35-c023-4c34-ad89-ec78a9d95ca6" providerId="ADAL" clId="{FBAF32F6-F88B-4240-8933-014DB28A2515}" dt="2024-09-04T06:56:19.549" v="4903" actId="1076"/>
          <ac:spMkLst>
            <pc:docMk/>
            <pc:sldMk cId="1299977420" sldId="272"/>
            <ac:spMk id="169" creationId="{A4F8E0FF-48BA-CC19-3949-DFCACE999859}"/>
          </ac:spMkLst>
        </pc:spChg>
        <pc:spChg chg="mod">
          <ac:chgData name="David Hedengren" userId="658bef35-c023-4c34-ad89-ec78a9d95ca6" providerId="ADAL" clId="{FBAF32F6-F88B-4240-8933-014DB28A2515}" dt="2024-09-04T06:56:19.549" v="4903" actId="1076"/>
          <ac:spMkLst>
            <pc:docMk/>
            <pc:sldMk cId="1299977420" sldId="272"/>
            <ac:spMk id="170" creationId="{45634E32-A9FD-8EB4-DAA5-377684ABA8DF}"/>
          </ac:spMkLst>
        </pc:spChg>
        <pc:spChg chg="mod">
          <ac:chgData name="David Hedengren" userId="658bef35-c023-4c34-ad89-ec78a9d95ca6" providerId="ADAL" clId="{FBAF32F6-F88B-4240-8933-014DB28A2515}" dt="2024-09-04T06:56:19.549" v="4903" actId="1076"/>
          <ac:spMkLst>
            <pc:docMk/>
            <pc:sldMk cId="1299977420" sldId="272"/>
            <ac:spMk id="171" creationId="{FDFBE49A-C6CF-382F-6B51-3BED1CCAA4C3}"/>
          </ac:spMkLst>
        </pc:spChg>
        <pc:spChg chg="mod">
          <ac:chgData name="David Hedengren" userId="658bef35-c023-4c34-ad89-ec78a9d95ca6" providerId="ADAL" clId="{FBAF32F6-F88B-4240-8933-014DB28A2515}" dt="2024-09-04T06:56:19.549" v="4903" actId="1076"/>
          <ac:spMkLst>
            <pc:docMk/>
            <pc:sldMk cId="1299977420" sldId="272"/>
            <ac:spMk id="172" creationId="{3BE652EA-5489-B048-D492-A0A7AB176961}"/>
          </ac:spMkLst>
        </pc:spChg>
        <pc:spChg chg="mod">
          <ac:chgData name="David Hedengren" userId="658bef35-c023-4c34-ad89-ec78a9d95ca6" providerId="ADAL" clId="{FBAF32F6-F88B-4240-8933-014DB28A2515}" dt="2024-09-04T06:56:19.549" v="4903" actId="1076"/>
          <ac:spMkLst>
            <pc:docMk/>
            <pc:sldMk cId="1299977420" sldId="272"/>
            <ac:spMk id="173" creationId="{8265A984-FE3D-137E-500F-84BC7A4D6217}"/>
          </ac:spMkLst>
        </pc:spChg>
        <pc:spChg chg="mod">
          <ac:chgData name="David Hedengren" userId="658bef35-c023-4c34-ad89-ec78a9d95ca6" providerId="ADAL" clId="{FBAF32F6-F88B-4240-8933-014DB28A2515}" dt="2024-09-04T06:56:19.549" v="4903" actId="1076"/>
          <ac:spMkLst>
            <pc:docMk/>
            <pc:sldMk cId="1299977420" sldId="272"/>
            <ac:spMk id="174" creationId="{F6527DE0-0B71-F5BA-E1B3-88A891FFDF30}"/>
          </ac:spMkLst>
        </pc:spChg>
        <pc:spChg chg="mod">
          <ac:chgData name="David Hedengren" userId="658bef35-c023-4c34-ad89-ec78a9d95ca6" providerId="ADAL" clId="{FBAF32F6-F88B-4240-8933-014DB28A2515}" dt="2024-09-04T06:56:19.549" v="4903" actId="1076"/>
          <ac:spMkLst>
            <pc:docMk/>
            <pc:sldMk cId="1299977420" sldId="272"/>
            <ac:spMk id="175" creationId="{22AEC964-E46D-4F74-D677-F1DBFCD62EFE}"/>
          </ac:spMkLst>
        </pc:spChg>
        <pc:spChg chg="mod">
          <ac:chgData name="David Hedengren" userId="658bef35-c023-4c34-ad89-ec78a9d95ca6" providerId="ADAL" clId="{FBAF32F6-F88B-4240-8933-014DB28A2515}" dt="2024-09-04T06:56:19.549" v="4903" actId="1076"/>
          <ac:spMkLst>
            <pc:docMk/>
            <pc:sldMk cId="1299977420" sldId="272"/>
            <ac:spMk id="176" creationId="{532A4CA5-AFC5-2AEB-3C13-62CC3719D99E}"/>
          </ac:spMkLst>
        </pc:spChg>
        <pc:spChg chg="mod">
          <ac:chgData name="David Hedengren" userId="658bef35-c023-4c34-ad89-ec78a9d95ca6" providerId="ADAL" clId="{FBAF32F6-F88B-4240-8933-014DB28A2515}" dt="2024-09-04T06:56:19.549" v="4903" actId="1076"/>
          <ac:spMkLst>
            <pc:docMk/>
            <pc:sldMk cId="1299977420" sldId="272"/>
            <ac:spMk id="177" creationId="{D3CA481A-1036-8E59-2CD0-7A41C92F674C}"/>
          </ac:spMkLst>
        </pc:spChg>
        <pc:spChg chg="mod">
          <ac:chgData name="David Hedengren" userId="658bef35-c023-4c34-ad89-ec78a9d95ca6" providerId="ADAL" clId="{FBAF32F6-F88B-4240-8933-014DB28A2515}" dt="2024-09-04T06:56:19.549" v="4903" actId="1076"/>
          <ac:spMkLst>
            <pc:docMk/>
            <pc:sldMk cId="1299977420" sldId="272"/>
            <ac:spMk id="178" creationId="{7E7A63A4-FA07-8D42-289C-C8775010DFC3}"/>
          </ac:spMkLst>
        </pc:spChg>
        <pc:spChg chg="mod">
          <ac:chgData name="David Hedengren" userId="658bef35-c023-4c34-ad89-ec78a9d95ca6" providerId="ADAL" clId="{FBAF32F6-F88B-4240-8933-014DB28A2515}" dt="2024-09-04T06:56:19.549" v="4903" actId="1076"/>
          <ac:spMkLst>
            <pc:docMk/>
            <pc:sldMk cId="1299977420" sldId="272"/>
            <ac:spMk id="179" creationId="{53E5D5DA-9B54-40C1-A8A2-12A37C0F5F32}"/>
          </ac:spMkLst>
        </pc:spChg>
        <pc:spChg chg="mod">
          <ac:chgData name="David Hedengren" userId="658bef35-c023-4c34-ad89-ec78a9d95ca6" providerId="ADAL" clId="{FBAF32F6-F88B-4240-8933-014DB28A2515}" dt="2024-09-04T06:56:19.549" v="4903" actId="1076"/>
          <ac:spMkLst>
            <pc:docMk/>
            <pc:sldMk cId="1299977420" sldId="272"/>
            <ac:spMk id="180" creationId="{BC520E2E-2C56-8309-7ED1-17B44026870F}"/>
          </ac:spMkLst>
        </pc:spChg>
        <pc:spChg chg="mod">
          <ac:chgData name="David Hedengren" userId="658bef35-c023-4c34-ad89-ec78a9d95ca6" providerId="ADAL" clId="{FBAF32F6-F88B-4240-8933-014DB28A2515}" dt="2024-09-04T06:56:19.549" v="4903" actId="1076"/>
          <ac:spMkLst>
            <pc:docMk/>
            <pc:sldMk cId="1299977420" sldId="272"/>
            <ac:spMk id="181" creationId="{AE9D378C-8ED8-7E47-6732-501F47A8A875}"/>
          </ac:spMkLst>
        </pc:spChg>
        <pc:spChg chg="mod">
          <ac:chgData name="David Hedengren" userId="658bef35-c023-4c34-ad89-ec78a9d95ca6" providerId="ADAL" clId="{FBAF32F6-F88B-4240-8933-014DB28A2515}" dt="2024-09-04T06:56:19.549" v="4903" actId="1076"/>
          <ac:spMkLst>
            <pc:docMk/>
            <pc:sldMk cId="1299977420" sldId="272"/>
            <ac:spMk id="182" creationId="{32E5849E-480A-730F-0693-5680E87AD217}"/>
          </ac:spMkLst>
        </pc:spChg>
        <pc:spChg chg="mod">
          <ac:chgData name="David Hedengren" userId="658bef35-c023-4c34-ad89-ec78a9d95ca6" providerId="ADAL" clId="{FBAF32F6-F88B-4240-8933-014DB28A2515}" dt="2024-09-04T06:56:19.549" v="4903" actId="1076"/>
          <ac:spMkLst>
            <pc:docMk/>
            <pc:sldMk cId="1299977420" sldId="272"/>
            <ac:spMk id="183" creationId="{28113F76-1525-6F2C-BC2D-79DC73F73BCA}"/>
          </ac:spMkLst>
        </pc:spChg>
        <pc:spChg chg="mod">
          <ac:chgData name="David Hedengren" userId="658bef35-c023-4c34-ad89-ec78a9d95ca6" providerId="ADAL" clId="{FBAF32F6-F88B-4240-8933-014DB28A2515}" dt="2024-09-04T06:56:19.549" v="4903" actId="1076"/>
          <ac:spMkLst>
            <pc:docMk/>
            <pc:sldMk cId="1299977420" sldId="272"/>
            <ac:spMk id="184" creationId="{94C023BB-D0D4-6501-F2DB-7406D16C5C37}"/>
          </ac:spMkLst>
        </pc:spChg>
        <pc:spChg chg="mod">
          <ac:chgData name="David Hedengren" userId="658bef35-c023-4c34-ad89-ec78a9d95ca6" providerId="ADAL" clId="{FBAF32F6-F88B-4240-8933-014DB28A2515}" dt="2024-09-04T06:56:19.549" v="4903" actId="1076"/>
          <ac:spMkLst>
            <pc:docMk/>
            <pc:sldMk cId="1299977420" sldId="272"/>
            <ac:spMk id="185" creationId="{3D31A302-B7ED-D6D9-623A-31845704AC03}"/>
          </ac:spMkLst>
        </pc:spChg>
        <pc:spChg chg="mod">
          <ac:chgData name="David Hedengren" userId="658bef35-c023-4c34-ad89-ec78a9d95ca6" providerId="ADAL" clId="{FBAF32F6-F88B-4240-8933-014DB28A2515}" dt="2024-09-04T06:56:19.549" v="4903" actId="1076"/>
          <ac:spMkLst>
            <pc:docMk/>
            <pc:sldMk cId="1299977420" sldId="272"/>
            <ac:spMk id="186" creationId="{1AB4668E-BD7E-81E2-8532-3C56B9A0B2B6}"/>
          </ac:spMkLst>
        </pc:spChg>
        <pc:spChg chg="mod">
          <ac:chgData name="David Hedengren" userId="658bef35-c023-4c34-ad89-ec78a9d95ca6" providerId="ADAL" clId="{FBAF32F6-F88B-4240-8933-014DB28A2515}" dt="2024-09-04T06:56:19.549" v="4903" actId="1076"/>
          <ac:spMkLst>
            <pc:docMk/>
            <pc:sldMk cId="1299977420" sldId="272"/>
            <ac:spMk id="209" creationId="{2B7981F6-7739-BB65-21A1-0485704DAA04}"/>
          </ac:spMkLst>
        </pc:spChg>
        <pc:spChg chg="mod">
          <ac:chgData name="David Hedengren" userId="658bef35-c023-4c34-ad89-ec78a9d95ca6" providerId="ADAL" clId="{FBAF32F6-F88B-4240-8933-014DB28A2515}" dt="2024-09-04T06:56:19.549" v="4903" actId="1076"/>
          <ac:spMkLst>
            <pc:docMk/>
            <pc:sldMk cId="1299977420" sldId="272"/>
            <ac:spMk id="210" creationId="{A23AD837-9279-65D0-8D06-C906FC034653}"/>
          </ac:spMkLst>
        </pc:spChg>
        <pc:spChg chg="mod">
          <ac:chgData name="David Hedengren" userId="658bef35-c023-4c34-ad89-ec78a9d95ca6" providerId="ADAL" clId="{FBAF32F6-F88B-4240-8933-014DB28A2515}" dt="2024-09-04T06:56:19.549" v="4903" actId="1076"/>
          <ac:spMkLst>
            <pc:docMk/>
            <pc:sldMk cId="1299977420" sldId="272"/>
            <ac:spMk id="211" creationId="{BEA453E6-2A15-8E24-B911-9EEB04B5D2FF}"/>
          </ac:spMkLst>
        </pc:spChg>
        <pc:cxnChg chg="add mod">
          <ac:chgData name="David Hedengren" userId="658bef35-c023-4c34-ad89-ec78a9d95ca6" providerId="ADAL" clId="{FBAF32F6-F88B-4240-8933-014DB28A2515}" dt="2024-09-04T06:56:19.549" v="4903" actId="1076"/>
          <ac:cxnSpMkLst>
            <pc:docMk/>
            <pc:sldMk cId="1299977420" sldId="272"/>
            <ac:cxnSpMk id="19" creationId="{0501DC84-A71C-96BD-FB41-DBB147796592}"/>
          </ac:cxnSpMkLst>
        </pc:cxnChg>
        <pc:cxnChg chg="add del mod">
          <ac:chgData name="David Hedengren" userId="658bef35-c023-4c34-ad89-ec78a9d95ca6" providerId="ADAL" clId="{FBAF32F6-F88B-4240-8933-014DB28A2515}" dt="2024-09-04T06:54:52.998" v="4884" actId="478"/>
          <ac:cxnSpMkLst>
            <pc:docMk/>
            <pc:sldMk cId="1299977420" sldId="272"/>
            <ac:cxnSpMk id="21" creationId="{BD2C4E68-70B3-F793-7EF3-0DB29452AE17}"/>
          </ac:cxnSpMkLst>
        </pc:cxnChg>
        <pc:cxnChg chg="add del mod">
          <ac:chgData name="David Hedengren" userId="658bef35-c023-4c34-ad89-ec78a9d95ca6" providerId="ADAL" clId="{FBAF32F6-F88B-4240-8933-014DB28A2515}" dt="2024-09-04T06:54:53.940" v="4885" actId="478"/>
          <ac:cxnSpMkLst>
            <pc:docMk/>
            <pc:sldMk cId="1299977420" sldId="272"/>
            <ac:cxnSpMk id="22" creationId="{6F1D91BF-4F02-213A-6F9D-33F2AB030F4C}"/>
          </ac:cxnSpMkLst>
        </pc:cxnChg>
        <pc:cxnChg chg="mod">
          <ac:chgData name="David Hedengren" userId="658bef35-c023-4c34-ad89-ec78a9d95ca6" providerId="ADAL" clId="{FBAF32F6-F88B-4240-8933-014DB28A2515}" dt="2024-09-04T06:56:19.549" v="4903" actId="1076"/>
          <ac:cxnSpMkLst>
            <pc:docMk/>
            <pc:sldMk cId="1299977420" sldId="272"/>
            <ac:cxnSpMk id="187" creationId="{CD792E9B-05D6-2C8A-34D8-96D06E81B102}"/>
          </ac:cxnSpMkLst>
        </pc:cxnChg>
        <pc:cxnChg chg="mod">
          <ac:chgData name="David Hedengren" userId="658bef35-c023-4c34-ad89-ec78a9d95ca6" providerId="ADAL" clId="{FBAF32F6-F88B-4240-8933-014DB28A2515}" dt="2024-09-04T06:56:19.549" v="4903" actId="1076"/>
          <ac:cxnSpMkLst>
            <pc:docMk/>
            <pc:sldMk cId="1299977420" sldId="272"/>
            <ac:cxnSpMk id="189" creationId="{B7D4E74D-A248-1AAD-6B90-2C618405562C}"/>
          </ac:cxnSpMkLst>
        </pc:cxnChg>
        <pc:cxnChg chg="mod">
          <ac:chgData name="David Hedengren" userId="658bef35-c023-4c34-ad89-ec78a9d95ca6" providerId="ADAL" clId="{FBAF32F6-F88B-4240-8933-014DB28A2515}" dt="2024-09-04T06:56:19.549" v="4903" actId="1076"/>
          <ac:cxnSpMkLst>
            <pc:docMk/>
            <pc:sldMk cId="1299977420" sldId="272"/>
            <ac:cxnSpMk id="191" creationId="{E3A649F4-B070-F7D2-C742-CFAB76D0CD9D}"/>
          </ac:cxnSpMkLst>
        </pc:cxnChg>
        <pc:cxnChg chg="mod">
          <ac:chgData name="David Hedengren" userId="658bef35-c023-4c34-ad89-ec78a9d95ca6" providerId="ADAL" clId="{FBAF32F6-F88B-4240-8933-014DB28A2515}" dt="2024-09-04T06:56:19.549" v="4903" actId="1076"/>
          <ac:cxnSpMkLst>
            <pc:docMk/>
            <pc:sldMk cId="1299977420" sldId="272"/>
            <ac:cxnSpMk id="196" creationId="{4D9FCE60-144D-2210-54A1-C66EE706BF4B}"/>
          </ac:cxnSpMkLst>
        </pc:cxnChg>
        <pc:cxnChg chg="mod">
          <ac:chgData name="David Hedengren" userId="658bef35-c023-4c34-ad89-ec78a9d95ca6" providerId="ADAL" clId="{FBAF32F6-F88B-4240-8933-014DB28A2515}" dt="2024-09-04T06:56:19.549" v="4903" actId="1076"/>
          <ac:cxnSpMkLst>
            <pc:docMk/>
            <pc:sldMk cId="1299977420" sldId="272"/>
            <ac:cxnSpMk id="197" creationId="{7BE169D4-50EC-74FC-0596-776DC36CD617}"/>
          </ac:cxnSpMkLst>
        </pc:cxnChg>
        <pc:cxnChg chg="mod">
          <ac:chgData name="David Hedengren" userId="658bef35-c023-4c34-ad89-ec78a9d95ca6" providerId="ADAL" clId="{FBAF32F6-F88B-4240-8933-014DB28A2515}" dt="2024-09-04T06:56:19.549" v="4903" actId="1076"/>
          <ac:cxnSpMkLst>
            <pc:docMk/>
            <pc:sldMk cId="1299977420" sldId="272"/>
            <ac:cxnSpMk id="201" creationId="{FAEF5D94-1E74-48A0-2B18-A6B8BBDF8329}"/>
          </ac:cxnSpMkLst>
        </pc:cxnChg>
        <pc:cxnChg chg="mod">
          <ac:chgData name="David Hedengren" userId="658bef35-c023-4c34-ad89-ec78a9d95ca6" providerId="ADAL" clId="{FBAF32F6-F88B-4240-8933-014DB28A2515}" dt="2024-09-04T06:56:19.549" v="4903" actId="1076"/>
          <ac:cxnSpMkLst>
            <pc:docMk/>
            <pc:sldMk cId="1299977420" sldId="272"/>
            <ac:cxnSpMk id="203" creationId="{47827D6B-C45D-2CBD-15DA-7813664D9995}"/>
          </ac:cxnSpMkLst>
        </pc:cxnChg>
        <pc:cxnChg chg="mod">
          <ac:chgData name="David Hedengren" userId="658bef35-c023-4c34-ad89-ec78a9d95ca6" providerId="ADAL" clId="{FBAF32F6-F88B-4240-8933-014DB28A2515}" dt="2024-09-04T06:56:19.549" v="4903" actId="1076"/>
          <ac:cxnSpMkLst>
            <pc:docMk/>
            <pc:sldMk cId="1299977420" sldId="272"/>
            <ac:cxnSpMk id="204" creationId="{C0BA280E-0206-1AF0-8F20-62CBE32A726B}"/>
          </ac:cxnSpMkLst>
        </pc:cxnChg>
        <pc:cxnChg chg="mod">
          <ac:chgData name="David Hedengren" userId="658bef35-c023-4c34-ad89-ec78a9d95ca6" providerId="ADAL" clId="{FBAF32F6-F88B-4240-8933-014DB28A2515}" dt="2024-09-04T06:56:19.549" v="4903" actId="1076"/>
          <ac:cxnSpMkLst>
            <pc:docMk/>
            <pc:sldMk cId="1299977420" sldId="272"/>
            <ac:cxnSpMk id="205" creationId="{48402C6A-6007-34F7-4850-EF3615158269}"/>
          </ac:cxnSpMkLst>
        </pc:cxnChg>
        <pc:cxnChg chg="mod">
          <ac:chgData name="David Hedengren" userId="658bef35-c023-4c34-ad89-ec78a9d95ca6" providerId="ADAL" clId="{FBAF32F6-F88B-4240-8933-014DB28A2515}" dt="2024-09-04T06:56:19.549" v="4903" actId="1076"/>
          <ac:cxnSpMkLst>
            <pc:docMk/>
            <pc:sldMk cId="1299977420" sldId="272"/>
            <ac:cxnSpMk id="206" creationId="{D35D0220-E2BC-FAA7-8F28-DF85A44668EB}"/>
          </ac:cxnSpMkLst>
        </pc:cxnChg>
        <pc:cxnChg chg="mod">
          <ac:chgData name="David Hedengren" userId="658bef35-c023-4c34-ad89-ec78a9d95ca6" providerId="ADAL" clId="{FBAF32F6-F88B-4240-8933-014DB28A2515}" dt="2024-09-04T06:56:19.549" v="4903" actId="1076"/>
          <ac:cxnSpMkLst>
            <pc:docMk/>
            <pc:sldMk cId="1299977420" sldId="272"/>
            <ac:cxnSpMk id="207" creationId="{A02A3ABD-A784-A233-8671-1F21FDDC797F}"/>
          </ac:cxnSpMkLst>
        </pc:cxnChg>
        <pc:cxnChg chg="mod">
          <ac:chgData name="David Hedengren" userId="658bef35-c023-4c34-ad89-ec78a9d95ca6" providerId="ADAL" clId="{FBAF32F6-F88B-4240-8933-014DB28A2515}" dt="2024-09-04T06:56:19.549" v="4903" actId="1076"/>
          <ac:cxnSpMkLst>
            <pc:docMk/>
            <pc:sldMk cId="1299977420" sldId="272"/>
            <ac:cxnSpMk id="208" creationId="{4B3698FE-5C3E-0E08-395E-D470A7E8EA5E}"/>
          </ac:cxnSpMkLst>
        </pc:cxnChg>
      </pc:sldChg>
      <pc:sldChg chg="addSp delSp modSp add mod delAnim">
        <pc:chgData name="David Hedengren" userId="658bef35-c023-4c34-ad89-ec78a9d95ca6" providerId="ADAL" clId="{FBAF32F6-F88B-4240-8933-014DB28A2515}" dt="2024-09-04T12:43:31.659" v="6106" actId="1076"/>
        <pc:sldMkLst>
          <pc:docMk/>
          <pc:sldMk cId="343047426" sldId="273"/>
        </pc:sldMkLst>
        <pc:spChg chg="add mod">
          <ac:chgData name="David Hedengren" userId="658bef35-c023-4c34-ad89-ec78a9d95ca6" providerId="ADAL" clId="{FBAF32F6-F88B-4240-8933-014DB28A2515}" dt="2024-09-04T12:42:33.331" v="6046" actId="20577"/>
          <ac:spMkLst>
            <pc:docMk/>
            <pc:sldMk cId="343047426" sldId="273"/>
            <ac:spMk id="2" creationId="{E2B11300-114C-9B38-AD8F-2D82EC55D3C4}"/>
          </ac:spMkLst>
        </pc:spChg>
        <pc:spChg chg="add mod">
          <ac:chgData name="David Hedengren" userId="658bef35-c023-4c34-ad89-ec78a9d95ca6" providerId="ADAL" clId="{FBAF32F6-F88B-4240-8933-014DB28A2515}" dt="2024-09-04T12:43:31.659" v="6106" actId="1076"/>
          <ac:spMkLst>
            <pc:docMk/>
            <pc:sldMk cId="343047426" sldId="273"/>
            <ac:spMk id="3" creationId="{C9C3EBCA-873E-C310-476C-DD30ECECA21A}"/>
          </ac:spMkLst>
        </pc:spChg>
        <pc:spChg chg="add mod">
          <ac:chgData name="David Hedengren" userId="658bef35-c023-4c34-ad89-ec78a9d95ca6" providerId="ADAL" clId="{FBAF32F6-F88B-4240-8933-014DB28A2515}" dt="2024-09-04T12:42:29.232" v="6044" actId="1076"/>
          <ac:spMkLst>
            <pc:docMk/>
            <pc:sldMk cId="343047426" sldId="273"/>
            <ac:spMk id="5" creationId="{599F792F-2F1B-3DF0-4D5E-DE385BAB286D}"/>
          </ac:spMkLst>
        </pc:spChg>
        <pc:spChg chg="add del mod">
          <ac:chgData name="David Hedengren" userId="658bef35-c023-4c34-ad89-ec78a9d95ca6" providerId="ADAL" clId="{FBAF32F6-F88B-4240-8933-014DB28A2515}" dt="2024-09-04T12:42:04.318" v="5977"/>
          <ac:spMkLst>
            <pc:docMk/>
            <pc:sldMk cId="343047426" sldId="273"/>
            <ac:spMk id="6" creationId="{23CC4A0E-2543-41D5-4FCB-BA1CED20BC15}"/>
          </ac:spMkLst>
        </pc:spChg>
        <pc:spChg chg="mod">
          <ac:chgData name="David Hedengren" userId="658bef35-c023-4c34-ad89-ec78a9d95ca6" providerId="ADAL" clId="{FBAF32F6-F88B-4240-8933-014DB28A2515}" dt="2024-09-04T12:38:33.353" v="5717" actId="14100"/>
          <ac:spMkLst>
            <pc:docMk/>
            <pc:sldMk cId="343047426" sldId="273"/>
            <ac:spMk id="104" creationId="{5F5D752B-D806-88E3-01A5-C678503BCFF6}"/>
          </ac:spMkLst>
        </pc:spChg>
        <pc:spChg chg="del">
          <ac:chgData name="David Hedengren" userId="658bef35-c023-4c34-ad89-ec78a9d95ca6" providerId="ADAL" clId="{FBAF32F6-F88B-4240-8933-014DB28A2515}" dt="2024-09-04T12:37:43.163" v="5642" actId="478"/>
          <ac:spMkLst>
            <pc:docMk/>
            <pc:sldMk cId="343047426" sldId="273"/>
            <ac:spMk id="143" creationId="{4994FBB2-165A-987E-4F90-8B99A8A92364}"/>
          </ac:spMkLst>
        </pc:spChg>
        <pc:spChg chg="del">
          <ac:chgData name="David Hedengren" userId="658bef35-c023-4c34-ad89-ec78a9d95ca6" providerId="ADAL" clId="{FBAF32F6-F88B-4240-8933-014DB28A2515}" dt="2024-09-04T12:37:43.163" v="5642" actId="478"/>
          <ac:spMkLst>
            <pc:docMk/>
            <pc:sldMk cId="343047426" sldId="273"/>
            <ac:spMk id="144" creationId="{4CD033C9-93CE-1F61-ACC5-DFE64E92863D}"/>
          </ac:spMkLst>
        </pc:spChg>
        <pc:spChg chg="del">
          <ac:chgData name="David Hedengren" userId="658bef35-c023-4c34-ad89-ec78a9d95ca6" providerId="ADAL" clId="{FBAF32F6-F88B-4240-8933-014DB28A2515}" dt="2024-09-04T12:37:45.205" v="5643" actId="478"/>
          <ac:spMkLst>
            <pc:docMk/>
            <pc:sldMk cId="343047426" sldId="273"/>
            <ac:spMk id="146" creationId="{183F0B26-9472-0E95-F5CB-EE448DE52FEA}"/>
          </ac:spMkLst>
        </pc:spChg>
        <pc:spChg chg="del">
          <ac:chgData name="David Hedengren" userId="658bef35-c023-4c34-ad89-ec78a9d95ca6" providerId="ADAL" clId="{FBAF32F6-F88B-4240-8933-014DB28A2515}" dt="2024-09-04T12:37:43.163" v="5642" actId="478"/>
          <ac:spMkLst>
            <pc:docMk/>
            <pc:sldMk cId="343047426" sldId="273"/>
            <ac:spMk id="147" creationId="{FCEF75C2-84CF-6730-9343-05B6B3555563}"/>
          </ac:spMkLst>
        </pc:spChg>
        <pc:spChg chg="del">
          <ac:chgData name="David Hedengren" userId="658bef35-c023-4c34-ad89-ec78a9d95ca6" providerId="ADAL" clId="{FBAF32F6-F88B-4240-8933-014DB28A2515}" dt="2024-09-04T12:37:43.163" v="5642" actId="478"/>
          <ac:spMkLst>
            <pc:docMk/>
            <pc:sldMk cId="343047426" sldId="273"/>
            <ac:spMk id="148" creationId="{5FB25958-A184-0556-114B-E45A4AA4FB07}"/>
          </ac:spMkLst>
        </pc:spChg>
        <pc:spChg chg="del">
          <ac:chgData name="David Hedengren" userId="658bef35-c023-4c34-ad89-ec78a9d95ca6" providerId="ADAL" clId="{FBAF32F6-F88B-4240-8933-014DB28A2515}" dt="2024-09-04T12:37:43.163" v="5642" actId="478"/>
          <ac:spMkLst>
            <pc:docMk/>
            <pc:sldMk cId="343047426" sldId="273"/>
            <ac:spMk id="149" creationId="{591B23E5-A1A6-10A2-2CE7-5E2084A3BB36}"/>
          </ac:spMkLst>
        </pc:spChg>
        <pc:spChg chg="del">
          <ac:chgData name="David Hedengren" userId="658bef35-c023-4c34-ad89-ec78a9d95ca6" providerId="ADAL" clId="{FBAF32F6-F88B-4240-8933-014DB28A2515}" dt="2024-09-04T12:37:43.163" v="5642" actId="478"/>
          <ac:spMkLst>
            <pc:docMk/>
            <pc:sldMk cId="343047426" sldId="273"/>
            <ac:spMk id="150" creationId="{6762672E-3965-A993-8F71-1D2134C6DC44}"/>
          </ac:spMkLst>
        </pc:spChg>
        <pc:spChg chg="del">
          <ac:chgData name="David Hedengren" userId="658bef35-c023-4c34-ad89-ec78a9d95ca6" providerId="ADAL" clId="{FBAF32F6-F88B-4240-8933-014DB28A2515}" dt="2024-09-04T12:37:43.163" v="5642" actId="478"/>
          <ac:spMkLst>
            <pc:docMk/>
            <pc:sldMk cId="343047426" sldId="273"/>
            <ac:spMk id="151" creationId="{04F4834B-E356-D7EA-1B2A-6BEE63EC898F}"/>
          </ac:spMkLst>
        </pc:spChg>
        <pc:spChg chg="del">
          <ac:chgData name="David Hedengren" userId="658bef35-c023-4c34-ad89-ec78a9d95ca6" providerId="ADAL" clId="{FBAF32F6-F88B-4240-8933-014DB28A2515}" dt="2024-09-04T12:37:43.163" v="5642" actId="478"/>
          <ac:spMkLst>
            <pc:docMk/>
            <pc:sldMk cId="343047426" sldId="273"/>
            <ac:spMk id="152" creationId="{D6853789-B7D1-55CD-C0AF-2FB8E0630375}"/>
          </ac:spMkLst>
        </pc:spChg>
        <pc:spChg chg="del">
          <ac:chgData name="David Hedengren" userId="658bef35-c023-4c34-ad89-ec78a9d95ca6" providerId="ADAL" clId="{FBAF32F6-F88B-4240-8933-014DB28A2515}" dt="2024-09-04T12:37:43.163" v="5642" actId="478"/>
          <ac:spMkLst>
            <pc:docMk/>
            <pc:sldMk cId="343047426" sldId="273"/>
            <ac:spMk id="153" creationId="{4ECC7EA0-F461-FCBF-D4CA-64027C71B9CD}"/>
          </ac:spMkLst>
        </pc:spChg>
        <pc:spChg chg="del">
          <ac:chgData name="David Hedengren" userId="658bef35-c023-4c34-ad89-ec78a9d95ca6" providerId="ADAL" clId="{FBAF32F6-F88B-4240-8933-014DB28A2515}" dt="2024-09-04T12:37:43.163" v="5642" actId="478"/>
          <ac:spMkLst>
            <pc:docMk/>
            <pc:sldMk cId="343047426" sldId="273"/>
            <ac:spMk id="154" creationId="{050D1FC2-5D4B-86A8-810E-D90734C316BC}"/>
          </ac:spMkLst>
        </pc:spChg>
        <pc:spChg chg="del">
          <ac:chgData name="David Hedengren" userId="658bef35-c023-4c34-ad89-ec78a9d95ca6" providerId="ADAL" clId="{FBAF32F6-F88B-4240-8933-014DB28A2515}" dt="2024-09-04T12:37:43.163" v="5642" actId="478"/>
          <ac:spMkLst>
            <pc:docMk/>
            <pc:sldMk cId="343047426" sldId="273"/>
            <ac:spMk id="155" creationId="{BB381C2F-A147-6FEC-BE02-7B09037DD799}"/>
          </ac:spMkLst>
        </pc:spChg>
        <pc:spChg chg="del">
          <ac:chgData name="David Hedengren" userId="658bef35-c023-4c34-ad89-ec78a9d95ca6" providerId="ADAL" clId="{FBAF32F6-F88B-4240-8933-014DB28A2515}" dt="2024-09-04T12:37:43.163" v="5642" actId="478"/>
          <ac:spMkLst>
            <pc:docMk/>
            <pc:sldMk cId="343047426" sldId="273"/>
            <ac:spMk id="156" creationId="{9324825B-A042-2093-4202-06E7DDCBEE8B}"/>
          </ac:spMkLst>
        </pc:spChg>
        <pc:spChg chg="del">
          <ac:chgData name="David Hedengren" userId="658bef35-c023-4c34-ad89-ec78a9d95ca6" providerId="ADAL" clId="{FBAF32F6-F88B-4240-8933-014DB28A2515}" dt="2024-09-04T12:37:43.163" v="5642" actId="478"/>
          <ac:spMkLst>
            <pc:docMk/>
            <pc:sldMk cId="343047426" sldId="273"/>
            <ac:spMk id="157" creationId="{30F94F03-6A43-297C-BB10-6BE3EE5F8E6C}"/>
          </ac:spMkLst>
        </pc:spChg>
        <pc:spChg chg="del">
          <ac:chgData name="David Hedengren" userId="658bef35-c023-4c34-ad89-ec78a9d95ca6" providerId="ADAL" clId="{FBAF32F6-F88B-4240-8933-014DB28A2515}" dt="2024-09-04T12:37:43.163" v="5642" actId="478"/>
          <ac:spMkLst>
            <pc:docMk/>
            <pc:sldMk cId="343047426" sldId="273"/>
            <ac:spMk id="158" creationId="{DDCB984B-8AA1-CB44-A5E2-3E55B3873702}"/>
          </ac:spMkLst>
        </pc:spChg>
        <pc:spChg chg="del">
          <ac:chgData name="David Hedengren" userId="658bef35-c023-4c34-ad89-ec78a9d95ca6" providerId="ADAL" clId="{FBAF32F6-F88B-4240-8933-014DB28A2515}" dt="2024-09-04T12:37:43.163" v="5642" actId="478"/>
          <ac:spMkLst>
            <pc:docMk/>
            <pc:sldMk cId="343047426" sldId="273"/>
            <ac:spMk id="159" creationId="{42F6569F-8A0D-828B-1F97-B3CAC04523C9}"/>
          </ac:spMkLst>
        </pc:spChg>
        <pc:spChg chg="del">
          <ac:chgData name="David Hedengren" userId="658bef35-c023-4c34-ad89-ec78a9d95ca6" providerId="ADAL" clId="{FBAF32F6-F88B-4240-8933-014DB28A2515}" dt="2024-09-04T12:37:43.163" v="5642" actId="478"/>
          <ac:spMkLst>
            <pc:docMk/>
            <pc:sldMk cId="343047426" sldId="273"/>
            <ac:spMk id="160" creationId="{15F9E240-4198-56C9-704A-C8A8A37765C6}"/>
          </ac:spMkLst>
        </pc:spChg>
        <pc:spChg chg="del">
          <ac:chgData name="David Hedengren" userId="658bef35-c023-4c34-ad89-ec78a9d95ca6" providerId="ADAL" clId="{FBAF32F6-F88B-4240-8933-014DB28A2515}" dt="2024-09-04T12:37:43.163" v="5642" actId="478"/>
          <ac:spMkLst>
            <pc:docMk/>
            <pc:sldMk cId="343047426" sldId="273"/>
            <ac:spMk id="161" creationId="{6B3E9EA2-5C80-DC55-04BB-119F0018E4FB}"/>
          </ac:spMkLst>
        </pc:spChg>
        <pc:spChg chg="del">
          <ac:chgData name="David Hedengren" userId="658bef35-c023-4c34-ad89-ec78a9d95ca6" providerId="ADAL" clId="{FBAF32F6-F88B-4240-8933-014DB28A2515}" dt="2024-09-04T12:37:43.163" v="5642" actId="478"/>
          <ac:spMkLst>
            <pc:docMk/>
            <pc:sldMk cId="343047426" sldId="273"/>
            <ac:spMk id="162" creationId="{8FDF3833-050E-9947-7540-5415896B58C7}"/>
          </ac:spMkLst>
        </pc:spChg>
        <pc:spChg chg="del">
          <ac:chgData name="David Hedengren" userId="658bef35-c023-4c34-ad89-ec78a9d95ca6" providerId="ADAL" clId="{FBAF32F6-F88B-4240-8933-014DB28A2515}" dt="2024-09-04T12:37:43.163" v="5642" actId="478"/>
          <ac:spMkLst>
            <pc:docMk/>
            <pc:sldMk cId="343047426" sldId="273"/>
            <ac:spMk id="163" creationId="{B3DEA422-37A9-3DC2-30C8-D9497D80BD42}"/>
          </ac:spMkLst>
        </pc:spChg>
        <pc:spChg chg="del">
          <ac:chgData name="David Hedengren" userId="658bef35-c023-4c34-ad89-ec78a9d95ca6" providerId="ADAL" clId="{FBAF32F6-F88B-4240-8933-014DB28A2515}" dt="2024-09-04T12:37:43.163" v="5642" actId="478"/>
          <ac:spMkLst>
            <pc:docMk/>
            <pc:sldMk cId="343047426" sldId="273"/>
            <ac:spMk id="166" creationId="{DC2BDA18-0481-E778-4045-F00BE156DD4E}"/>
          </ac:spMkLst>
        </pc:spChg>
        <pc:spChg chg="del">
          <ac:chgData name="David Hedengren" userId="658bef35-c023-4c34-ad89-ec78a9d95ca6" providerId="ADAL" clId="{FBAF32F6-F88B-4240-8933-014DB28A2515}" dt="2024-09-04T12:37:43.163" v="5642" actId="478"/>
          <ac:spMkLst>
            <pc:docMk/>
            <pc:sldMk cId="343047426" sldId="273"/>
            <ac:spMk id="167" creationId="{F19AA433-8AE9-762C-2C81-E54F7A463E83}"/>
          </ac:spMkLst>
        </pc:spChg>
        <pc:spChg chg="del">
          <ac:chgData name="David Hedengren" userId="658bef35-c023-4c34-ad89-ec78a9d95ca6" providerId="ADAL" clId="{FBAF32F6-F88B-4240-8933-014DB28A2515}" dt="2024-09-04T12:37:43.163" v="5642" actId="478"/>
          <ac:spMkLst>
            <pc:docMk/>
            <pc:sldMk cId="343047426" sldId="273"/>
            <ac:spMk id="168" creationId="{08A48D36-4124-F703-D057-B4B36E23A370}"/>
          </ac:spMkLst>
        </pc:spChg>
        <pc:spChg chg="del">
          <ac:chgData name="David Hedengren" userId="658bef35-c023-4c34-ad89-ec78a9d95ca6" providerId="ADAL" clId="{FBAF32F6-F88B-4240-8933-014DB28A2515}" dt="2024-09-04T12:37:43.163" v="5642" actId="478"/>
          <ac:spMkLst>
            <pc:docMk/>
            <pc:sldMk cId="343047426" sldId="273"/>
            <ac:spMk id="169" creationId="{F1982970-99DD-4B2B-7E83-EF1681054715}"/>
          </ac:spMkLst>
        </pc:spChg>
        <pc:spChg chg="del">
          <ac:chgData name="David Hedengren" userId="658bef35-c023-4c34-ad89-ec78a9d95ca6" providerId="ADAL" clId="{FBAF32F6-F88B-4240-8933-014DB28A2515}" dt="2024-09-04T12:37:43.163" v="5642" actId="478"/>
          <ac:spMkLst>
            <pc:docMk/>
            <pc:sldMk cId="343047426" sldId="273"/>
            <ac:spMk id="170" creationId="{6AA9EC40-9F9A-2A44-6382-AB1825CCBB26}"/>
          </ac:spMkLst>
        </pc:spChg>
        <pc:spChg chg="del">
          <ac:chgData name="David Hedengren" userId="658bef35-c023-4c34-ad89-ec78a9d95ca6" providerId="ADAL" clId="{FBAF32F6-F88B-4240-8933-014DB28A2515}" dt="2024-09-04T12:37:43.163" v="5642" actId="478"/>
          <ac:spMkLst>
            <pc:docMk/>
            <pc:sldMk cId="343047426" sldId="273"/>
            <ac:spMk id="171" creationId="{D7E3BC36-7706-3010-65E8-DB1E4D38B6BF}"/>
          </ac:spMkLst>
        </pc:spChg>
        <pc:spChg chg="del">
          <ac:chgData name="David Hedengren" userId="658bef35-c023-4c34-ad89-ec78a9d95ca6" providerId="ADAL" clId="{FBAF32F6-F88B-4240-8933-014DB28A2515}" dt="2024-09-04T12:37:43.163" v="5642" actId="478"/>
          <ac:spMkLst>
            <pc:docMk/>
            <pc:sldMk cId="343047426" sldId="273"/>
            <ac:spMk id="172" creationId="{AAC1F86C-6F11-6234-3CCC-3BD3A1543082}"/>
          </ac:spMkLst>
        </pc:spChg>
        <pc:spChg chg="del">
          <ac:chgData name="David Hedengren" userId="658bef35-c023-4c34-ad89-ec78a9d95ca6" providerId="ADAL" clId="{FBAF32F6-F88B-4240-8933-014DB28A2515}" dt="2024-09-04T12:37:43.163" v="5642" actId="478"/>
          <ac:spMkLst>
            <pc:docMk/>
            <pc:sldMk cId="343047426" sldId="273"/>
            <ac:spMk id="173" creationId="{BCAA3D6C-3B68-2965-2D54-D62B96E7561C}"/>
          </ac:spMkLst>
        </pc:spChg>
        <pc:spChg chg="del">
          <ac:chgData name="David Hedengren" userId="658bef35-c023-4c34-ad89-ec78a9d95ca6" providerId="ADAL" clId="{FBAF32F6-F88B-4240-8933-014DB28A2515}" dt="2024-09-04T12:37:43.163" v="5642" actId="478"/>
          <ac:spMkLst>
            <pc:docMk/>
            <pc:sldMk cId="343047426" sldId="273"/>
            <ac:spMk id="174" creationId="{08A331E6-0ABB-6635-D197-E63C7D8C295B}"/>
          </ac:spMkLst>
        </pc:spChg>
        <pc:spChg chg="del">
          <ac:chgData name="David Hedengren" userId="658bef35-c023-4c34-ad89-ec78a9d95ca6" providerId="ADAL" clId="{FBAF32F6-F88B-4240-8933-014DB28A2515}" dt="2024-09-04T12:37:43.163" v="5642" actId="478"/>
          <ac:spMkLst>
            <pc:docMk/>
            <pc:sldMk cId="343047426" sldId="273"/>
            <ac:spMk id="175" creationId="{774A1877-F9DB-038F-24FB-B0FCB1FCC39B}"/>
          </ac:spMkLst>
        </pc:spChg>
        <pc:cxnChg chg="del">
          <ac:chgData name="David Hedengren" userId="658bef35-c023-4c34-ad89-ec78a9d95ca6" providerId="ADAL" clId="{FBAF32F6-F88B-4240-8933-014DB28A2515}" dt="2024-09-04T12:37:43.163" v="5642" actId="478"/>
          <ac:cxnSpMkLst>
            <pc:docMk/>
            <pc:sldMk cId="343047426" sldId="273"/>
            <ac:cxnSpMk id="110" creationId="{E77A9F06-13CC-E553-B787-F261357C301E}"/>
          </ac:cxnSpMkLst>
        </pc:cxnChg>
        <pc:cxnChg chg="del">
          <ac:chgData name="David Hedengren" userId="658bef35-c023-4c34-ad89-ec78a9d95ca6" providerId="ADAL" clId="{FBAF32F6-F88B-4240-8933-014DB28A2515}" dt="2024-09-04T12:37:43.163" v="5642" actId="478"/>
          <ac:cxnSpMkLst>
            <pc:docMk/>
            <pc:sldMk cId="343047426" sldId="273"/>
            <ac:cxnSpMk id="111" creationId="{1C13623E-6D64-BD9E-BDE6-0B45B0E7158F}"/>
          </ac:cxnSpMkLst>
        </pc:cxnChg>
        <pc:cxnChg chg="del">
          <ac:chgData name="David Hedengren" userId="658bef35-c023-4c34-ad89-ec78a9d95ca6" providerId="ADAL" clId="{FBAF32F6-F88B-4240-8933-014DB28A2515}" dt="2024-09-04T12:37:43.163" v="5642" actId="478"/>
          <ac:cxnSpMkLst>
            <pc:docMk/>
            <pc:sldMk cId="343047426" sldId="273"/>
            <ac:cxnSpMk id="114" creationId="{709CC7C2-F339-FE24-44FE-85714D6C8B93}"/>
          </ac:cxnSpMkLst>
        </pc:cxnChg>
        <pc:cxnChg chg="del">
          <ac:chgData name="David Hedengren" userId="658bef35-c023-4c34-ad89-ec78a9d95ca6" providerId="ADAL" clId="{FBAF32F6-F88B-4240-8933-014DB28A2515}" dt="2024-09-04T12:37:43.163" v="5642" actId="478"/>
          <ac:cxnSpMkLst>
            <pc:docMk/>
            <pc:sldMk cId="343047426" sldId="273"/>
            <ac:cxnSpMk id="115" creationId="{F38A4BFB-0608-F7A1-E35B-CC568669A7D1}"/>
          </ac:cxnSpMkLst>
        </pc:cxnChg>
        <pc:cxnChg chg="del">
          <ac:chgData name="David Hedengren" userId="658bef35-c023-4c34-ad89-ec78a9d95ca6" providerId="ADAL" clId="{FBAF32F6-F88B-4240-8933-014DB28A2515}" dt="2024-09-04T12:37:43.163" v="5642" actId="478"/>
          <ac:cxnSpMkLst>
            <pc:docMk/>
            <pc:sldMk cId="343047426" sldId="273"/>
            <ac:cxnSpMk id="116" creationId="{EA64C406-AC94-A35A-0253-C5B8CBA1BAFB}"/>
          </ac:cxnSpMkLst>
        </pc:cxnChg>
        <pc:cxnChg chg="del">
          <ac:chgData name="David Hedengren" userId="658bef35-c023-4c34-ad89-ec78a9d95ca6" providerId="ADAL" clId="{FBAF32F6-F88B-4240-8933-014DB28A2515}" dt="2024-09-04T12:37:43.163" v="5642" actId="478"/>
          <ac:cxnSpMkLst>
            <pc:docMk/>
            <pc:sldMk cId="343047426" sldId="273"/>
            <ac:cxnSpMk id="117" creationId="{8CD98AED-D49D-4B79-685F-EFE56ADA1035}"/>
          </ac:cxnSpMkLst>
        </pc:cxnChg>
        <pc:cxnChg chg="del">
          <ac:chgData name="David Hedengren" userId="658bef35-c023-4c34-ad89-ec78a9d95ca6" providerId="ADAL" clId="{FBAF32F6-F88B-4240-8933-014DB28A2515}" dt="2024-09-04T12:37:43.163" v="5642" actId="478"/>
          <ac:cxnSpMkLst>
            <pc:docMk/>
            <pc:sldMk cId="343047426" sldId="273"/>
            <ac:cxnSpMk id="118" creationId="{C6F5A18D-994F-4171-D3E8-0A683A7BA1A4}"/>
          </ac:cxnSpMkLst>
        </pc:cxnChg>
        <pc:cxnChg chg="del">
          <ac:chgData name="David Hedengren" userId="658bef35-c023-4c34-ad89-ec78a9d95ca6" providerId="ADAL" clId="{FBAF32F6-F88B-4240-8933-014DB28A2515}" dt="2024-09-04T12:37:43.163" v="5642" actId="478"/>
          <ac:cxnSpMkLst>
            <pc:docMk/>
            <pc:sldMk cId="343047426" sldId="273"/>
            <ac:cxnSpMk id="122" creationId="{965214A9-34A6-5DD9-8C88-D7131E0531EE}"/>
          </ac:cxnSpMkLst>
        </pc:cxnChg>
        <pc:cxnChg chg="del">
          <ac:chgData name="David Hedengren" userId="658bef35-c023-4c34-ad89-ec78a9d95ca6" providerId="ADAL" clId="{FBAF32F6-F88B-4240-8933-014DB28A2515}" dt="2024-09-04T12:37:43.163" v="5642" actId="478"/>
          <ac:cxnSpMkLst>
            <pc:docMk/>
            <pc:sldMk cId="343047426" sldId="273"/>
            <ac:cxnSpMk id="125" creationId="{6F988C6D-F45A-79A4-F70F-3DFA3856F9C0}"/>
          </ac:cxnSpMkLst>
        </pc:cxnChg>
        <pc:cxnChg chg="del">
          <ac:chgData name="David Hedengren" userId="658bef35-c023-4c34-ad89-ec78a9d95ca6" providerId="ADAL" clId="{FBAF32F6-F88B-4240-8933-014DB28A2515}" dt="2024-09-04T12:37:43.163" v="5642" actId="478"/>
          <ac:cxnSpMkLst>
            <pc:docMk/>
            <pc:sldMk cId="343047426" sldId="273"/>
            <ac:cxnSpMk id="126" creationId="{72F907F0-4B93-EC47-FD98-6D8C74E06D8B}"/>
          </ac:cxnSpMkLst>
        </pc:cxnChg>
        <pc:cxnChg chg="del">
          <ac:chgData name="David Hedengren" userId="658bef35-c023-4c34-ad89-ec78a9d95ca6" providerId="ADAL" clId="{FBAF32F6-F88B-4240-8933-014DB28A2515}" dt="2024-09-04T12:37:43.163" v="5642" actId="478"/>
          <ac:cxnSpMkLst>
            <pc:docMk/>
            <pc:sldMk cId="343047426" sldId="273"/>
            <ac:cxnSpMk id="127" creationId="{DDEDA4E8-2DF1-6CDE-E21D-B8DCAD565C91}"/>
          </ac:cxnSpMkLst>
        </pc:cxnChg>
        <pc:cxnChg chg="del">
          <ac:chgData name="David Hedengren" userId="658bef35-c023-4c34-ad89-ec78a9d95ca6" providerId="ADAL" clId="{FBAF32F6-F88B-4240-8933-014DB28A2515}" dt="2024-09-04T12:37:43.163" v="5642" actId="478"/>
          <ac:cxnSpMkLst>
            <pc:docMk/>
            <pc:sldMk cId="343047426" sldId="273"/>
            <ac:cxnSpMk id="128" creationId="{C2E5BC40-10A4-022B-24E0-4142DAA38100}"/>
          </ac:cxnSpMkLst>
        </pc:cxnChg>
        <pc:cxnChg chg="del">
          <ac:chgData name="David Hedengren" userId="658bef35-c023-4c34-ad89-ec78a9d95ca6" providerId="ADAL" clId="{FBAF32F6-F88B-4240-8933-014DB28A2515}" dt="2024-09-04T12:37:43.163" v="5642" actId="478"/>
          <ac:cxnSpMkLst>
            <pc:docMk/>
            <pc:sldMk cId="343047426" sldId="273"/>
            <ac:cxnSpMk id="131" creationId="{9E49AF9A-A25C-7024-8E6E-0145CB986AD4}"/>
          </ac:cxnSpMkLst>
        </pc:cxnChg>
        <pc:cxnChg chg="del">
          <ac:chgData name="David Hedengren" userId="658bef35-c023-4c34-ad89-ec78a9d95ca6" providerId="ADAL" clId="{FBAF32F6-F88B-4240-8933-014DB28A2515}" dt="2024-09-04T12:37:43.163" v="5642" actId="478"/>
          <ac:cxnSpMkLst>
            <pc:docMk/>
            <pc:sldMk cId="343047426" sldId="273"/>
            <ac:cxnSpMk id="132" creationId="{336F55C1-0D6E-510C-DD63-D5A45CD520E8}"/>
          </ac:cxnSpMkLst>
        </pc:cxnChg>
        <pc:cxnChg chg="del">
          <ac:chgData name="David Hedengren" userId="658bef35-c023-4c34-ad89-ec78a9d95ca6" providerId="ADAL" clId="{FBAF32F6-F88B-4240-8933-014DB28A2515}" dt="2024-09-04T12:37:43.163" v="5642" actId="478"/>
          <ac:cxnSpMkLst>
            <pc:docMk/>
            <pc:sldMk cId="343047426" sldId="273"/>
            <ac:cxnSpMk id="134" creationId="{C4D6017C-F08C-0A47-04B9-96BC4DECB673}"/>
          </ac:cxnSpMkLst>
        </pc:cxnChg>
        <pc:cxnChg chg="del">
          <ac:chgData name="David Hedengren" userId="658bef35-c023-4c34-ad89-ec78a9d95ca6" providerId="ADAL" clId="{FBAF32F6-F88B-4240-8933-014DB28A2515}" dt="2024-09-04T12:37:43.163" v="5642" actId="478"/>
          <ac:cxnSpMkLst>
            <pc:docMk/>
            <pc:sldMk cId="343047426" sldId="273"/>
            <ac:cxnSpMk id="135" creationId="{C0F97E3B-8CB2-D735-BB9A-24BADBD18067}"/>
          </ac:cxnSpMkLst>
        </pc:cxnChg>
      </pc:sldChg>
      <pc:sldMasterChg chg="setBg modSldLayout">
        <pc:chgData name="David Hedengren" userId="658bef35-c023-4c34-ad89-ec78a9d95ca6" providerId="ADAL" clId="{FBAF32F6-F88B-4240-8933-014DB28A2515}" dt="2024-09-03T06:14:21.555" v="34"/>
        <pc:sldMasterMkLst>
          <pc:docMk/>
          <pc:sldMasterMk cId="3371646066" sldId="2147483648"/>
        </pc:sldMasterMkLst>
        <pc:sldLayoutChg chg="setBg">
          <pc:chgData name="David Hedengren" userId="658bef35-c023-4c34-ad89-ec78a9d95ca6" providerId="ADAL" clId="{FBAF32F6-F88B-4240-8933-014DB28A2515}" dt="2024-09-03T06:14:21.555" v="34"/>
          <pc:sldLayoutMkLst>
            <pc:docMk/>
            <pc:sldMasterMk cId="3371646066" sldId="2147483648"/>
            <pc:sldLayoutMk cId="3743388817" sldId="2147483649"/>
          </pc:sldLayoutMkLst>
        </pc:sldLayoutChg>
        <pc:sldLayoutChg chg="setBg">
          <pc:chgData name="David Hedengren" userId="658bef35-c023-4c34-ad89-ec78a9d95ca6" providerId="ADAL" clId="{FBAF32F6-F88B-4240-8933-014DB28A2515}" dt="2024-09-03T06:14:21.555" v="34"/>
          <pc:sldLayoutMkLst>
            <pc:docMk/>
            <pc:sldMasterMk cId="3371646066" sldId="2147483648"/>
            <pc:sldLayoutMk cId="2601097567" sldId="2147483650"/>
          </pc:sldLayoutMkLst>
        </pc:sldLayoutChg>
        <pc:sldLayoutChg chg="setBg">
          <pc:chgData name="David Hedengren" userId="658bef35-c023-4c34-ad89-ec78a9d95ca6" providerId="ADAL" clId="{FBAF32F6-F88B-4240-8933-014DB28A2515}" dt="2024-09-03T06:14:21.555" v="34"/>
          <pc:sldLayoutMkLst>
            <pc:docMk/>
            <pc:sldMasterMk cId="3371646066" sldId="2147483648"/>
            <pc:sldLayoutMk cId="1561307161" sldId="2147483651"/>
          </pc:sldLayoutMkLst>
        </pc:sldLayoutChg>
        <pc:sldLayoutChg chg="setBg">
          <pc:chgData name="David Hedengren" userId="658bef35-c023-4c34-ad89-ec78a9d95ca6" providerId="ADAL" clId="{FBAF32F6-F88B-4240-8933-014DB28A2515}" dt="2024-09-03T06:14:21.555" v="34"/>
          <pc:sldLayoutMkLst>
            <pc:docMk/>
            <pc:sldMasterMk cId="3371646066" sldId="2147483648"/>
            <pc:sldLayoutMk cId="68396927" sldId="2147483652"/>
          </pc:sldLayoutMkLst>
        </pc:sldLayoutChg>
        <pc:sldLayoutChg chg="setBg">
          <pc:chgData name="David Hedengren" userId="658bef35-c023-4c34-ad89-ec78a9d95ca6" providerId="ADAL" clId="{FBAF32F6-F88B-4240-8933-014DB28A2515}" dt="2024-09-03T06:14:21.555" v="34"/>
          <pc:sldLayoutMkLst>
            <pc:docMk/>
            <pc:sldMasterMk cId="3371646066" sldId="2147483648"/>
            <pc:sldLayoutMk cId="4148990340" sldId="2147483653"/>
          </pc:sldLayoutMkLst>
        </pc:sldLayoutChg>
        <pc:sldLayoutChg chg="setBg">
          <pc:chgData name="David Hedengren" userId="658bef35-c023-4c34-ad89-ec78a9d95ca6" providerId="ADAL" clId="{FBAF32F6-F88B-4240-8933-014DB28A2515}" dt="2024-09-03T06:14:21.555" v="34"/>
          <pc:sldLayoutMkLst>
            <pc:docMk/>
            <pc:sldMasterMk cId="3371646066" sldId="2147483648"/>
            <pc:sldLayoutMk cId="1321052640" sldId="2147483654"/>
          </pc:sldLayoutMkLst>
        </pc:sldLayoutChg>
        <pc:sldLayoutChg chg="setBg">
          <pc:chgData name="David Hedengren" userId="658bef35-c023-4c34-ad89-ec78a9d95ca6" providerId="ADAL" clId="{FBAF32F6-F88B-4240-8933-014DB28A2515}" dt="2024-09-03T06:14:21.555" v="34"/>
          <pc:sldLayoutMkLst>
            <pc:docMk/>
            <pc:sldMasterMk cId="3371646066" sldId="2147483648"/>
            <pc:sldLayoutMk cId="2013207319" sldId="2147483655"/>
          </pc:sldLayoutMkLst>
        </pc:sldLayoutChg>
        <pc:sldLayoutChg chg="setBg">
          <pc:chgData name="David Hedengren" userId="658bef35-c023-4c34-ad89-ec78a9d95ca6" providerId="ADAL" clId="{FBAF32F6-F88B-4240-8933-014DB28A2515}" dt="2024-09-03T06:14:21.555" v="34"/>
          <pc:sldLayoutMkLst>
            <pc:docMk/>
            <pc:sldMasterMk cId="3371646066" sldId="2147483648"/>
            <pc:sldLayoutMk cId="586330247" sldId="2147483656"/>
          </pc:sldLayoutMkLst>
        </pc:sldLayoutChg>
        <pc:sldLayoutChg chg="setBg">
          <pc:chgData name="David Hedengren" userId="658bef35-c023-4c34-ad89-ec78a9d95ca6" providerId="ADAL" clId="{FBAF32F6-F88B-4240-8933-014DB28A2515}" dt="2024-09-03T06:14:21.555" v="34"/>
          <pc:sldLayoutMkLst>
            <pc:docMk/>
            <pc:sldMasterMk cId="3371646066" sldId="2147483648"/>
            <pc:sldLayoutMk cId="2730702769" sldId="2147483657"/>
          </pc:sldLayoutMkLst>
        </pc:sldLayoutChg>
        <pc:sldLayoutChg chg="setBg">
          <pc:chgData name="David Hedengren" userId="658bef35-c023-4c34-ad89-ec78a9d95ca6" providerId="ADAL" clId="{FBAF32F6-F88B-4240-8933-014DB28A2515}" dt="2024-09-03T06:14:21.555" v="34"/>
          <pc:sldLayoutMkLst>
            <pc:docMk/>
            <pc:sldMasterMk cId="3371646066" sldId="2147483648"/>
            <pc:sldLayoutMk cId="1793156119" sldId="2147483658"/>
          </pc:sldLayoutMkLst>
        </pc:sldLayoutChg>
        <pc:sldLayoutChg chg="setBg">
          <pc:chgData name="David Hedengren" userId="658bef35-c023-4c34-ad89-ec78a9d95ca6" providerId="ADAL" clId="{FBAF32F6-F88B-4240-8933-014DB28A2515}" dt="2024-09-03T06:14:21.555" v="34"/>
          <pc:sldLayoutMkLst>
            <pc:docMk/>
            <pc:sldMasterMk cId="3371646066" sldId="2147483648"/>
            <pc:sldLayoutMk cId="3961985203" sldId="2147483659"/>
          </pc:sldLayoutMkLst>
        </pc:sldLayoutChg>
        <pc:sldLayoutChg chg="setBg">
          <pc:chgData name="David Hedengren" userId="658bef35-c023-4c34-ad89-ec78a9d95ca6" providerId="ADAL" clId="{FBAF32F6-F88B-4240-8933-014DB28A2515}" dt="2024-09-03T06:14:21.555" v="34"/>
          <pc:sldLayoutMkLst>
            <pc:docMk/>
            <pc:sldMasterMk cId="3371646066" sldId="2147483648"/>
            <pc:sldLayoutMk cId="2280720529" sldId="2147483660"/>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tshållare för sidhuvud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sv-SE"/>
          </a:p>
        </p:txBody>
      </p:sp>
      <p:sp>
        <p:nvSpPr>
          <p:cNvPr id="3" name="Platshållare fö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A96F6CC-D577-4B21-A5DE-13CBF2781E60}" type="datetimeFigureOut">
              <a:rPr lang="sv-SE" smtClean="0"/>
              <a:t>2025-01-07</a:t>
            </a:fld>
            <a:endParaRPr lang="sv-SE"/>
          </a:p>
        </p:txBody>
      </p:sp>
      <p:sp>
        <p:nvSpPr>
          <p:cNvPr id="4" name="Platshållare för bildobjekt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sv-SE"/>
          </a:p>
        </p:txBody>
      </p:sp>
      <p:sp>
        <p:nvSpPr>
          <p:cNvPr id="5" name="Platshållare för anteckninga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p>
        </p:txBody>
      </p:sp>
      <p:sp>
        <p:nvSpPr>
          <p:cNvPr id="6" name="Platshållare för sidfo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sv-SE"/>
          </a:p>
        </p:txBody>
      </p:sp>
      <p:sp>
        <p:nvSpPr>
          <p:cNvPr id="7" name="Platshållare för bild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EF187A6-85EF-4105-933A-131DD0EDEC7D}" type="slidenum">
              <a:rPr lang="sv-SE" smtClean="0"/>
              <a:t>‹#›</a:t>
            </a:fld>
            <a:endParaRPr lang="sv-SE"/>
          </a:p>
        </p:txBody>
      </p:sp>
    </p:spTree>
    <p:extLst>
      <p:ext uri="{BB962C8B-B14F-4D97-AF65-F5344CB8AC3E}">
        <p14:creationId xmlns:p14="http://schemas.microsoft.com/office/powerpoint/2010/main" val="329142423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tshållare för bildobjekt 1"/>
          <p:cNvSpPr>
            <a:spLocks noGrp="1" noRot="1" noChangeAspect="1"/>
          </p:cNvSpPr>
          <p:nvPr>
            <p:ph type="sldImg"/>
          </p:nvPr>
        </p:nvSpPr>
        <p:spPr/>
      </p:sp>
      <p:sp>
        <p:nvSpPr>
          <p:cNvPr id="3" name="Platshållare för anteckningar 2"/>
          <p:cNvSpPr>
            <a:spLocks noGrp="1"/>
          </p:cNvSpPr>
          <p:nvPr>
            <p:ph type="body" idx="1"/>
          </p:nvPr>
        </p:nvSpPr>
        <p:spPr/>
        <p:txBody>
          <a:bodyPr/>
          <a:lstStyle/>
          <a:p>
            <a:endParaRPr lang="sv-SE" dirty="0"/>
          </a:p>
        </p:txBody>
      </p:sp>
      <p:sp>
        <p:nvSpPr>
          <p:cNvPr id="4" name="Platshållare för bildnummer 3"/>
          <p:cNvSpPr>
            <a:spLocks noGrp="1"/>
          </p:cNvSpPr>
          <p:nvPr>
            <p:ph type="sldNum" sz="quarter" idx="5"/>
          </p:nvPr>
        </p:nvSpPr>
        <p:spPr/>
        <p:txBody>
          <a:bodyPr/>
          <a:lstStyle/>
          <a:p>
            <a:fld id="{BEF187A6-85EF-4105-933A-131DD0EDEC7D}" type="slidenum">
              <a:rPr lang="sv-SE" smtClean="0"/>
              <a:t>6</a:t>
            </a:fld>
            <a:endParaRPr lang="sv-SE"/>
          </a:p>
        </p:txBody>
      </p:sp>
    </p:spTree>
    <p:extLst>
      <p:ext uri="{BB962C8B-B14F-4D97-AF65-F5344CB8AC3E}">
        <p14:creationId xmlns:p14="http://schemas.microsoft.com/office/powerpoint/2010/main" val="293208257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tshållare för bildobjekt 1"/>
          <p:cNvSpPr>
            <a:spLocks noGrp="1" noRot="1" noChangeAspect="1"/>
          </p:cNvSpPr>
          <p:nvPr>
            <p:ph type="sldImg"/>
          </p:nvPr>
        </p:nvSpPr>
        <p:spPr/>
      </p:sp>
      <p:sp>
        <p:nvSpPr>
          <p:cNvPr id="3" name="Platshållare för anteckningar 2"/>
          <p:cNvSpPr>
            <a:spLocks noGrp="1"/>
          </p:cNvSpPr>
          <p:nvPr>
            <p:ph type="body" idx="1"/>
          </p:nvPr>
        </p:nvSpPr>
        <p:spPr/>
        <p:txBody>
          <a:bodyPr/>
          <a:lstStyle/>
          <a:p>
            <a:endParaRPr lang="sv-SE" sz="1050" dirty="0"/>
          </a:p>
        </p:txBody>
      </p:sp>
      <p:sp>
        <p:nvSpPr>
          <p:cNvPr id="4" name="Platshållare för bildnummer 3"/>
          <p:cNvSpPr>
            <a:spLocks noGrp="1"/>
          </p:cNvSpPr>
          <p:nvPr>
            <p:ph type="sldNum" sz="quarter" idx="5"/>
          </p:nvPr>
        </p:nvSpPr>
        <p:spPr/>
        <p:txBody>
          <a:bodyPr/>
          <a:lstStyle/>
          <a:p>
            <a:fld id="{BEF187A6-85EF-4105-933A-131DD0EDEC7D}" type="slidenum">
              <a:rPr lang="sv-SE" smtClean="0"/>
              <a:t>7</a:t>
            </a:fld>
            <a:endParaRPr lang="sv-SE"/>
          </a:p>
        </p:txBody>
      </p:sp>
    </p:spTree>
    <p:extLst>
      <p:ext uri="{BB962C8B-B14F-4D97-AF65-F5344CB8AC3E}">
        <p14:creationId xmlns:p14="http://schemas.microsoft.com/office/powerpoint/2010/main" val="36268618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tshållare för bildobjekt 1"/>
          <p:cNvSpPr>
            <a:spLocks noGrp="1" noRot="1" noChangeAspect="1"/>
          </p:cNvSpPr>
          <p:nvPr>
            <p:ph type="sldImg"/>
          </p:nvPr>
        </p:nvSpPr>
        <p:spPr/>
      </p:sp>
      <p:sp>
        <p:nvSpPr>
          <p:cNvPr id="3" name="Platshållare för anteckningar 2"/>
          <p:cNvSpPr>
            <a:spLocks noGrp="1"/>
          </p:cNvSpPr>
          <p:nvPr>
            <p:ph type="body" idx="1"/>
          </p:nvPr>
        </p:nvSpPr>
        <p:spPr/>
        <p:txBody>
          <a:bodyPr/>
          <a:lstStyle/>
          <a:p>
            <a:r>
              <a:rPr lang="sv-SE" dirty="0"/>
              <a:t>Om jag är X-spelaren i denna position, och jag rekursivt använder logiken, ser jag att jag har tre val. Ett av dem leder till ett värde på 0 – om jag spelar där, och alla spelar optimalt, kommer spelet att bli oavgjort. Om jag spelar här, kommer O att vinna, och jag förlorar, med optimalt spel. Eller här, där jag som X-spelare kan vinna – mellan ett värde på 0, -1 och 1 skulle jag föredra att välja brädet med värdet 1, eftersom det är det högsta värdet jag kan få. Så detta bräde skulle också ha ett maximalt värde på 1.</a:t>
            </a:r>
          </a:p>
          <a:p>
            <a:r>
              <a:rPr lang="sv-SE" dirty="0"/>
              <a:t>Detta spelträd kan bli mycket djupt, särskilt när fler och fler drag görs i spelet. Denna logik fungerar inte bara för tre-i-rad, utan för alla spel av denna typ, där jag gör ett drag, min motståndare gör ett drag, och vi har motsatta mål</a:t>
            </a:r>
          </a:p>
          <a:p>
            <a:endParaRPr lang="sv-SE" dirty="0"/>
          </a:p>
        </p:txBody>
      </p:sp>
      <p:sp>
        <p:nvSpPr>
          <p:cNvPr id="4" name="Platshållare för bildnummer 3"/>
          <p:cNvSpPr>
            <a:spLocks noGrp="1"/>
          </p:cNvSpPr>
          <p:nvPr>
            <p:ph type="sldNum" sz="quarter" idx="5"/>
          </p:nvPr>
        </p:nvSpPr>
        <p:spPr/>
        <p:txBody>
          <a:bodyPr/>
          <a:lstStyle/>
          <a:p>
            <a:fld id="{BEF187A6-85EF-4105-933A-131DD0EDEC7D}" type="slidenum">
              <a:rPr lang="sv-SE" smtClean="0"/>
              <a:t>8</a:t>
            </a:fld>
            <a:endParaRPr lang="sv-SE"/>
          </a:p>
        </p:txBody>
      </p:sp>
    </p:spTree>
    <p:extLst>
      <p:ext uri="{BB962C8B-B14F-4D97-AF65-F5344CB8AC3E}">
        <p14:creationId xmlns:p14="http://schemas.microsoft.com/office/powerpoint/2010/main" val="294370014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tshållare för bildobjekt 1"/>
          <p:cNvSpPr>
            <a:spLocks noGrp="1" noRot="1" noChangeAspect="1"/>
          </p:cNvSpPr>
          <p:nvPr>
            <p:ph type="sldImg"/>
          </p:nvPr>
        </p:nvSpPr>
        <p:spPr/>
      </p:sp>
      <p:sp>
        <p:nvSpPr>
          <p:cNvPr id="3" name="Platshållare för anteckningar 2"/>
          <p:cNvSpPr>
            <a:spLocks noGrp="1"/>
          </p:cNvSpPr>
          <p:nvPr>
            <p:ph type="body" idx="1"/>
          </p:nvPr>
        </p:nvSpPr>
        <p:spPr/>
        <p:txBody>
          <a:bodyPr/>
          <a:lstStyle/>
          <a:p>
            <a:r>
              <a:rPr lang="sv-SE" dirty="0"/>
              <a:t>Hur kan vi optimera detta? Kanske behöver jag inte göra alla dessa beräkningar för att komma fram till slutsatsen att det bästa draget är till vänster. Låt oss försöka igen och vara lite smartare i hur vi går tillväga.</a:t>
            </a:r>
          </a:p>
          <a:p>
            <a:r>
              <a:rPr lang="sv-SE" dirty="0"/>
              <a:t>Först börjar jag på samma sätt. Jag vet inte vad jag ska göra från början, så jag måste överväga ett av alternativen och fundera på vad min-spelaren kan göra. Min-spelaren har tre alternativ, 8, 5 och 6. Av dessa tre väljer min-spelaren 5, eftersom de försöker minimera poängen.</a:t>
            </a:r>
          </a:p>
          <a:p>
            <a:r>
              <a:rPr lang="sv-SE" dirty="0"/>
              <a:t>Nu, som max-spelare, överväger jag mitt andra alternativ och funderar på vad min motståndare skulle göra som svar. Vad kommer min-spelaren att göra? Min-spelaren kommer att titta på sina alternativ, och jag ser att 9 och 3 är möjliga drag. När jag ser en 3 här, borde det omedelbart vara en varningssignal för mig, eftersom jag vet att värdet på denna ställning kommer att vara högst 3. Det kommer att vara 3 eller mindre, även om jag inte har tittat på det sista draget eller eventuella ytterligare drag här.</a:t>
            </a:r>
          </a:p>
          <a:p>
            <a:r>
              <a:rPr lang="sv-SE" dirty="0"/>
              <a:t>Hur vet jag det? Jag vet att min-spelaren försöker minimera min poäng, och om de ser en 3, kan detta bara bli något annat än 3 om det återstående värdet är mindre än 3. Det innebär att värdet aldrig kan bli mer än 3, eftersom min-spelaren redan kan garantera en 3 och försöker minimera min poäng.</a:t>
            </a:r>
          </a:p>
          <a:p>
            <a:r>
              <a:rPr lang="sv-SE" dirty="0"/>
              <a:t>Vad betyder detta för mig? Det betyder att om jag väljer detta drag, kommer min poäng att bli 3, eller kanske mindre om jag har otur. Men jag vet redan att mitt andra drag garanterar mig en poäng på 4. Så om jag vet att jag kan få 4 med det första alternativet och högst 3 med det andra, finns det ingen anledning att överväga den andra möjligheten. Det finns inget värde eller någon siffra som kan dyka upp här som skulle få mig att ändra mig. Jag kommer alltid att välja den väg som ger mig 4, snarare än den som högst ger mig 3, om min motståndare spelar optimalt.</a:t>
            </a:r>
          </a:p>
          <a:p>
            <a:r>
              <a:rPr lang="sv-SE" dirty="0"/>
              <a:t>Detta gäller även för alla framtida ställningar jag tittar på. Om jag ser att min-spelaren skulle få ett värde på 2 här, vet jag att denna ställning inte kan vara mer än 2, eftersom den enda anledningen att värdet skulle vara något annat än 2 är om någon av de återstående ställningarna är mindre än 2, vilket skulle göra att min-spelaren väljer den istället.</a:t>
            </a:r>
          </a:p>
          <a:p>
            <a:r>
              <a:rPr lang="sv-SE" dirty="0"/>
              <a:t>Så utan att ens titta på de återstående ställningarna kan jag som max-spelare veta att valet till vänster är bättre än de två till höger, eftersom ingen av dem kan bli bättre än 3 eller 2, och 4 är det bästa jag kan få. Därför kan jag säga att denna ställning har ett värde på 4.</a:t>
            </a:r>
          </a:p>
          <a:p>
            <a:r>
              <a:rPr lang="sv-SE" dirty="0"/>
              <a:t>För att göra denna typ av beräkning har jag hållit koll på de bästa och sämsta resultaten för varje ställning. Om jag redan vet att jag kan få 4 och det bästa jag kan få på en annan plats är 3, finns det ingen anledning att överväga det vidare. Jag kan effektivt beskära detta gren och alla undergrenar från trädet.</a:t>
            </a:r>
          </a:p>
          <a:p>
            <a:r>
              <a:rPr lang="sv-SE" dirty="0"/>
              <a:t>Det är av den anledningen som denna optimering av </a:t>
            </a:r>
            <a:r>
              <a:rPr lang="sv-SE" dirty="0" err="1"/>
              <a:t>Minimax</a:t>
            </a:r>
            <a:r>
              <a:rPr lang="sv-SE" dirty="0"/>
              <a:t> kallas för </a:t>
            </a:r>
            <a:r>
              <a:rPr lang="sv-SE" b="1" dirty="0"/>
              <a:t>alfa-beta beskärning</a:t>
            </a:r>
            <a:endParaRPr lang="sv-SE" dirty="0"/>
          </a:p>
          <a:p>
            <a:endParaRPr lang="sv-SE" dirty="0"/>
          </a:p>
        </p:txBody>
      </p:sp>
      <p:sp>
        <p:nvSpPr>
          <p:cNvPr id="4" name="Platshållare för bildnummer 3"/>
          <p:cNvSpPr>
            <a:spLocks noGrp="1"/>
          </p:cNvSpPr>
          <p:nvPr>
            <p:ph type="sldNum" sz="quarter" idx="5"/>
          </p:nvPr>
        </p:nvSpPr>
        <p:spPr/>
        <p:txBody>
          <a:bodyPr/>
          <a:lstStyle/>
          <a:p>
            <a:fld id="{BEF187A6-85EF-4105-933A-131DD0EDEC7D}" type="slidenum">
              <a:rPr lang="sv-SE" smtClean="0"/>
              <a:t>14</a:t>
            </a:fld>
            <a:endParaRPr lang="sv-SE"/>
          </a:p>
        </p:txBody>
      </p:sp>
    </p:spTree>
    <p:extLst>
      <p:ext uri="{BB962C8B-B14F-4D97-AF65-F5344CB8AC3E}">
        <p14:creationId xmlns:p14="http://schemas.microsoft.com/office/powerpoint/2010/main" val="197242822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Rubrikbi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sv-SE"/>
              <a:t>Klicka här för att ändra mall för rubrikformat</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sv-SE"/>
              <a:t>Klicka här för att ändra mall för underrubrikformat</a:t>
            </a:r>
            <a:endParaRPr lang="en-US" dirty="0"/>
          </a:p>
        </p:txBody>
      </p:sp>
      <p:sp>
        <p:nvSpPr>
          <p:cNvPr id="4" name="Date Placeholder 3"/>
          <p:cNvSpPr>
            <a:spLocks noGrp="1"/>
          </p:cNvSpPr>
          <p:nvPr>
            <p:ph type="dt" sz="half" idx="10"/>
          </p:nvPr>
        </p:nvSpPr>
        <p:spPr/>
        <p:txBody>
          <a:bodyPr/>
          <a:lstStyle/>
          <a:p>
            <a:fld id="{0C4D9E0B-5A5A-4E9B-870B-372EDBD75095}" type="datetimeFigureOut">
              <a:rPr lang="sv-SE" smtClean="0"/>
              <a:t>2025-01-07</a:t>
            </a:fld>
            <a:endParaRPr lang="sv-SE"/>
          </a:p>
        </p:txBody>
      </p:sp>
      <p:sp>
        <p:nvSpPr>
          <p:cNvPr id="5" name="Footer Placeholder 4"/>
          <p:cNvSpPr>
            <a:spLocks noGrp="1"/>
          </p:cNvSpPr>
          <p:nvPr>
            <p:ph type="ftr" sz="quarter" idx="11"/>
          </p:nvPr>
        </p:nvSpPr>
        <p:spPr/>
        <p:txBody>
          <a:bodyPr/>
          <a:lstStyle/>
          <a:p>
            <a:endParaRPr lang="sv-SE"/>
          </a:p>
        </p:txBody>
      </p:sp>
      <p:sp>
        <p:nvSpPr>
          <p:cNvPr id="6" name="Slide Number Placeholder 5"/>
          <p:cNvSpPr>
            <a:spLocks noGrp="1"/>
          </p:cNvSpPr>
          <p:nvPr>
            <p:ph type="sldNum" sz="quarter" idx="12"/>
          </p:nvPr>
        </p:nvSpPr>
        <p:spPr/>
        <p:txBody>
          <a:bodyPr/>
          <a:lstStyle/>
          <a:p>
            <a:fld id="{66221912-55CB-4B17-9B37-F21DB4E4B375}" type="slidenum">
              <a:rPr lang="sv-SE" smtClean="0"/>
              <a:t>‹#›</a:t>
            </a:fld>
            <a:endParaRPr lang="sv-SE"/>
          </a:p>
        </p:txBody>
      </p:sp>
    </p:spTree>
    <p:extLst>
      <p:ext uri="{BB962C8B-B14F-4D97-AF65-F5344CB8AC3E}">
        <p14:creationId xmlns:p14="http://schemas.microsoft.com/office/powerpoint/2010/main" val="201212956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Rubrik och innehål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sv-SE"/>
              <a:t>Klicka här för att ändra mall för rubrikformat</a:t>
            </a:r>
            <a:endParaRPr lang="en-US" dirty="0"/>
          </a:p>
        </p:txBody>
      </p:sp>
      <p:sp>
        <p:nvSpPr>
          <p:cNvPr id="3" name="Content Placeholder 2"/>
          <p:cNvSpPr>
            <a:spLocks noGrp="1"/>
          </p:cNvSpPr>
          <p:nvPr>
            <p:ph idx="1"/>
          </p:nvPr>
        </p:nvSpPr>
        <p:spPr/>
        <p:txBody>
          <a:body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endParaRPr lang="en-US" dirty="0"/>
          </a:p>
        </p:txBody>
      </p:sp>
      <p:sp>
        <p:nvSpPr>
          <p:cNvPr id="4" name="Date Placeholder 3"/>
          <p:cNvSpPr>
            <a:spLocks noGrp="1"/>
          </p:cNvSpPr>
          <p:nvPr>
            <p:ph type="dt" sz="half" idx="10"/>
          </p:nvPr>
        </p:nvSpPr>
        <p:spPr/>
        <p:txBody>
          <a:bodyPr/>
          <a:lstStyle/>
          <a:p>
            <a:fld id="{0C4D9E0B-5A5A-4E9B-870B-372EDBD75095}" type="datetimeFigureOut">
              <a:rPr lang="sv-SE" smtClean="0"/>
              <a:t>2025-01-07</a:t>
            </a:fld>
            <a:endParaRPr lang="sv-SE"/>
          </a:p>
        </p:txBody>
      </p:sp>
      <p:sp>
        <p:nvSpPr>
          <p:cNvPr id="5" name="Footer Placeholder 4"/>
          <p:cNvSpPr>
            <a:spLocks noGrp="1"/>
          </p:cNvSpPr>
          <p:nvPr>
            <p:ph type="ftr" sz="quarter" idx="11"/>
          </p:nvPr>
        </p:nvSpPr>
        <p:spPr/>
        <p:txBody>
          <a:bodyPr/>
          <a:lstStyle/>
          <a:p>
            <a:endParaRPr lang="sv-SE"/>
          </a:p>
        </p:txBody>
      </p:sp>
      <p:sp>
        <p:nvSpPr>
          <p:cNvPr id="6" name="Slide Number Placeholder 5"/>
          <p:cNvSpPr>
            <a:spLocks noGrp="1"/>
          </p:cNvSpPr>
          <p:nvPr>
            <p:ph type="sldNum" sz="quarter" idx="12"/>
          </p:nvPr>
        </p:nvSpPr>
        <p:spPr/>
        <p:txBody>
          <a:bodyPr/>
          <a:lstStyle/>
          <a:p>
            <a:fld id="{66221912-55CB-4B17-9B37-F21DB4E4B375}" type="slidenum">
              <a:rPr lang="sv-SE" smtClean="0"/>
              <a:t>‹#›</a:t>
            </a:fld>
            <a:endParaRPr lang="sv-SE"/>
          </a:p>
        </p:txBody>
      </p:sp>
    </p:spTree>
    <p:extLst>
      <p:ext uri="{BB962C8B-B14F-4D97-AF65-F5344CB8AC3E}">
        <p14:creationId xmlns:p14="http://schemas.microsoft.com/office/powerpoint/2010/main" val="7232943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vsnittsrubrik">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sv-SE"/>
              <a:t>Klicka här för att ändra mall för rubrikformat</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sv-SE"/>
              <a:t>Klicka här för att ändra format på bakgrundstexten</a:t>
            </a:r>
          </a:p>
        </p:txBody>
      </p:sp>
      <p:sp>
        <p:nvSpPr>
          <p:cNvPr id="4" name="Date Placeholder 3"/>
          <p:cNvSpPr>
            <a:spLocks noGrp="1"/>
          </p:cNvSpPr>
          <p:nvPr>
            <p:ph type="dt" sz="half" idx="10"/>
          </p:nvPr>
        </p:nvSpPr>
        <p:spPr/>
        <p:txBody>
          <a:bodyPr/>
          <a:lstStyle/>
          <a:p>
            <a:fld id="{0C4D9E0B-5A5A-4E9B-870B-372EDBD75095}" type="datetimeFigureOut">
              <a:rPr lang="sv-SE" smtClean="0"/>
              <a:t>2025-01-07</a:t>
            </a:fld>
            <a:endParaRPr lang="sv-SE"/>
          </a:p>
        </p:txBody>
      </p:sp>
      <p:sp>
        <p:nvSpPr>
          <p:cNvPr id="5" name="Footer Placeholder 4"/>
          <p:cNvSpPr>
            <a:spLocks noGrp="1"/>
          </p:cNvSpPr>
          <p:nvPr>
            <p:ph type="ftr" sz="quarter" idx="11"/>
          </p:nvPr>
        </p:nvSpPr>
        <p:spPr/>
        <p:txBody>
          <a:bodyPr/>
          <a:lstStyle/>
          <a:p>
            <a:endParaRPr lang="sv-SE"/>
          </a:p>
        </p:txBody>
      </p:sp>
      <p:sp>
        <p:nvSpPr>
          <p:cNvPr id="6" name="Slide Number Placeholder 5"/>
          <p:cNvSpPr>
            <a:spLocks noGrp="1"/>
          </p:cNvSpPr>
          <p:nvPr>
            <p:ph type="sldNum" sz="quarter" idx="12"/>
          </p:nvPr>
        </p:nvSpPr>
        <p:spPr/>
        <p:txBody>
          <a:bodyPr/>
          <a:lstStyle/>
          <a:p>
            <a:fld id="{66221912-55CB-4B17-9B37-F21DB4E4B375}" type="slidenum">
              <a:rPr lang="sv-SE" smtClean="0"/>
              <a:t>‹#›</a:t>
            </a:fld>
            <a:endParaRPr lang="sv-SE"/>
          </a:p>
        </p:txBody>
      </p:sp>
    </p:spTree>
    <p:extLst>
      <p:ext uri="{BB962C8B-B14F-4D97-AF65-F5344CB8AC3E}">
        <p14:creationId xmlns:p14="http://schemas.microsoft.com/office/powerpoint/2010/main" val="162777354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vå delar">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sv-SE"/>
              <a:t>Klicka här för att ändra mall för rubrikformat</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endParaRPr lang="en-US" dirty="0"/>
          </a:p>
        </p:txBody>
      </p:sp>
      <p:sp>
        <p:nvSpPr>
          <p:cNvPr id="5" name="Date Placeholder 4"/>
          <p:cNvSpPr>
            <a:spLocks noGrp="1"/>
          </p:cNvSpPr>
          <p:nvPr>
            <p:ph type="dt" sz="half" idx="10"/>
          </p:nvPr>
        </p:nvSpPr>
        <p:spPr/>
        <p:txBody>
          <a:bodyPr/>
          <a:lstStyle/>
          <a:p>
            <a:fld id="{0C4D9E0B-5A5A-4E9B-870B-372EDBD75095}" type="datetimeFigureOut">
              <a:rPr lang="sv-SE" smtClean="0"/>
              <a:t>2025-01-07</a:t>
            </a:fld>
            <a:endParaRPr lang="sv-SE"/>
          </a:p>
        </p:txBody>
      </p:sp>
      <p:sp>
        <p:nvSpPr>
          <p:cNvPr id="6" name="Footer Placeholder 5"/>
          <p:cNvSpPr>
            <a:spLocks noGrp="1"/>
          </p:cNvSpPr>
          <p:nvPr>
            <p:ph type="ftr" sz="quarter" idx="11"/>
          </p:nvPr>
        </p:nvSpPr>
        <p:spPr/>
        <p:txBody>
          <a:bodyPr/>
          <a:lstStyle/>
          <a:p>
            <a:endParaRPr lang="sv-SE"/>
          </a:p>
        </p:txBody>
      </p:sp>
      <p:sp>
        <p:nvSpPr>
          <p:cNvPr id="7" name="Slide Number Placeholder 6"/>
          <p:cNvSpPr>
            <a:spLocks noGrp="1"/>
          </p:cNvSpPr>
          <p:nvPr>
            <p:ph type="sldNum" sz="quarter" idx="12"/>
          </p:nvPr>
        </p:nvSpPr>
        <p:spPr/>
        <p:txBody>
          <a:bodyPr/>
          <a:lstStyle/>
          <a:p>
            <a:fld id="{66221912-55CB-4B17-9B37-F21DB4E4B375}" type="slidenum">
              <a:rPr lang="sv-SE" smtClean="0"/>
              <a:t>‹#›</a:t>
            </a:fld>
            <a:endParaRPr lang="sv-SE"/>
          </a:p>
        </p:txBody>
      </p:sp>
    </p:spTree>
    <p:extLst>
      <p:ext uri="{BB962C8B-B14F-4D97-AF65-F5344CB8AC3E}">
        <p14:creationId xmlns:p14="http://schemas.microsoft.com/office/powerpoint/2010/main" val="24229093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Jämförelse">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sv-SE"/>
              <a:t>Klicka här för att ändra mall för rubrikformat</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sv-SE"/>
              <a:t>Klicka här för att ändra format på bakgrundstexten</a:t>
            </a:r>
          </a:p>
        </p:txBody>
      </p:sp>
      <p:sp>
        <p:nvSpPr>
          <p:cNvPr id="4" name="Content Placeholder 3"/>
          <p:cNvSpPr>
            <a:spLocks noGrp="1"/>
          </p:cNvSpPr>
          <p:nvPr>
            <p:ph sz="half" idx="2"/>
          </p:nvPr>
        </p:nvSpPr>
        <p:spPr>
          <a:xfrm>
            <a:off x="839788" y="2505075"/>
            <a:ext cx="5157787" cy="3684588"/>
          </a:xfrm>
        </p:spPr>
        <p:txBody>
          <a:body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sv-SE"/>
              <a:t>Klicka här för att ändra format på bakgrundstexten</a:t>
            </a:r>
          </a:p>
        </p:txBody>
      </p:sp>
      <p:sp>
        <p:nvSpPr>
          <p:cNvPr id="6" name="Content Placeholder 5"/>
          <p:cNvSpPr>
            <a:spLocks noGrp="1"/>
          </p:cNvSpPr>
          <p:nvPr>
            <p:ph sz="quarter" idx="4"/>
          </p:nvPr>
        </p:nvSpPr>
        <p:spPr>
          <a:xfrm>
            <a:off x="6172200" y="2505075"/>
            <a:ext cx="5183188" cy="3684588"/>
          </a:xfrm>
        </p:spPr>
        <p:txBody>
          <a:body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endParaRPr lang="en-US" dirty="0"/>
          </a:p>
        </p:txBody>
      </p:sp>
      <p:sp>
        <p:nvSpPr>
          <p:cNvPr id="7" name="Date Placeholder 6"/>
          <p:cNvSpPr>
            <a:spLocks noGrp="1"/>
          </p:cNvSpPr>
          <p:nvPr>
            <p:ph type="dt" sz="half" idx="10"/>
          </p:nvPr>
        </p:nvSpPr>
        <p:spPr/>
        <p:txBody>
          <a:bodyPr/>
          <a:lstStyle/>
          <a:p>
            <a:fld id="{0C4D9E0B-5A5A-4E9B-870B-372EDBD75095}" type="datetimeFigureOut">
              <a:rPr lang="sv-SE" smtClean="0"/>
              <a:t>2025-01-07</a:t>
            </a:fld>
            <a:endParaRPr lang="sv-SE"/>
          </a:p>
        </p:txBody>
      </p:sp>
      <p:sp>
        <p:nvSpPr>
          <p:cNvPr id="8" name="Footer Placeholder 7"/>
          <p:cNvSpPr>
            <a:spLocks noGrp="1"/>
          </p:cNvSpPr>
          <p:nvPr>
            <p:ph type="ftr" sz="quarter" idx="11"/>
          </p:nvPr>
        </p:nvSpPr>
        <p:spPr/>
        <p:txBody>
          <a:bodyPr/>
          <a:lstStyle/>
          <a:p>
            <a:endParaRPr lang="sv-SE"/>
          </a:p>
        </p:txBody>
      </p:sp>
      <p:sp>
        <p:nvSpPr>
          <p:cNvPr id="9" name="Slide Number Placeholder 8"/>
          <p:cNvSpPr>
            <a:spLocks noGrp="1"/>
          </p:cNvSpPr>
          <p:nvPr>
            <p:ph type="sldNum" sz="quarter" idx="12"/>
          </p:nvPr>
        </p:nvSpPr>
        <p:spPr/>
        <p:txBody>
          <a:bodyPr/>
          <a:lstStyle/>
          <a:p>
            <a:fld id="{66221912-55CB-4B17-9B37-F21DB4E4B375}" type="slidenum">
              <a:rPr lang="sv-SE" smtClean="0"/>
              <a:t>‹#›</a:t>
            </a:fld>
            <a:endParaRPr lang="sv-SE"/>
          </a:p>
        </p:txBody>
      </p:sp>
    </p:spTree>
    <p:extLst>
      <p:ext uri="{BB962C8B-B14F-4D97-AF65-F5344CB8AC3E}">
        <p14:creationId xmlns:p14="http://schemas.microsoft.com/office/powerpoint/2010/main" val="363195958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Endast rubrik">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sv-SE"/>
              <a:t>Klicka här för att ändra mall för rubrikformat</a:t>
            </a:r>
            <a:endParaRPr lang="en-US" dirty="0"/>
          </a:p>
        </p:txBody>
      </p:sp>
      <p:sp>
        <p:nvSpPr>
          <p:cNvPr id="3" name="Date Placeholder 2"/>
          <p:cNvSpPr>
            <a:spLocks noGrp="1"/>
          </p:cNvSpPr>
          <p:nvPr>
            <p:ph type="dt" sz="half" idx="10"/>
          </p:nvPr>
        </p:nvSpPr>
        <p:spPr/>
        <p:txBody>
          <a:bodyPr/>
          <a:lstStyle/>
          <a:p>
            <a:fld id="{0C4D9E0B-5A5A-4E9B-870B-372EDBD75095}" type="datetimeFigureOut">
              <a:rPr lang="sv-SE" smtClean="0"/>
              <a:t>2025-01-07</a:t>
            </a:fld>
            <a:endParaRPr lang="sv-SE"/>
          </a:p>
        </p:txBody>
      </p:sp>
      <p:sp>
        <p:nvSpPr>
          <p:cNvPr id="4" name="Footer Placeholder 3"/>
          <p:cNvSpPr>
            <a:spLocks noGrp="1"/>
          </p:cNvSpPr>
          <p:nvPr>
            <p:ph type="ftr" sz="quarter" idx="11"/>
          </p:nvPr>
        </p:nvSpPr>
        <p:spPr/>
        <p:txBody>
          <a:bodyPr/>
          <a:lstStyle/>
          <a:p>
            <a:endParaRPr lang="sv-SE"/>
          </a:p>
        </p:txBody>
      </p:sp>
      <p:sp>
        <p:nvSpPr>
          <p:cNvPr id="5" name="Slide Number Placeholder 4"/>
          <p:cNvSpPr>
            <a:spLocks noGrp="1"/>
          </p:cNvSpPr>
          <p:nvPr>
            <p:ph type="sldNum" sz="quarter" idx="12"/>
          </p:nvPr>
        </p:nvSpPr>
        <p:spPr/>
        <p:txBody>
          <a:bodyPr/>
          <a:lstStyle/>
          <a:p>
            <a:fld id="{66221912-55CB-4B17-9B37-F21DB4E4B375}" type="slidenum">
              <a:rPr lang="sv-SE" smtClean="0"/>
              <a:t>‹#›</a:t>
            </a:fld>
            <a:endParaRPr lang="sv-SE"/>
          </a:p>
        </p:txBody>
      </p:sp>
    </p:spTree>
    <p:extLst>
      <p:ext uri="{BB962C8B-B14F-4D97-AF65-F5344CB8AC3E}">
        <p14:creationId xmlns:p14="http://schemas.microsoft.com/office/powerpoint/2010/main" val="37480796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Tom">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C4D9E0B-5A5A-4E9B-870B-372EDBD75095}" type="datetimeFigureOut">
              <a:rPr lang="sv-SE" smtClean="0"/>
              <a:t>2025-01-07</a:t>
            </a:fld>
            <a:endParaRPr lang="sv-SE"/>
          </a:p>
        </p:txBody>
      </p:sp>
      <p:sp>
        <p:nvSpPr>
          <p:cNvPr id="3" name="Footer Placeholder 2"/>
          <p:cNvSpPr>
            <a:spLocks noGrp="1"/>
          </p:cNvSpPr>
          <p:nvPr>
            <p:ph type="ftr" sz="quarter" idx="11"/>
          </p:nvPr>
        </p:nvSpPr>
        <p:spPr/>
        <p:txBody>
          <a:bodyPr/>
          <a:lstStyle/>
          <a:p>
            <a:endParaRPr lang="sv-SE"/>
          </a:p>
        </p:txBody>
      </p:sp>
      <p:sp>
        <p:nvSpPr>
          <p:cNvPr id="4" name="Slide Number Placeholder 3"/>
          <p:cNvSpPr>
            <a:spLocks noGrp="1"/>
          </p:cNvSpPr>
          <p:nvPr>
            <p:ph type="sldNum" sz="quarter" idx="12"/>
          </p:nvPr>
        </p:nvSpPr>
        <p:spPr/>
        <p:txBody>
          <a:bodyPr/>
          <a:lstStyle/>
          <a:p>
            <a:fld id="{66221912-55CB-4B17-9B37-F21DB4E4B375}" type="slidenum">
              <a:rPr lang="sv-SE" smtClean="0"/>
              <a:t>‹#›</a:t>
            </a:fld>
            <a:endParaRPr lang="sv-SE"/>
          </a:p>
        </p:txBody>
      </p:sp>
    </p:spTree>
    <p:extLst>
      <p:ext uri="{BB962C8B-B14F-4D97-AF65-F5344CB8AC3E}">
        <p14:creationId xmlns:p14="http://schemas.microsoft.com/office/powerpoint/2010/main" val="200146300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Text med bildtext">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sv-SE"/>
              <a:t>Klicka här för att ändra mall för rubrikformat</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sv-SE"/>
              <a:t>Klicka här för att ändra format på bakgrundstexten</a:t>
            </a:r>
          </a:p>
        </p:txBody>
      </p:sp>
      <p:sp>
        <p:nvSpPr>
          <p:cNvPr id="5" name="Date Placeholder 4"/>
          <p:cNvSpPr>
            <a:spLocks noGrp="1"/>
          </p:cNvSpPr>
          <p:nvPr>
            <p:ph type="dt" sz="half" idx="10"/>
          </p:nvPr>
        </p:nvSpPr>
        <p:spPr/>
        <p:txBody>
          <a:bodyPr/>
          <a:lstStyle/>
          <a:p>
            <a:fld id="{0C4D9E0B-5A5A-4E9B-870B-372EDBD75095}" type="datetimeFigureOut">
              <a:rPr lang="sv-SE" smtClean="0"/>
              <a:t>2025-01-07</a:t>
            </a:fld>
            <a:endParaRPr lang="sv-SE"/>
          </a:p>
        </p:txBody>
      </p:sp>
      <p:sp>
        <p:nvSpPr>
          <p:cNvPr id="6" name="Footer Placeholder 5"/>
          <p:cNvSpPr>
            <a:spLocks noGrp="1"/>
          </p:cNvSpPr>
          <p:nvPr>
            <p:ph type="ftr" sz="quarter" idx="11"/>
          </p:nvPr>
        </p:nvSpPr>
        <p:spPr/>
        <p:txBody>
          <a:bodyPr/>
          <a:lstStyle/>
          <a:p>
            <a:endParaRPr lang="sv-SE"/>
          </a:p>
        </p:txBody>
      </p:sp>
      <p:sp>
        <p:nvSpPr>
          <p:cNvPr id="7" name="Slide Number Placeholder 6"/>
          <p:cNvSpPr>
            <a:spLocks noGrp="1"/>
          </p:cNvSpPr>
          <p:nvPr>
            <p:ph type="sldNum" sz="quarter" idx="12"/>
          </p:nvPr>
        </p:nvSpPr>
        <p:spPr/>
        <p:txBody>
          <a:bodyPr/>
          <a:lstStyle/>
          <a:p>
            <a:fld id="{66221912-55CB-4B17-9B37-F21DB4E4B375}" type="slidenum">
              <a:rPr lang="sv-SE" smtClean="0"/>
              <a:t>‹#›</a:t>
            </a:fld>
            <a:endParaRPr lang="sv-SE"/>
          </a:p>
        </p:txBody>
      </p:sp>
    </p:spTree>
    <p:extLst>
      <p:ext uri="{BB962C8B-B14F-4D97-AF65-F5344CB8AC3E}">
        <p14:creationId xmlns:p14="http://schemas.microsoft.com/office/powerpoint/2010/main" val="28960969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ild med bildtext">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sv-SE"/>
              <a:t>Klicka här för att ändra mall för rubrikformat</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sv-SE"/>
              <a:t>Klicka på ikonen för att lägga till en bild</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sv-SE"/>
              <a:t>Klicka här för att ändra format på bakgrundstexten</a:t>
            </a:r>
          </a:p>
        </p:txBody>
      </p:sp>
      <p:sp>
        <p:nvSpPr>
          <p:cNvPr id="5" name="Date Placeholder 4"/>
          <p:cNvSpPr>
            <a:spLocks noGrp="1"/>
          </p:cNvSpPr>
          <p:nvPr>
            <p:ph type="dt" sz="half" idx="10"/>
          </p:nvPr>
        </p:nvSpPr>
        <p:spPr/>
        <p:txBody>
          <a:bodyPr/>
          <a:lstStyle/>
          <a:p>
            <a:fld id="{0C4D9E0B-5A5A-4E9B-870B-372EDBD75095}" type="datetimeFigureOut">
              <a:rPr lang="sv-SE" smtClean="0"/>
              <a:t>2025-01-07</a:t>
            </a:fld>
            <a:endParaRPr lang="sv-SE"/>
          </a:p>
        </p:txBody>
      </p:sp>
      <p:sp>
        <p:nvSpPr>
          <p:cNvPr id="6" name="Footer Placeholder 5"/>
          <p:cNvSpPr>
            <a:spLocks noGrp="1"/>
          </p:cNvSpPr>
          <p:nvPr>
            <p:ph type="ftr" sz="quarter" idx="11"/>
          </p:nvPr>
        </p:nvSpPr>
        <p:spPr/>
        <p:txBody>
          <a:bodyPr/>
          <a:lstStyle/>
          <a:p>
            <a:endParaRPr lang="sv-SE"/>
          </a:p>
        </p:txBody>
      </p:sp>
      <p:sp>
        <p:nvSpPr>
          <p:cNvPr id="7" name="Slide Number Placeholder 6"/>
          <p:cNvSpPr>
            <a:spLocks noGrp="1"/>
          </p:cNvSpPr>
          <p:nvPr>
            <p:ph type="sldNum" sz="quarter" idx="12"/>
          </p:nvPr>
        </p:nvSpPr>
        <p:spPr/>
        <p:txBody>
          <a:bodyPr/>
          <a:lstStyle/>
          <a:p>
            <a:fld id="{66221912-55CB-4B17-9B37-F21DB4E4B375}" type="slidenum">
              <a:rPr lang="sv-SE" smtClean="0"/>
              <a:t>‹#›</a:t>
            </a:fld>
            <a:endParaRPr lang="sv-SE"/>
          </a:p>
        </p:txBody>
      </p:sp>
    </p:spTree>
    <p:extLst>
      <p:ext uri="{BB962C8B-B14F-4D97-AF65-F5344CB8AC3E}">
        <p14:creationId xmlns:p14="http://schemas.microsoft.com/office/powerpoint/2010/main" val="313563131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Rubrik och lodrät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sv-SE"/>
              <a:t>Klicka här för att ändra mall för rubrikformat</a:t>
            </a:r>
            <a:endParaRPr lang="en-US" dirty="0"/>
          </a:p>
        </p:txBody>
      </p:sp>
      <p:sp>
        <p:nvSpPr>
          <p:cNvPr id="3" name="Vertical Text Placeholder 2"/>
          <p:cNvSpPr>
            <a:spLocks noGrp="1"/>
          </p:cNvSpPr>
          <p:nvPr>
            <p:ph type="body" orient="vert" idx="1"/>
          </p:nvPr>
        </p:nvSpPr>
        <p:spPr/>
        <p:txBody>
          <a:bodyPr vert="eaVert"/>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endParaRPr lang="en-US" dirty="0"/>
          </a:p>
        </p:txBody>
      </p:sp>
      <p:sp>
        <p:nvSpPr>
          <p:cNvPr id="4" name="Date Placeholder 3"/>
          <p:cNvSpPr>
            <a:spLocks noGrp="1"/>
          </p:cNvSpPr>
          <p:nvPr>
            <p:ph type="dt" sz="half" idx="10"/>
          </p:nvPr>
        </p:nvSpPr>
        <p:spPr/>
        <p:txBody>
          <a:bodyPr/>
          <a:lstStyle/>
          <a:p>
            <a:fld id="{0C4D9E0B-5A5A-4E9B-870B-372EDBD75095}" type="datetimeFigureOut">
              <a:rPr lang="sv-SE" smtClean="0"/>
              <a:t>2025-01-07</a:t>
            </a:fld>
            <a:endParaRPr lang="sv-SE"/>
          </a:p>
        </p:txBody>
      </p:sp>
      <p:sp>
        <p:nvSpPr>
          <p:cNvPr id="5" name="Footer Placeholder 4"/>
          <p:cNvSpPr>
            <a:spLocks noGrp="1"/>
          </p:cNvSpPr>
          <p:nvPr>
            <p:ph type="ftr" sz="quarter" idx="11"/>
          </p:nvPr>
        </p:nvSpPr>
        <p:spPr/>
        <p:txBody>
          <a:bodyPr/>
          <a:lstStyle/>
          <a:p>
            <a:endParaRPr lang="sv-SE"/>
          </a:p>
        </p:txBody>
      </p:sp>
      <p:sp>
        <p:nvSpPr>
          <p:cNvPr id="6" name="Slide Number Placeholder 5"/>
          <p:cNvSpPr>
            <a:spLocks noGrp="1"/>
          </p:cNvSpPr>
          <p:nvPr>
            <p:ph type="sldNum" sz="quarter" idx="12"/>
          </p:nvPr>
        </p:nvSpPr>
        <p:spPr/>
        <p:txBody>
          <a:bodyPr/>
          <a:lstStyle/>
          <a:p>
            <a:fld id="{66221912-55CB-4B17-9B37-F21DB4E4B375}" type="slidenum">
              <a:rPr lang="sv-SE" smtClean="0"/>
              <a:t>‹#›</a:t>
            </a:fld>
            <a:endParaRPr lang="sv-SE"/>
          </a:p>
        </p:txBody>
      </p:sp>
    </p:spTree>
    <p:extLst>
      <p:ext uri="{BB962C8B-B14F-4D97-AF65-F5344CB8AC3E}">
        <p14:creationId xmlns:p14="http://schemas.microsoft.com/office/powerpoint/2010/main" val="20706436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Lodrät rubrik och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sv-SE"/>
              <a:t>Klicka här för att ändra mall för rubrikformat</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endParaRPr lang="en-US" dirty="0"/>
          </a:p>
        </p:txBody>
      </p:sp>
      <p:sp>
        <p:nvSpPr>
          <p:cNvPr id="4" name="Date Placeholder 3"/>
          <p:cNvSpPr>
            <a:spLocks noGrp="1"/>
          </p:cNvSpPr>
          <p:nvPr>
            <p:ph type="dt" sz="half" idx="10"/>
          </p:nvPr>
        </p:nvSpPr>
        <p:spPr/>
        <p:txBody>
          <a:bodyPr/>
          <a:lstStyle/>
          <a:p>
            <a:fld id="{0C4D9E0B-5A5A-4E9B-870B-372EDBD75095}" type="datetimeFigureOut">
              <a:rPr lang="sv-SE" smtClean="0"/>
              <a:t>2025-01-07</a:t>
            </a:fld>
            <a:endParaRPr lang="sv-SE"/>
          </a:p>
        </p:txBody>
      </p:sp>
      <p:sp>
        <p:nvSpPr>
          <p:cNvPr id="5" name="Footer Placeholder 4"/>
          <p:cNvSpPr>
            <a:spLocks noGrp="1"/>
          </p:cNvSpPr>
          <p:nvPr>
            <p:ph type="ftr" sz="quarter" idx="11"/>
          </p:nvPr>
        </p:nvSpPr>
        <p:spPr/>
        <p:txBody>
          <a:bodyPr/>
          <a:lstStyle/>
          <a:p>
            <a:endParaRPr lang="sv-SE"/>
          </a:p>
        </p:txBody>
      </p:sp>
      <p:sp>
        <p:nvSpPr>
          <p:cNvPr id="6" name="Slide Number Placeholder 5"/>
          <p:cNvSpPr>
            <a:spLocks noGrp="1"/>
          </p:cNvSpPr>
          <p:nvPr>
            <p:ph type="sldNum" sz="quarter" idx="12"/>
          </p:nvPr>
        </p:nvSpPr>
        <p:spPr/>
        <p:txBody>
          <a:bodyPr/>
          <a:lstStyle/>
          <a:p>
            <a:fld id="{66221912-55CB-4B17-9B37-F21DB4E4B375}" type="slidenum">
              <a:rPr lang="sv-SE" smtClean="0"/>
              <a:t>‹#›</a:t>
            </a:fld>
            <a:endParaRPr lang="sv-SE"/>
          </a:p>
        </p:txBody>
      </p:sp>
    </p:spTree>
    <p:extLst>
      <p:ext uri="{BB962C8B-B14F-4D97-AF65-F5344CB8AC3E}">
        <p14:creationId xmlns:p14="http://schemas.microsoft.com/office/powerpoint/2010/main" val="269910820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spTree>
      <p:nvGrpSpPr>
        <p:cNvPr id="1" name=""/>
        <p:cNvGrpSpPr/>
        <p:nvPr/>
      </p:nvGrpSpPr>
      <p:grpSpPr>
        <a:xfrm>
          <a:off x="0" y="0"/>
          <a:ext cx="0" cy="0"/>
          <a:chOff x="0" y="0"/>
          <a:chExt cx="0" cy="0"/>
        </a:xfrm>
      </p:grpSpPr>
    </p:spTree>
    <p:extLst>
      <p:ext uri="{BB962C8B-B14F-4D97-AF65-F5344CB8AC3E}">
        <p14:creationId xmlns:p14="http://schemas.microsoft.com/office/powerpoint/2010/main" val="234880535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sv-SE"/>
              <a:t>Klicka här för att ändra mall för rubrikformat</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C4D9E0B-5A5A-4E9B-870B-372EDBD75095}" type="datetimeFigureOut">
              <a:rPr lang="sv-SE" smtClean="0"/>
              <a:t>2025-01-07</a:t>
            </a:fld>
            <a:endParaRPr lang="sv-SE"/>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sv-SE"/>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6221912-55CB-4B17-9B37-F21DB4E4B375}" type="slidenum">
              <a:rPr lang="sv-SE" smtClean="0"/>
              <a:t>‹#›</a:t>
            </a:fld>
            <a:endParaRPr lang="sv-SE"/>
          </a:p>
        </p:txBody>
      </p:sp>
    </p:spTree>
    <p:extLst>
      <p:ext uri="{BB962C8B-B14F-4D97-AF65-F5344CB8AC3E}">
        <p14:creationId xmlns:p14="http://schemas.microsoft.com/office/powerpoint/2010/main" val="1711282247"/>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12.xml"/><Relationship Id="rId5" Type="http://schemas.openxmlformats.org/officeDocument/2006/relationships/image" Target="../media/image11.png"/><Relationship Id="rId4" Type="http://schemas.openxmlformats.org/officeDocument/2006/relationships/image" Target="../media/image10.png"/></Relationships>
</file>

<file path=ppt/slides/_rels/slide17.xml.rels><?xml version="1.0" encoding="UTF-8" standalone="yes"?>
<Relationships xmlns="http://schemas.openxmlformats.org/package/2006/relationships"><Relationship Id="rId8" Type="http://schemas.openxmlformats.org/officeDocument/2006/relationships/image" Target="../media/image18.png"/><Relationship Id="rId13" Type="http://schemas.openxmlformats.org/officeDocument/2006/relationships/image" Target="../media/image23.png"/><Relationship Id="rId3" Type="http://schemas.openxmlformats.org/officeDocument/2006/relationships/image" Target="../media/image13.png"/><Relationship Id="rId7" Type="http://schemas.openxmlformats.org/officeDocument/2006/relationships/image" Target="../media/image17.png"/><Relationship Id="rId12" Type="http://schemas.openxmlformats.org/officeDocument/2006/relationships/image" Target="../media/image22.png"/><Relationship Id="rId17" Type="http://schemas.openxmlformats.org/officeDocument/2006/relationships/image" Target="../media/image27.png"/><Relationship Id="rId2" Type="http://schemas.openxmlformats.org/officeDocument/2006/relationships/image" Target="../media/image12.png"/><Relationship Id="rId16" Type="http://schemas.openxmlformats.org/officeDocument/2006/relationships/image" Target="../media/image26.png"/><Relationship Id="rId1" Type="http://schemas.openxmlformats.org/officeDocument/2006/relationships/slideLayout" Target="../slideLayouts/slideLayout12.xml"/><Relationship Id="rId6" Type="http://schemas.openxmlformats.org/officeDocument/2006/relationships/image" Target="../media/image16.png"/><Relationship Id="rId11" Type="http://schemas.openxmlformats.org/officeDocument/2006/relationships/image" Target="../media/image21.png"/><Relationship Id="rId5" Type="http://schemas.openxmlformats.org/officeDocument/2006/relationships/image" Target="../media/image15.png"/><Relationship Id="rId15" Type="http://schemas.openxmlformats.org/officeDocument/2006/relationships/image" Target="../media/image25.png"/><Relationship Id="rId10" Type="http://schemas.openxmlformats.org/officeDocument/2006/relationships/image" Target="../media/image20.png"/><Relationship Id="rId4" Type="http://schemas.openxmlformats.org/officeDocument/2006/relationships/image" Target="../media/image14.png"/><Relationship Id="rId9" Type="http://schemas.openxmlformats.org/officeDocument/2006/relationships/image" Target="../media/image19.png"/><Relationship Id="rId14" Type="http://schemas.openxmlformats.org/officeDocument/2006/relationships/image" Target="../media/image2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2" Type="http://schemas.openxmlformats.org/officeDocument/2006/relationships/hyperlink" Target="https://www.youtube.com/watch?v=lhFXKNyA0QA" TargetMode="Externa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ECC07320-C2CA-4E29-8481-9D9E143C778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Bildobjekt 2" descr="En bild som visar Spel och sporter inomhus, brädspel, Spel, schack&#10;&#10;Automatiskt genererad beskrivning">
            <a:extLst>
              <a:ext uri="{FF2B5EF4-FFF2-40B4-BE49-F238E27FC236}">
                <a16:creationId xmlns:a16="http://schemas.microsoft.com/office/drawing/2014/main" id="{B158E17A-35DF-FF02-3F62-98C3D0D4BD22}"/>
              </a:ext>
            </a:extLst>
          </p:cNvPr>
          <p:cNvPicPr>
            <a:picLocks noChangeAspect="1"/>
          </p:cNvPicPr>
          <p:nvPr/>
        </p:nvPicPr>
        <p:blipFill>
          <a:blip r:embed="rId3"/>
          <a:srcRect t="19987" r="1" b="14942"/>
          <a:stretch/>
        </p:blipFill>
        <p:spPr>
          <a:xfrm>
            <a:off x="2522358" y="10"/>
            <a:ext cx="9669642" cy="6857990"/>
          </a:xfrm>
          <a:prstGeom prst="rect">
            <a:avLst/>
          </a:prstGeom>
        </p:spPr>
      </p:pic>
      <p:sp>
        <p:nvSpPr>
          <p:cNvPr id="9" name="Rectangle 11">
            <a:extLst>
              <a:ext uri="{FF2B5EF4-FFF2-40B4-BE49-F238E27FC236}">
                <a16:creationId xmlns:a16="http://schemas.microsoft.com/office/drawing/2014/main" id="{178FB36B-5BFE-42CA-BC60-1115E0D95E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7066978" cy="6858000"/>
          </a:xfrm>
          <a:prstGeom prst="rect">
            <a:avLst/>
          </a:prstGeom>
          <a:gradFill>
            <a:gsLst>
              <a:gs pos="48000">
                <a:schemeClr val="bg1"/>
              </a:gs>
              <a:gs pos="35000">
                <a:schemeClr val="bg1">
                  <a:alpha val="77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 1"/>
          <p:cNvSpPr/>
          <p:nvPr/>
        </p:nvSpPr>
        <p:spPr>
          <a:xfrm>
            <a:off x="952228" y="743447"/>
            <a:ext cx="3973385" cy="3692028"/>
          </a:xfrm>
          <a:prstGeom prst="rect">
            <a:avLst/>
          </a:prstGeom>
          <a:noFill/>
        </p:spPr>
        <p:txBody>
          <a:bodyPr vert="horz" lIns="91440" tIns="45720" rIns="91440" bIns="45720" rtlCol="0" anchor="b">
            <a:normAutofit/>
          </a:bodyPr>
          <a:lstStyle/>
          <a:p>
            <a:pPr defTabSz="914400">
              <a:lnSpc>
                <a:spcPct val="90000"/>
              </a:lnSpc>
              <a:spcBef>
                <a:spcPct val="0"/>
              </a:spcBef>
              <a:spcAft>
                <a:spcPts val="600"/>
              </a:spcAft>
            </a:pPr>
            <a:r>
              <a:rPr lang="en-US" sz="5200" b="1" dirty="0">
                <a:latin typeface="+mj-lt"/>
                <a:ea typeface="+mj-ea"/>
                <a:cs typeface="+mj-cs"/>
              </a:rPr>
              <a:t>Minimax-</a:t>
            </a:r>
            <a:r>
              <a:rPr lang="en-US" sz="5200" b="1" dirty="0" err="1">
                <a:latin typeface="+mj-lt"/>
                <a:ea typeface="+mj-ea"/>
                <a:cs typeface="+mj-cs"/>
              </a:rPr>
              <a:t>algoritmen</a:t>
            </a:r>
            <a:endParaRPr lang="en-US" sz="5200" b="1" dirty="0">
              <a:latin typeface="+mj-lt"/>
              <a:ea typeface="+mj-ea"/>
              <a:cs typeface="+mj-cs"/>
            </a:endParaRPr>
          </a:p>
        </p:txBody>
      </p:sp>
      <p:sp>
        <p:nvSpPr>
          <p:cNvPr id="4" name="Platshållare för sidfot 1">
            <a:extLst>
              <a:ext uri="{FF2B5EF4-FFF2-40B4-BE49-F238E27FC236}">
                <a16:creationId xmlns:a16="http://schemas.microsoft.com/office/drawing/2014/main" id="{D0B6FBDC-59E0-3AB5-2EE2-62A398395999}"/>
              </a:ext>
            </a:extLst>
          </p:cNvPr>
          <p:cNvSpPr>
            <a:spLocks noGrp="1"/>
          </p:cNvSpPr>
          <p:nvPr/>
        </p:nvSpPr>
        <p:spPr>
          <a:xfrm>
            <a:off x="-498881" y="4435475"/>
            <a:ext cx="5588812" cy="438150"/>
          </a:xfrm>
          <a:prstGeom prst="rect">
            <a:avLst/>
          </a:prstGeom>
        </p:spPr>
        <p:txBody>
          <a:bodyPr vert="horz" lIns="91440" tIns="45720" rIns="91440" bIns="45720" rtlCol="0" anchor="ctr"/>
          <a:lstStyle>
            <a:defPPr>
              <a:defRPr lang="en-US"/>
            </a:defPPr>
            <a:lvl1pPr marL="0" algn="ctr" defTabSz="457200" rtl="0" eaLnBrk="1" latinLnBrk="0" hangingPunct="1">
              <a:defRPr sz="144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dirty="0"/>
              <a:t>Presentation av David Hedengren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3A9A97EA-8FE7-9B7F-6939-EAD4E2B00AEF}"/>
              </a:ext>
            </a:extLst>
          </p:cNvPr>
          <p:cNvSpPr>
            <a:spLocks noGrp="1"/>
          </p:cNvSpPr>
          <p:nvPr>
            <p:ph type="ctrTitle"/>
          </p:nvPr>
        </p:nvSpPr>
        <p:spPr>
          <a:xfrm>
            <a:off x="4965404" y="-2056282"/>
            <a:ext cx="6498407" cy="3566160"/>
          </a:xfrm>
        </p:spPr>
        <p:txBody>
          <a:bodyPr anchor="b">
            <a:normAutofit/>
          </a:bodyPr>
          <a:lstStyle/>
          <a:p>
            <a:pPr algn="l"/>
            <a:r>
              <a:rPr lang="en-US" sz="4800" dirty="0">
                <a:latin typeface="Nunito" pitchFamily="34" charset="0"/>
                <a:ea typeface="Nunito" pitchFamily="34" charset="-122"/>
                <a:cs typeface="Nunito" pitchFamily="34" charset="-120"/>
              </a:rPr>
              <a:t>Minimax-</a:t>
            </a:r>
            <a:r>
              <a:rPr lang="en-US" sz="4800" dirty="0" err="1">
                <a:latin typeface="Nunito" pitchFamily="34" charset="0"/>
                <a:ea typeface="Nunito" pitchFamily="34" charset="-122"/>
                <a:cs typeface="Nunito" pitchFamily="34" charset="-120"/>
              </a:rPr>
              <a:t>algoritmen</a:t>
            </a:r>
            <a:endParaRPr lang="en-US" sz="4800" dirty="0"/>
          </a:p>
        </p:txBody>
      </p:sp>
      <p:pic>
        <p:nvPicPr>
          <p:cNvPr id="4" name="Bildobjekt 3">
            <a:extLst>
              <a:ext uri="{FF2B5EF4-FFF2-40B4-BE49-F238E27FC236}">
                <a16:creationId xmlns:a16="http://schemas.microsoft.com/office/drawing/2014/main" id="{06E8A882-5214-982B-6654-B95F0894B180}"/>
              </a:ext>
            </a:extLst>
          </p:cNvPr>
          <p:cNvPicPr>
            <a:picLocks noChangeAspect="1"/>
          </p:cNvPicPr>
          <p:nvPr/>
        </p:nvPicPr>
        <p:blipFill>
          <a:blip r:embed="rId2"/>
          <a:srcRect t="3919" r="-1" b="-1"/>
          <a:stretch/>
        </p:blipFill>
        <p:spPr>
          <a:xfrm>
            <a:off x="1" y="10"/>
            <a:ext cx="4657344" cy="6857990"/>
          </a:xfrm>
          <a:custGeom>
            <a:avLst/>
            <a:gdLst/>
            <a:ahLst/>
            <a:cxnLst/>
            <a:rect l="l" t="t" r="r" b="b"/>
            <a:pathLst>
              <a:path w="4657344" h="6858000">
                <a:moveTo>
                  <a:pt x="0" y="0"/>
                </a:moveTo>
                <a:lnTo>
                  <a:pt x="3429755" y="0"/>
                </a:lnTo>
                <a:lnTo>
                  <a:pt x="3526016" y="148742"/>
                </a:lnTo>
                <a:cubicBezTo>
                  <a:pt x="3657740" y="365513"/>
                  <a:pt x="3777402" y="589569"/>
                  <a:pt x="3886489" y="819975"/>
                </a:cubicBezTo>
                <a:cubicBezTo>
                  <a:pt x="3891856" y="833492"/>
                  <a:pt x="3900663" y="845393"/>
                  <a:pt x="3912049" y="854514"/>
                </a:cubicBezTo>
                <a:cubicBezTo>
                  <a:pt x="3897352" y="819849"/>
                  <a:pt x="3883037" y="784928"/>
                  <a:pt x="3868083" y="750263"/>
                </a:cubicBezTo>
                <a:cubicBezTo>
                  <a:pt x="3806989" y="608712"/>
                  <a:pt x="3742478" y="469145"/>
                  <a:pt x="3674155" y="331786"/>
                </a:cubicBezTo>
                <a:lnTo>
                  <a:pt x="3496656" y="0"/>
                </a:lnTo>
                <a:lnTo>
                  <a:pt x="3554371" y="0"/>
                </a:lnTo>
                <a:lnTo>
                  <a:pt x="3661621" y="196614"/>
                </a:lnTo>
                <a:cubicBezTo>
                  <a:pt x="3856899" y="573253"/>
                  <a:pt x="4021071" y="966066"/>
                  <a:pt x="4161279" y="1371196"/>
                </a:cubicBezTo>
                <a:cubicBezTo>
                  <a:pt x="4379525" y="2007265"/>
                  <a:pt x="4530141" y="2664286"/>
                  <a:pt x="4610660" y="3331516"/>
                </a:cubicBezTo>
                <a:cubicBezTo>
                  <a:pt x="4652837" y="3672965"/>
                  <a:pt x="4671625" y="4013908"/>
                  <a:pt x="4645040" y="4357388"/>
                </a:cubicBezTo>
                <a:cubicBezTo>
                  <a:pt x="4613599" y="4758899"/>
                  <a:pt x="4566181" y="5157998"/>
                  <a:pt x="4485789" y="5552906"/>
                </a:cubicBezTo>
                <a:cubicBezTo>
                  <a:pt x="4397121" y="5988893"/>
                  <a:pt x="4276748" y="6414594"/>
                  <a:pt x="4117769" y="6828295"/>
                </a:cubicBezTo>
                <a:lnTo>
                  <a:pt x="4105288" y="6858000"/>
                </a:lnTo>
                <a:lnTo>
                  <a:pt x="4052520" y="6858000"/>
                </a:lnTo>
                <a:lnTo>
                  <a:pt x="4059369" y="6841549"/>
                </a:lnTo>
                <a:cubicBezTo>
                  <a:pt x="4147276" y="6614016"/>
                  <a:pt x="4224193" y="6380817"/>
                  <a:pt x="4291518" y="6142729"/>
                </a:cubicBezTo>
                <a:cubicBezTo>
                  <a:pt x="4350055" y="5935370"/>
                  <a:pt x="4393256" y="5723695"/>
                  <a:pt x="4443357" y="5513923"/>
                </a:cubicBezTo>
                <a:cubicBezTo>
                  <a:pt x="4444541" y="5502788"/>
                  <a:pt x="4445137" y="5491601"/>
                  <a:pt x="4445146" y="5480401"/>
                </a:cubicBezTo>
                <a:cubicBezTo>
                  <a:pt x="4408465" y="5607635"/>
                  <a:pt x="4379196" y="5719759"/>
                  <a:pt x="4344559" y="5830359"/>
                </a:cubicBezTo>
                <a:cubicBezTo>
                  <a:pt x="4254261" y="6118381"/>
                  <a:pt x="4150112" y="6398531"/>
                  <a:pt x="4031702" y="6670527"/>
                </a:cubicBezTo>
                <a:lnTo>
                  <a:pt x="3943824" y="6858000"/>
                </a:lnTo>
                <a:lnTo>
                  <a:pt x="0" y="6858000"/>
                </a:lnTo>
                <a:close/>
              </a:path>
            </a:pathLst>
          </a:custGeom>
        </p:spPr>
      </p:pic>
      <p:sp>
        <p:nvSpPr>
          <p:cNvPr id="8" name="textruta 7">
            <a:extLst>
              <a:ext uri="{FF2B5EF4-FFF2-40B4-BE49-F238E27FC236}">
                <a16:creationId xmlns:a16="http://schemas.microsoft.com/office/drawing/2014/main" id="{A4ABED56-D9C6-8770-D752-9461B41264AD}"/>
              </a:ext>
            </a:extLst>
          </p:cNvPr>
          <p:cNvSpPr txBox="1"/>
          <p:nvPr/>
        </p:nvSpPr>
        <p:spPr>
          <a:xfrm>
            <a:off x="5089881" y="2399529"/>
            <a:ext cx="6913916" cy="1077218"/>
          </a:xfrm>
          <a:prstGeom prst="rect">
            <a:avLst/>
          </a:prstGeom>
          <a:noFill/>
        </p:spPr>
        <p:txBody>
          <a:bodyPr wrap="square">
            <a:spAutoFit/>
          </a:bodyPr>
          <a:lstStyle/>
          <a:p>
            <a:r>
              <a:rPr lang="en-US" sz="1600" dirty="0">
                <a:solidFill>
                  <a:srgbClr val="272525"/>
                </a:solidFill>
                <a:latin typeface="Montserrat" pitchFamily="34" charset="0"/>
                <a:ea typeface="Montserrat" pitchFamily="34" charset="-122"/>
                <a:cs typeface="Montserrat" pitchFamily="34" charset="-120"/>
              </a:rPr>
              <a:t>En </a:t>
            </a:r>
            <a:r>
              <a:rPr lang="en-US" sz="1600" dirty="0" err="1">
                <a:solidFill>
                  <a:srgbClr val="272525"/>
                </a:solidFill>
                <a:latin typeface="Montserrat" pitchFamily="34" charset="0"/>
                <a:ea typeface="Montserrat" pitchFamily="34" charset="-122"/>
                <a:cs typeface="Montserrat" pitchFamily="34" charset="-120"/>
              </a:rPr>
              <a:t>beslutsfattande</a:t>
            </a:r>
            <a:r>
              <a:rPr lang="en-US" sz="1600" dirty="0">
                <a:solidFill>
                  <a:srgbClr val="272525"/>
                </a:solidFill>
                <a:latin typeface="Montserrat" pitchFamily="34" charset="0"/>
                <a:ea typeface="Montserrat" pitchFamily="34" charset="-122"/>
                <a:cs typeface="Montserrat" pitchFamily="34" charset="-120"/>
              </a:rPr>
              <a:t> </a:t>
            </a:r>
            <a:r>
              <a:rPr lang="en-US" sz="1600" dirty="0" err="1">
                <a:solidFill>
                  <a:srgbClr val="272525"/>
                </a:solidFill>
                <a:latin typeface="Montserrat" pitchFamily="34" charset="0"/>
                <a:ea typeface="Montserrat" pitchFamily="34" charset="-122"/>
                <a:cs typeface="Montserrat" pitchFamily="34" charset="-120"/>
              </a:rPr>
              <a:t>algoritm</a:t>
            </a:r>
            <a:r>
              <a:rPr lang="en-US" sz="1600" dirty="0">
                <a:solidFill>
                  <a:srgbClr val="272525"/>
                </a:solidFill>
                <a:latin typeface="Montserrat" pitchFamily="34" charset="0"/>
                <a:ea typeface="Montserrat" pitchFamily="34" charset="-122"/>
                <a:cs typeface="Montserrat" pitchFamily="34" charset="-120"/>
              </a:rPr>
              <a:t> </a:t>
            </a:r>
            <a:r>
              <a:rPr lang="en-US" sz="1600" dirty="0" err="1">
                <a:solidFill>
                  <a:srgbClr val="272525"/>
                </a:solidFill>
                <a:latin typeface="Montserrat" pitchFamily="34" charset="0"/>
                <a:ea typeface="Montserrat" pitchFamily="34" charset="-122"/>
                <a:cs typeface="Montserrat" pitchFamily="34" charset="-120"/>
              </a:rPr>
              <a:t>som</a:t>
            </a:r>
            <a:r>
              <a:rPr lang="en-US" sz="1600" dirty="0">
                <a:solidFill>
                  <a:srgbClr val="272525"/>
                </a:solidFill>
                <a:latin typeface="Montserrat" pitchFamily="34" charset="0"/>
                <a:ea typeface="Montserrat" pitchFamily="34" charset="-122"/>
                <a:cs typeface="Montserrat" pitchFamily="34" charset="-120"/>
              </a:rPr>
              <a:t> </a:t>
            </a:r>
            <a:r>
              <a:rPr lang="en-US" sz="1600" dirty="0" err="1">
                <a:solidFill>
                  <a:srgbClr val="272525"/>
                </a:solidFill>
                <a:latin typeface="Montserrat" pitchFamily="34" charset="0"/>
                <a:ea typeface="Montserrat" pitchFamily="34" charset="-122"/>
                <a:cs typeface="Montserrat" pitchFamily="34" charset="-120"/>
              </a:rPr>
              <a:t>kan</a:t>
            </a:r>
            <a:r>
              <a:rPr lang="en-US" sz="1600" dirty="0">
                <a:solidFill>
                  <a:srgbClr val="272525"/>
                </a:solidFill>
                <a:latin typeface="Montserrat" pitchFamily="34" charset="0"/>
                <a:ea typeface="Montserrat" pitchFamily="34" charset="-122"/>
                <a:cs typeface="Montserrat" pitchFamily="34" charset="-120"/>
              </a:rPr>
              <a:t> </a:t>
            </a:r>
            <a:r>
              <a:rPr lang="en-US" sz="1600" dirty="0" err="1">
                <a:solidFill>
                  <a:srgbClr val="272525"/>
                </a:solidFill>
                <a:latin typeface="Montserrat" pitchFamily="34" charset="0"/>
                <a:ea typeface="Montserrat" pitchFamily="34" charset="-122"/>
                <a:cs typeface="Montserrat" pitchFamily="34" charset="-120"/>
              </a:rPr>
              <a:t>användas</a:t>
            </a:r>
            <a:r>
              <a:rPr lang="en-US" sz="1600" dirty="0">
                <a:solidFill>
                  <a:srgbClr val="272525"/>
                </a:solidFill>
                <a:latin typeface="Montserrat" pitchFamily="34" charset="0"/>
                <a:ea typeface="Montserrat" pitchFamily="34" charset="-122"/>
                <a:cs typeface="Montserrat" pitchFamily="34" charset="-120"/>
              </a:rPr>
              <a:t> för </a:t>
            </a:r>
            <a:r>
              <a:rPr lang="en-US" sz="1600" dirty="0" err="1">
                <a:solidFill>
                  <a:srgbClr val="272525"/>
                </a:solidFill>
                <a:latin typeface="Montserrat" pitchFamily="34" charset="0"/>
                <a:ea typeface="Montserrat" pitchFamily="34" charset="-122"/>
                <a:cs typeface="Montserrat" pitchFamily="34" charset="-120"/>
              </a:rPr>
              <a:t>att</a:t>
            </a:r>
            <a:r>
              <a:rPr lang="en-US" sz="1600" dirty="0">
                <a:solidFill>
                  <a:srgbClr val="272525"/>
                </a:solidFill>
                <a:latin typeface="Montserrat" pitchFamily="34" charset="0"/>
                <a:ea typeface="Montserrat" pitchFamily="34" charset="-122"/>
                <a:cs typeface="Montserrat" pitchFamily="34" charset="-120"/>
              </a:rPr>
              <a:t> </a:t>
            </a:r>
            <a:r>
              <a:rPr lang="en-US" sz="1600" dirty="0" err="1">
                <a:solidFill>
                  <a:srgbClr val="272525"/>
                </a:solidFill>
                <a:latin typeface="Montserrat" pitchFamily="34" charset="0"/>
                <a:ea typeface="Montserrat" pitchFamily="34" charset="-122"/>
                <a:cs typeface="Montserrat" pitchFamily="34" charset="-120"/>
              </a:rPr>
              <a:t>hitta</a:t>
            </a:r>
            <a:r>
              <a:rPr lang="en-US" sz="1600" dirty="0">
                <a:solidFill>
                  <a:srgbClr val="272525"/>
                </a:solidFill>
                <a:latin typeface="Montserrat" pitchFamily="34" charset="0"/>
                <a:ea typeface="Montserrat" pitchFamily="34" charset="-122"/>
                <a:cs typeface="Montserrat" pitchFamily="34" charset="-120"/>
              </a:rPr>
              <a:t> den </a:t>
            </a:r>
            <a:r>
              <a:rPr lang="en-US" sz="1600" dirty="0" err="1">
                <a:solidFill>
                  <a:srgbClr val="272525"/>
                </a:solidFill>
                <a:latin typeface="Montserrat" pitchFamily="34" charset="0"/>
                <a:ea typeface="Montserrat" pitchFamily="34" charset="-122"/>
                <a:cs typeface="Montserrat" pitchFamily="34" charset="-120"/>
              </a:rPr>
              <a:t>bästa</a:t>
            </a:r>
            <a:r>
              <a:rPr lang="en-US" sz="1600" dirty="0">
                <a:solidFill>
                  <a:srgbClr val="272525"/>
                </a:solidFill>
                <a:latin typeface="Montserrat" pitchFamily="34" charset="0"/>
                <a:ea typeface="Montserrat" pitchFamily="34" charset="-122"/>
                <a:cs typeface="Montserrat" pitchFamily="34" charset="-120"/>
              </a:rPr>
              <a:t> </a:t>
            </a:r>
            <a:r>
              <a:rPr lang="en-US" sz="1600" dirty="0" err="1">
                <a:solidFill>
                  <a:srgbClr val="272525"/>
                </a:solidFill>
                <a:latin typeface="Montserrat" pitchFamily="34" charset="0"/>
                <a:ea typeface="Montserrat" pitchFamily="34" charset="-122"/>
                <a:cs typeface="Montserrat" pitchFamily="34" charset="-120"/>
              </a:rPr>
              <a:t>strategin</a:t>
            </a:r>
            <a:r>
              <a:rPr lang="en-US" sz="1600" dirty="0">
                <a:solidFill>
                  <a:srgbClr val="272525"/>
                </a:solidFill>
                <a:latin typeface="Montserrat" pitchFamily="34" charset="0"/>
                <a:ea typeface="Montserrat" pitchFamily="34" charset="-122"/>
                <a:cs typeface="Montserrat" pitchFamily="34" charset="-120"/>
              </a:rPr>
              <a:t> </a:t>
            </a:r>
            <a:r>
              <a:rPr lang="en-US" sz="1600" dirty="0" err="1">
                <a:solidFill>
                  <a:srgbClr val="272525"/>
                </a:solidFill>
                <a:latin typeface="Montserrat" pitchFamily="34" charset="0"/>
                <a:ea typeface="Montserrat" pitchFamily="34" charset="-122"/>
                <a:cs typeface="Montserrat" pitchFamily="34" charset="-120"/>
              </a:rPr>
              <a:t>i</a:t>
            </a:r>
            <a:r>
              <a:rPr lang="en-US" sz="1600" dirty="0">
                <a:solidFill>
                  <a:srgbClr val="272525"/>
                </a:solidFill>
                <a:latin typeface="Montserrat" pitchFamily="34" charset="0"/>
                <a:ea typeface="Montserrat" pitchFamily="34" charset="-122"/>
                <a:cs typeface="Montserrat" pitchFamily="34" charset="-120"/>
              </a:rPr>
              <a:t> </a:t>
            </a:r>
            <a:r>
              <a:rPr lang="en-US" sz="1600" dirty="0" err="1">
                <a:solidFill>
                  <a:srgbClr val="272525"/>
                </a:solidFill>
                <a:latin typeface="Montserrat" pitchFamily="34" charset="0"/>
                <a:ea typeface="Montserrat" pitchFamily="34" charset="-122"/>
                <a:cs typeface="Montserrat" pitchFamily="34" charset="-120"/>
              </a:rPr>
              <a:t>ett</a:t>
            </a:r>
            <a:r>
              <a:rPr lang="en-US" sz="1600" dirty="0">
                <a:solidFill>
                  <a:srgbClr val="272525"/>
                </a:solidFill>
                <a:latin typeface="Montserrat" pitchFamily="34" charset="0"/>
                <a:ea typeface="Montserrat" pitchFamily="34" charset="-122"/>
                <a:cs typeface="Montserrat" pitchFamily="34" charset="-120"/>
              </a:rPr>
              <a:t> </a:t>
            </a:r>
            <a:r>
              <a:rPr lang="en-US" sz="1600" dirty="0" err="1">
                <a:solidFill>
                  <a:srgbClr val="272525"/>
                </a:solidFill>
                <a:latin typeface="Montserrat" pitchFamily="34" charset="0"/>
                <a:ea typeface="Montserrat" pitchFamily="34" charset="-122"/>
                <a:cs typeface="Montserrat" pitchFamily="34" charset="-120"/>
              </a:rPr>
              <a:t>spel</a:t>
            </a:r>
            <a:r>
              <a:rPr lang="en-US" sz="1600" dirty="0">
                <a:solidFill>
                  <a:srgbClr val="272525"/>
                </a:solidFill>
                <a:latin typeface="Montserrat" pitchFamily="34" charset="0"/>
                <a:ea typeface="Montserrat" pitchFamily="34" charset="-122"/>
                <a:cs typeface="Montserrat" pitchFamily="34" charset="-120"/>
              </a:rPr>
              <a:t> med </a:t>
            </a:r>
            <a:r>
              <a:rPr lang="en-US" sz="1600" dirty="0" err="1">
                <a:solidFill>
                  <a:srgbClr val="272525"/>
                </a:solidFill>
                <a:latin typeface="Montserrat" pitchFamily="34" charset="0"/>
                <a:ea typeface="Montserrat" pitchFamily="34" charset="-122"/>
                <a:cs typeface="Montserrat" pitchFamily="34" charset="-120"/>
              </a:rPr>
              <a:t>två</a:t>
            </a:r>
            <a:r>
              <a:rPr lang="en-US" sz="1600" dirty="0">
                <a:solidFill>
                  <a:srgbClr val="272525"/>
                </a:solidFill>
                <a:latin typeface="Montserrat" pitchFamily="34" charset="0"/>
                <a:ea typeface="Montserrat" pitchFamily="34" charset="-122"/>
                <a:cs typeface="Montserrat" pitchFamily="34" charset="-120"/>
              </a:rPr>
              <a:t> </a:t>
            </a:r>
            <a:r>
              <a:rPr lang="en-US" sz="1600" dirty="0" err="1">
                <a:solidFill>
                  <a:srgbClr val="272525"/>
                </a:solidFill>
                <a:latin typeface="Montserrat" pitchFamily="34" charset="0"/>
                <a:ea typeface="Montserrat" pitchFamily="34" charset="-122"/>
                <a:cs typeface="Montserrat" pitchFamily="34" charset="-120"/>
              </a:rPr>
              <a:t>spelare</a:t>
            </a:r>
            <a:r>
              <a:rPr lang="en-US" sz="1600" dirty="0">
                <a:solidFill>
                  <a:srgbClr val="272525"/>
                </a:solidFill>
                <a:latin typeface="Montserrat" pitchFamily="34" charset="0"/>
                <a:ea typeface="Montserrat" pitchFamily="34" charset="-122"/>
                <a:cs typeface="Montserrat" pitchFamily="34" charset="-120"/>
              </a:rPr>
              <a:t>. (</a:t>
            </a:r>
            <a:r>
              <a:rPr lang="en-US" sz="1600" dirty="0" err="1">
                <a:solidFill>
                  <a:srgbClr val="272525"/>
                </a:solidFill>
                <a:latin typeface="Montserrat" pitchFamily="34" charset="0"/>
                <a:ea typeface="Montserrat" pitchFamily="34" charset="-122"/>
                <a:cs typeface="Montserrat" pitchFamily="34" charset="-120"/>
              </a:rPr>
              <a:t>t.ex</a:t>
            </a:r>
            <a:r>
              <a:rPr lang="en-US" sz="1600" dirty="0">
                <a:solidFill>
                  <a:srgbClr val="272525"/>
                </a:solidFill>
                <a:latin typeface="Montserrat" pitchFamily="34" charset="0"/>
                <a:ea typeface="Montserrat" pitchFamily="34" charset="-122"/>
                <a:cs typeface="Montserrat" pitchFamily="34" charset="-120"/>
              </a:rPr>
              <a:t>. 3-i-rad </a:t>
            </a:r>
            <a:r>
              <a:rPr lang="en-US" sz="1600" dirty="0" err="1">
                <a:solidFill>
                  <a:srgbClr val="272525"/>
                </a:solidFill>
                <a:latin typeface="Montserrat" pitchFamily="34" charset="0"/>
                <a:ea typeface="Montserrat" pitchFamily="34" charset="-122"/>
                <a:cs typeface="Montserrat" pitchFamily="34" charset="-120"/>
              </a:rPr>
              <a:t>eller</a:t>
            </a:r>
            <a:r>
              <a:rPr lang="en-US" sz="1600" dirty="0">
                <a:solidFill>
                  <a:srgbClr val="272525"/>
                </a:solidFill>
                <a:latin typeface="Montserrat" pitchFamily="34" charset="0"/>
                <a:ea typeface="Montserrat" pitchFamily="34" charset="-122"/>
                <a:cs typeface="Montserrat" pitchFamily="34" charset="-120"/>
              </a:rPr>
              <a:t> </a:t>
            </a:r>
            <a:r>
              <a:rPr lang="en-US" sz="1600" dirty="0" err="1">
                <a:solidFill>
                  <a:srgbClr val="272525"/>
                </a:solidFill>
                <a:latin typeface="Montserrat" pitchFamily="34" charset="0"/>
                <a:ea typeface="Montserrat" pitchFamily="34" charset="-122"/>
                <a:cs typeface="Montserrat" pitchFamily="34" charset="-120"/>
              </a:rPr>
              <a:t>schack</a:t>
            </a:r>
            <a:r>
              <a:rPr lang="en-US" sz="1600" dirty="0">
                <a:solidFill>
                  <a:srgbClr val="272525"/>
                </a:solidFill>
                <a:latin typeface="Montserrat" pitchFamily="34" charset="0"/>
                <a:ea typeface="Montserrat" pitchFamily="34" charset="-122"/>
                <a:cs typeface="Montserrat" pitchFamily="34" charset="-120"/>
              </a:rPr>
              <a:t>)</a:t>
            </a:r>
          </a:p>
          <a:p>
            <a:endParaRPr lang="en-US" sz="1600" dirty="0">
              <a:solidFill>
                <a:srgbClr val="272525"/>
              </a:solidFill>
              <a:latin typeface="Montserrat" pitchFamily="34" charset="0"/>
              <a:ea typeface="Montserrat" pitchFamily="34" charset="-122"/>
              <a:cs typeface="Montserrat" pitchFamily="34" charset="-120"/>
            </a:endParaRPr>
          </a:p>
        </p:txBody>
      </p:sp>
      <p:sp>
        <p:nvSpPr>
          <p:cNvPr id="10" name="textruta 9">
            <a:extLst>
              <a:ext uri="{FF2B5EF4-FFF2-40B4-BE49-F238E27FC236}">
                <a16:creationId xmlns:a16="http://schemas.microsoft.com/office/drawing/2014/main" id="{B725D352-DAE9-8934-8946-3036E2A18C7B}"/>
              </a:ext>
            </a:extLst>
          </p:cNvPr>
          <p:cNvSpPr txBox="1"/>
          <p:nvPr/>
        </p:nvSpPr>
        <p:spPr>
          <a:xfrm>
            <a:off x="5089881" y="3273772"/>
            <a:ext cx="6665344" cy="584775"/>
          </a:xfrm>
          <a:prstGeom prst="rect">
            <a:avLst/>
          </a:prstGeom>
          <a:noFill/>
        </p:spPr>
        <p:txBody>
          <a:bodyPr wrap="square">
            <a:spAutoFit/>
          </a:bodyPr>
          <a:lstStyle/>
          <a:p>
            <a:r>
              <a:rPr lang="en-US" sz="1600" dirty="0" err="1">
                <a:solidFill>
                  <a:srgbClr val="272525"/>
                </a:solidFill>
                <a:latin typeface="Montserrat" pitchFamily="34" charset="0"/>
                <a:ea typeface="Montserrat" pitchFamily="34" charset="-122"/>
                <a:cs typeface="Montserrat" pitchFamily="34" charset="-120"/>
              </a:rPr>
              <a:t>Algoritmen</a:t>
            </a:r>
            <a:r>
              <a:rPr lang="en-US" sz="1600" dirty="0">
                <a:solidFill>
                  <a:srgbClr val="272525"/>
                </a:solidFill>
                <a:latin typeface="Montserrat" pitchFamily="34" charset="0"/>
                <a:ea typeface="Montserrat" pitchFamily="34" charset="-122"/>
                <a:cs typeface="Montserrat" pitchFamily="34" charset="-120"/>
              </a:rPr>
              <a:t> </a:t>
            </a:r>
            <a:r>
              <a:rPr lang="en-US" sz="1600" dirty="0" err="1">
                <a:solidFill>
                  <a:srgbClr val="272525"/>
                </a:solidFill>
                <a:latin typeface="Montserrat" pitchFamily="34" charset="0"/>
                <a:ea typeface="Montserrat" pitchFamily="34" charset="-122"/>
                <a:cs typeface="Montserrat" pitchFamily="34" charset="-120"/>
              </a:rPr>
              <a:t>utforskar</a:t>
            </a:r>
            <a:r>
              <a:rPr lang="en-US" sz="1600" dirty="0">
                <a:solidFill>
                  <a:srgbClr val="272525"/>
                </a:solidFill>
                <a:latin typeface="Montserrat" pitchFamily="34" charset="0"/>
                <a:ea typeface="Montserrat" pitchFamily="34" charset="-122"/>
                <a:cs typeface="Montserrat" pitchFamily="34" charset="-120"/>
              </a:rPr>
              <a:t> </a:t>
            </a:r>
            <a:r>
              <a:rPr lang="en-US" sz="1600" dirty="0" err="1">
                <a:solidFill>
                  <a:srgbClr val="272525"/>
                </a:solidFill>
                <a:latin typeface="Montserrat" pitchFamily="34" charset="0"/>
                <a:ea typeface="Montserrat" pitchFamily="34" charset="-122"/>
                <a:cs typeface="Montserrat" pitchFamily="34" charset="-120"/>
              </a:rPr>
              <a:t>alla</a:t>
            </a:r>
            <a:r>
              <a:rPr lang="en-US" sz="1600" dirty="0">
                <a:solidFill>
                  <a:srgbClr val="272525"/>
                </a:solidFill>
                <a:latin typeface="Montserrat" pitchFamily="34" charset="0"/>
                <a:ea typeface="Montserrat" pitchFamily="34" charset="-122"/>
                <a:cs typeface="Montserrat" pitchFamily="34" charset="-120"/>
              </a:rPr>
              <a:t> </a:t>
            </a:r>
            <a:r>
              <a:rPr lang="en-US" sz="1600" dirty="0" err="1">
                <a:solidFill>
                  <a:srgbClr val="272525"/>
                </a:solidFill>
                <a:latin typeface="Montserrat" pitchFamily="34" charset="0"/>
                <a:ea typeface="Montserrat" pitchFamily="34" charset="-122"/>
                <a:cs typeface="Montserrat" pitchFamily="34" charset="-120"/>
              </a:rPr>
              <a:t>möjliga</a:t>
            </a:r>
            <a:r>
              <a:rPr lang="en-US" sz="1600" dirty="0">
                <a:solidFill>
                  <a:srgbClr val="272525"/>
                </a:solidFill>
                <a:latin typeface="Montserrat" pitchFamily="34" charset="0"/>
                <a:ea typeface="Montserrat" pitchFamily="34" charset="-122"/>
                <a:cs typeface="Montserrat" pitchFamily="34" charset="-120"/>
              </a:rPr>
              <a:t> drag och </a:t>
            </a:r>
            <a:r>
              <a:rPr lang="en-US" sz="1600" dirty="0" err="1">
                <a:solidFill>
                  <a:srgbClr val="272525"/>
                </a:solidFill>
                <a:latin typeface="Montserrat" pitchFamily="34" charset="0"/>
                <a:ea typeface="Montserrat" pitchFamily="34" charset="-122"/>
                <a:cs typeface="Montserrat" pitchFamily="34" charset="-120"/>
              </a:rPr>
              <a:t>väljer</a:t>
            </a:r>
            <a:r>
              <a:rPr lang="en-US" sz="1600" dirty="0">
                <a:solidFill>
                  <a:srgbClr val="272525"/>
                </a:solidFill>
                <a:latin typeface="Montserrat" pitchFamily="34" charset="0"/>
                <a:ea typeface="Montserrat" pitchFamily="34" charset="-122"/>
                <a:cs typeface="Montserrat" pitchFamily="34" charset="-120"/>
              </a:rPr>
              <a:t> det </a:t>
            </a:r>
            <a:r>
              <a:rPr lang="en-US" sz="1600" dirty="0" err="1">
                <a:solidFill>
                  <a:srgbClr val="272525"/>
                </a:solidFill>
                <a:latin typeface="Montserrat" pitchFamily="34" charset="0"/>
                <a:ea typeface="Montserrat" pitchFamily="34" charset="-122"/>
                <a:cs typeface="Montserrat" pitchFamily="34" charset="-120"/>
              </a:rPr>
              <a:t>som</a:t>
            </a:r>
            <a:r>
              <a:rPr lang="en-US" sz="1600" dirty="0">
                <a:solidFill>
                  <a:srgbClr val="272525"/>
                </a:solidFill>
                <a:latin typeface="Montserrat" pitchFamily="34" charset="0"/>
                <a:ea typeface="Montserrat" pitchFamily="34" charset="-122"/>
                <a:cs typeface="Montserrat" pitchFamily="34" charset="-120"/>
              </a:rPr>
              <a:t> </a:t>
            </a:r>
            <a:r>
              <a:rPr lang="en-US" sz="1600" dirty="0" err="1">
                <a:solidFill>
                  <a:srgbClr val="272525"/>
                </a:solidFill>
                <a:latin typeface="Montserrat" pitchFamily="34" charset="0"/>
                <a:ea typeface="Montserrat" pitchFamily="34" charset="-122"/>
                <a:cs typeface="Montserrat" pitchFamily="34" charset="-120"/>
              </a:rPr>
              <a:t>maximerar</a:t>
            </a:r>
            <a:r>
              <a:rPr lang="en-US" sz="1600" dirty="0">
                <a:solidFill>
                  <a:srgbClr val="272525"/>
                </a:solidFill>
                <a:latin typeface="Montserrat" pitchFamily="34" charset="0"/>
                <a:ea typeface="Montserrat" pitchFamily="34" charset="-122"/>
                <a:cs typeface="Montserrat" pitchFamily="34" charset="-120"/>
              </a:rPr>
              <a:t> </a:t>
            </a:r>
            <a:r>
              <a:rPr lang="en-US" sz="1600" dirty="0" err="1">
                <a:solidFill>
                  <a:srgbClr val="272525"/>
                </a:solidFill>
                <a:latin typeface="Montserrat" pitchFamily="34" charset="0"/>
                <a:ea typeface="Montserrat" pitchFamily="34" charset="-122"/>
                <a:cs typeface="Montserrat" pitchFamily="34" charset="-120"/>
              </a:rPr>
              <a:t>vinsten</a:t>
            </a:r>
            <a:r>
              <a:rPr lang="en-US" sz="1600" dirty="0">
                <a:solidFill>
                  <a:srgbClr val="272525"/>
                </a:solidFill>
                <a:latin typeface="Montserrat" pitchFamily="34" charset="0"/>
                <a:ea typeface="Montserrat" pitchFamily="34" charset="-122"/>
                <a:cs typeface="Montserrat" pitchFamily="34" charset="-120"/>
              </a:rPr>
              <a:t> och </a:t>
            </a:r>
            <a:r>
              <a:rPr lang="en-US" sz="1600" dirty="0" err="1">
                <a:solidFill>
                  <a:srgbClr val="272525"/>
                </a:solidFill>
                <a:latin typeface="Montserrat" pitchFamily="34" charset="0"/>
                <a:ea typeface="Montserrat" pitchFamily="34" charset="-122"/>
                <a:cs typeface="Montserrat" pitchFamily="34" charset="-120"/>
              </a:rPr>
              <a:t>minimerar</a:t>
            </a:r>
            <a:r>
              <a:rPr lang="en-US" sz="1600" dirty="0">
                <a:solidFill>
                  <a:srgbClr val="272525"/>
                </a:solidFill>
                <a:latin typeface="Montserrat" pitchFamily="34" charset="0"/>
                <a:ea typeface="Montserrat" pitchFamily="34" charset="-122"/>
                <a:cs typeface="Montserrat" pitchFamily="34" charset="-120"/>
              </a:rPr>
              <a:t> den </a:t>
            </a:r>
            <a:r>
              <a:rPr lang="en-US" sz="1600" dirty="0" err="1">
                <a:solidFill>
                  <a:srgbClr val="272525"/>
                </a:solidFill>
                <a:latin typeface="Montserrat" pitchFamily="34" charset="0"/>
                <a:ea typeface="Montserrat" pitchFamily="34" charset="-122"/>
                <a:cs typeface="Montserrat" pitchFamily="34" charset="-120"/>
              </a:rPr>
              <a:t>största</a:t>
            </a:r>
            <a:r>
              <a:rPr lang="en-US" sz="1600" dirty="0">
                <a:solidFill>
                  <a:srgbClr val="272525"/>
                </a:solidFill>
                <a:latin typeface="Montserrat" pitchFamily="34" charset="0"/>
                <a:ea typeface="Montserrat" pitchFamily="34" charset="-122"/>
                <a:cs typeface="Montserrat" pitchFamily="34" charset="-120"/>
              </a:rPr>
              <a:t> </a:t>
            </a:r>
            <a:r>
              <a:rPr lang="en-US" sz="1600" dirty="0" err="1">
                <a:solidFill>
                  <a:srgbClr val="272525"/>
                </a:solidFill>
                <a:latin typeface="Montserrat" pitchFamily="34" charset="0"/>
                <a:ea typeface="Montserrat" pitchFamily="34" charset="-122"/>
                <a:cs typeface="Montserrat" pitchFamily="34" charset="-120"/>
              </a:rPr>
              <a:t>möjliga</a:t>
            </a:r>
            <a:r>
              <a:rPr lang="en-US" sz="1600" dirty="0">
                <a:solidFill>
                  <a:srgbClr val="272525"/>
                </a:solidFill>
                <a:latin typeface="Montserrat" pitchFamily="34" charset="0"/>
                <a:ea typeface="Montserrat" pitchFamily="34" charset="-122"/>
                <a:cs typeface="Montserrat" pitchFamily="34" charset="-120"/>
              </a:rPr>
              <a:t> </a:t>
            </a:r>
            <a:r>
              <a:rPr lang="en-US" sz="1600" dirty="0" err="1">
                <a:solidFill>
                  <a:srgbClr val="272525"/>
                </a:solidFill>
                <a:latin typeface="Montserrat" pitchFamily="34" charset="0"/>
                <a:ea typeface="Montserrat" pitchFamily="34" charset="-122"/>
                <a:cs typeface="Montserrat" pitchFamily="34" charset="-120"/>
              </a:rPr>
              <a:t>förlusten</a:t>
            </a:r>
            <a:endParaRPr lang="sv-SE" sz="1600" dirty="0"/>
          </a:p>
        </p:txBody>
      </p:sp>
      <p:sp>
        <p:nvSpPr>
          <p:cNvPr id="12" name="Text 2">
            <a:extLst>
              <a:ext uri="{FF2B5EF4-FFF2-40B4-BE49-F238E27FC236}">
                <a16:creationId xmlns:a16="http://schemas.microsoft.com/office/drawing/2014/main" id="{E97302DD-3D0B-D708-89EC-8A30EEE13509}"/>
              </a:ext>
            </a:extLst>
          </p:cNvPr>
          <p:cNvSpPr/>
          <p:nvPr/>
        </p:nvSpPr>
        <p:spPr>
          <a:xfrm>
            <a:off x="5089881" y="5227834"/>
            <a:ext cx="6913916" cy="804441"/>
          </a:xfrm>
          <a:prstGeom prst="rect">
            <a:avLst/>
          </a:prstGeom>
          <a:noFill/>
          <a:ln/>
        </p:spPr>
        <p:txBody>
          <a:bodyPr wrap="none" lIns="0" tIns="0" rIns="0" bIns="0" rtlCol="0" anchor="t"/>
          <a:lstStyle/>
          <a:p>
            <a:pPr>
              <a:lnSpc>
                <a:spcPts val="2800"/>
              </a:lnSpc>
            </a:pPr>
            <a:r>
              <a:rPr lang="en-US" sz="1600" dirty="0">
                <a:latin typeface="Montserrat" panose="00000500000000000000" pitchFamily="2" charset="0"/>
                <a:ea typeface="Barlow" pitchFamily="34" charset="-122"/>
                <a:cs typeface="Barlow" pitchFamily="34" charset="-120"/>
              </a:rPr>
              <a:t>Vi </a:t>
            </a:r>
            <a:r>
              <a:rPr lang="en-US" sz="1600" dirty="0" err="1">
                <a:latin typeface="Montserrat" panose="00000500000000000000" pitchFamily="2" charset="0"/>
                <a:ea typeface="Barlow" pitchFamily="34" charset="-122"/>
                <a:cs typeface="Barlow" pitchFamily="34" charset="-120"/>
              </a:rPr>
              <a:t>kallar</a:t>
            </a:r>
            <a:r>
              <a:rPr lang="en-US" sz="1600" dirty="0">
                <a:latin typeface="Montserrat" panose="00000500000000000000" pitchFamily="2" charset="0"/>
                <a:ea typeface="Barlow" pitchFamily="34" charset="-122"/>
                <a:cs typeface="Barlow" pitchFamily="34" charset="-120"/>
              </a:rPr>
              <a:t> </a:t>
            </a:r>
            <a:r>
              <a:rPr lang="en-US" sz="1600" dirty="0" err="1">
                <a:latin typeface="Montserrat" panose="00000500000000000000" pitchFamily="2" charset="0"/>
                <a:ea typeface="Barlow" pitchFamily="34" charset="-122"/>
                <a:cs typeface="Barlow" pitchFamily="34" charset="-120"/>
              </a:rPr>
              <a:t>spelarna</a:t>
            </a:r>
            <a:r>
              <a:rPr lang="en-US" sz="1600" dirty="0">
                <a:latin typeface="Montserrat" panose="00000500000000000000" pitchFamily="2" charset="0"/>
                <a:ea typeface="Barlow" pitchFamily="34" charset="-122"/>
                <a:cs typeface="Barlow" pitchFamily="34" charset="-120"/>
              </a:rPr>
              <a:t> </a:t>
            </a:r>
            <a:r>
              <a:rPr lang="en-US" sz="1600" b="1" dirty="0">
                <a:latin typeface="Montserrat" panose="00000500000000000000" pitchFamily="2" charset="0"/>
                <a:ea typeface="Barlow" pitchFamily="34" charset="-122"/>
                <a:cs typeface="Barlow" pitchFamily="34" charset="-120"/>
              </a:rPr>
              <a:t>Max </a:t>
            </a:r>
            <a:r>
              <a:rPr lang="en-US" sz="1600" dirty="0">
                <a:latin typeface="Montserrat" panose="00000500000000000000" pitchFamily="2" charset="0"/>
                <a:ea typeface="Barlow" pitchFamily="34" charset="-122"/>
                <a:cs typeface="Barlow" pitchFamily="34" charset="-120"/>
              </a:rPr>
              <a:t>och</a:t>
            </a:r>
            <a:r>
              <a:rPr lang="en-US" sz="1600" b="1" dirty="0">
                <a:latin typeface="Montserrat" panose="00000500000000000000" pitchFamily="2" charset="0"/>
                <a:ea typeface="Barlow" pitchFamily="34" charset="-122"/>
                <a:cs typeface="Barlow" pitchFamily="34" charset="-120"/>
              </a:rPr>
              <a:t> Min </a:t>
            </a:r>
            <a:r>
              <a:rPr lang="en-US" sz="1600" dirty="0" err="1">
                <a:latin typeface="Montserrat" panose="00000500000000000000" pitchFamily="2" charset="0"/>
                <a:ea typeface="Barlow" pitchFamily="34" charset="-122"/>
                <a:cs typeface="Barlow" pitchFamily="34" charset="-120"/>
              </a:rPr>
              <a:t>där</a:t>
            </a:r>
            <a:r>
              <a:rPr lang="en-US" sz="1600" dirty="0">
                <a:latin typeface="Montserrat" panose="00000500000000000000" pitchFamily="2" charset="0"/>
                <a:ea typeface="Barlow" pitchFamily="34" charset="-122"/>
                <a:cs typeface="Barlow" pitchFamily="34" charset="-120"/>
              </a:rPr>
              <a:t> Max</a:t>
            </a:r>
            <a:r>
              <a:rPr lang="en-US" sz="1600" b="1" dirty="0">
                <a:latin typeface="Montserrat" panose="00000500000000000000" pitchFamily="2" charset="0"/>
                <a:ea typeface="Barlow" pitchFamily="34" charset="-122"/>
                <a:cs typeface="Barlow" pitchFamily="34" charset="-120"/>
              </a:rPr>
              <a:t> </a:t>
            </a:r>
            <a:r>
              <a:rPr lang="en-US" sz="1600" dirty="0" err="1">
                <a:latin typeface="Montserrat" panose="00000500000000000000" pitchFamily="2" charset="0"/>
                <a:ea typeface="Barlow" pitchFamily="34" charset="-122"/>
                <a:cs typeface="Barlow" pitchFamily="34" charset="-120"/>
              </a:rPr>
              <a:t>försöker</a:t>
            </a:r>
            <a:r>
              <a:rPr lang="en-US" sz="1600" dirty="0">
                <a:latin typeface="Montserrat" panose="00000500000000000000" pitchFamily="2" charset="0"/>
                <a:ea typeface="Barlow" pitchFamily="34" charset="-122"/>
                <a:cs typeface="Barlow" pitchFamily="34" charset="-120"/>
              </a:rPr>
              <a:t> </a:t>
            </a:r>
            <a:r>
              <a:rPr lang="en-US" sz="1600" dirty="0" err="1">
                <a:latin typeface="Montserrat" panose="00000500000000000000" pitchFamily="2" charset="0"/>
                <a:ea typeface="Barlow" pitchFamily="34" charset="-122"/>
                <a:cs typeface="Barlow" pitchFamily="34" charset="-120"/>
              </a:rPr>
              <a:t>maximera</a:t>
            </a:r>
            <a:r>
              <a:rPr lang="en-US" sz="1600" dirty="0">
                <a:latin typeface="Montserrat" panose="00000500000000000000" pitchFamily="2" charset="0"/>
                <a:ea typeface="Barlow" pitchFamily="34" charset="-122"/>
                <a:cs typeface="Barlow" pitchFamily="34" charset="-120"/>
              </a:rPr>
              <a:t> sin </a:t>
            </a:r>
            <a:r>
              <a:rPr lang="en-US" sz="1600" dirty="0" err="1">
                <a:latin typeface="Montserrat" panose="00000500000000000000" pitchFamily="2" charset="0"/>
                <a:ea typeface="Barlow" pitchFamily="34" charset="-122"/>
                <a:cs typeface="Barlow" pitchFamily="34" charset="-120"/>
              </a:rPr>
              <a:t>vinst</a:t>
            </a:r>
            <a:endParaRPr lang="en-US" sz="1600" dirty="0">
              <a:latin typeface="Montserrat" panose="00000500000000000000" pitchFamily="2" charset="0"/>
              <a:ea typeface="Barlow" pitchFamily="34" charset="-122"/>
              <a:cs typeface="Barlow" pitchFamily="34" charset="-120"/>
            </a:endParaRPr>
          </a:p>
          <a:p>
            <a:pPr>
              <a:lnSpc>
                <a:spcPts val="2800"/>
              </a:lnSpc>
            </a:pPr>
            <a:r>
              <a:rPr lang="en-US" sz="1600" dirty="0">
                <a:latin typeface="Montserrat" panose="00000500000000000000" pitchFamily="2" charset="0"/>
              </a:rPr>
              <a:t>Och Min </a:t>
            </a:r>
            <a:r>
              <a:rPr lang="en-US" sz="1600" dirty="0" err="1">
                <a:latin typeface="Montserrat" panose="00000500000000000000" pitchFamily="2" charset="0"/>
              </a:rPr>
              <a:t>försöker</a:t>
            </a:r>
            <a:r>
              <a:rPr lang="en-US" sz="1600" dirty="0">
                <a:latin typeface="Montserrat" panose="00000500000000000000" pitchFamily="2" charset="0"/>
              </a:rPr>
              <a:t> </a:t>
            </a:r>
            <a:r>
              <a:rPr lang="en-US" sz="1600" dirty="0" err="1">
                <a:latin typeface="Montserrat" panose="00000500000000000000" pitchFamily="2" charset="0"/>
              </a:rPr>
              <a:t>minimera</a:t>
            </a:r>
            <a:r>
              <a:rPr lang="en-US" sz="1600" dirty="0">
                <a:latin typeface="Montserrat" panose="00000500000000000000" pitchFamily="2" charset="0"/>
              </a:rPr>
              <a:t> Max’s </a:t>
            </a:r>
            <a:r>
              <a:rPr lang="en-US" sz="1600" dirty="0" err="1">
                <a:latin typeface="Montserrat" panose="00000500000000000000" pitchFamily="2" charset="0"/>
              </a:rPr>
              <a:t>vinst</a:t>
            </a:r>
            <a:endParaRPr lang="en-US" sz="1600" dirty="0">
              <a:latin typeface="Montserrat" panose="00000500000000000000" pitchFamily="2" charset="0"/>
            </a:endParaRPr>
          </a:p>
          <a:p>
            <a:pPr marL="0" indent="0">
              <a:lnSpc>
                <a:spcPts val="2800"/>
              </a:lnSpc>
              <a:buNone/>
            </a:pPr>
            <a:endParaRPr lang="en-US" dirty="0">
              <a:solidFill>
                <a:srgbClr val="7030A0"/>
              </a:solidFill>
            </a:endParaRPr>
          </a:p>
        </p:txBody>
      </p:sp>
      <p:sp>
        <p:nvSpPr>
          <p:cNvPr id="3" name="Platshållare för sidfot 1">
            <a:extLst>
              <a:ext uri="{FF2B5EF4-FFF2-40B4-BE49-F238E27FC236}">
                <a16:creationId xmlns:a16="http://schemas.microsoft.com/office/drawing/2014/main" id="{CF283C29-8A15-D980-F22E-817511C1F3CC}"/>
              </a:ext>
            </a:extLst>
          </p:cNvPr>
          <p:cNvSpPr>
            <a:spLocks noGrp="1"/>
          </p:cNvSpPr>
          <p:nvPr/>
        </p:nvSpPr>
        <p:spPr>
          <a:xfrm>
            <a:off x="2768194" y="6419850"/>
            <a:ext cx="5588812" cy="438150"/>
          </a:xfrm>
          <a:prstGeom prst="rect">
            <a:avLst/>
          </a:prstGeom>
        </p:spPr>
        <p:txBody>
          <a:bodyPr vert="horz" lIns="91440" tIns="45720" rIns="91440" bIns="45720" rtlCol="0" anchor="ctr"/>
          <a:lstStyle>
            <a:defPPr>
              <a:defRPr lang="en-US"/>
            </a:defPPr>
            <a:lvl1pPr marL="0" algn="ctr" defTabSz="457200" rtl="0" eaLnBrk="1" latinLnBrk="0" hangingPunct="1">
              <a:defRPr sz="144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dirty="0"/>
              <a:t>Presentation av David Hedengren</a:t>
            </a:r>
          </a:p>
        </p:txBody>
      </p:sp>
    </p:spTree>
    <p:extLst>
      <p:ext uri="{BB962C8B-B14F-4D97-AF65-F5344CB8AC3E}">
        <p14:creationId xmlns:p14="http://schemas.microsoft.com/office/powerpoint/2010/main" val="7859875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0" grpId="0"/>
      <p:bldP spid="12"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Rektangel: rundade hörn 20">
            <a:extLst>
              <a:ext uri="{FF2B5EF4-FFF2-40B4-BE49-F238E27FC236}">
                <a16:creationId xmlns:a16="http://schemas.microsoft.com/office/drawing/2014/main" id="{5CB8C6DF-6FD9-6F51-36DD-15B47A9DB9EA}"/>
              </a:ext>
            </a:extLst>
          </p:cNvPr>
          <p:cNvSpPr/>
          <p:nvPr/>
        </p:nvSpPr>
        <p:spPr>
          <a:xfrm>
            <a:off x="448386" y="3273942"/>
            <a:ext cx="3492168" cy="1882258"/>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2" name="Rubrik 1">
            <a:extLst>
              <a:ext uri="{FF2B5EF4-FFF2-40B4-BE49-F238E27FC236}">
                <a16:creationId xmlns:a16="http://schemas.microsoft.com/office/drawing/2014/main" id="{3A9A97EA-8FE7-9B7F-6939-EAD4E2B00AEF}"/>
              </a:ext>
            </a:extLst>
          </p:cNvPr>
          <p:cNvSpPr>
            <a:spLocks noGrp="1"/>
          </p:cNvSpPr>
          <p:nvPr>
            <p:ph type="ctrTitle"/>
          </p:nvPr>
        </p:nvSpPr>
        <p:spPr>
          <a:xfrm>
            <a:off x="-1128468" y="474544"/>
            <a:ext cx="9144000" cy="2387600"/>
          </a:xfrm>
        </p:spPr>
        <p:txBody>
          <a:bodyPr>
            <a:normAutofit/>
          </a:bodyPr>
          <a:lstStyle/>
          <a:p>
            <a:r>
              <a:rPr lang="sv-SE" sz="4800" dirty="0">
                <a:latin typeface="Nuito"/>
              </a:rPr>
              <a:t>Användningsområden</a:t>
            </a:r>
          </a:p>
        </p:txBody>
      </p:sp>
      <p:pic>
        <p:nvPicPr>
          <p:cNvPr id="6" name="Bildobjekt 5">
            <a:extLst>
              <a:ext uri="{FF2B5EF4-FFF2-40B4-BE49-F238E27FC236}">
                <a16:creationId xmlns:a16="http://schemas.microsoft.com/office/drawing/2014/main" id="{8B64C0C7-F972-2C7E-E48C-4CCAEF70AE09}"/>
              </a:ext>
            </a:extLst>
          </p:cNvPr>
          <p:cNvPicPr>
            <a:picLocks noChangeAspect="1"/>
          </p:cNvPicPr>
          <p:nvPr/>
        </p:nvPicPr>
        <p:blipFill>
          <a:blip r:embed="rId2"/>
          <a:stretch>
            <a:fillRect/>
          </a:stretch>
        </p:blipFill>
        <p:spPr>
          <a:xfrm>
            <a:off x="-104715" y="-12700"/>
            <a:ext cx="12363132" cy="1917700"/>
          </a:xfrm>
          <a:prstGeom prst="rect">
            <a:avLst/>
          </a:prstGeom>
          <a:effectLst>
            <a:softEdge rad="127000"/>
          </a:effectLst>
        </p:spPr>
      </p:pic>
      <p:sp>
        <p:nvSpPr>
          <p:cNvPr id="9" name="Text 4">
            <a:extLst>
              <a:ext uri="{FF2B5EF4-FFF2-40B4-BE49-F238E27FC236}">
                <a16:creationId xmlns:a16="http://schemas.microsoft.com/office/drawing/2014/main" id="{A4805946-44FD-2A0D-6AE1-867D7FD3E4BA}"/>
              </a:ext>
            </a:extLst>
          </p:cNvPr>
          <p:cNvSpPr/>
          <p:nvPr/>
        </p:nvSpPr>
        <p:spPr>
          <a:xfrm>
            <a:off x="723119" y="3365500"/>
            <a:ext cx="2600325" cy="325041"/>
          </a:xfrm>
          <a:prstGeom prst="rect">
            <a:avLst/>
          </a:prstGeom>
          <a:noFill/>
          <a:ln/>
        </p:spPr>
        <p:txBody>
          <a:bodyPr wrap="none" lIns="0" tIns="0" rIns="0" bIns="0" rtlCol="0" anchor="t"/>
          <a:lstStyle/>
          <a:p>
            <a:pPr marL="0" indent="0">
              <a:lnSpc>
                <a:spcPts val="2550"/>
              </a:lnSpc>
              <a:buNone/>
            </a:pPr>
            <a:r>
              <a:rPr lang="en-US" b="1" dirty="0">
                <a:solidFill>
                  <a:srgbClr val="272525"/>
                </a:solidFill>
                <a:latin typeface="Barlow" pitchFamily="34" charset="0"/>
                <a:ea typeface="Barlow" pitchFamily="34" charset="-122"/>
                <a:cs typeface="Barlow" pitchFamily="34" charset="-120"/>
              </a:rPr>
              <a:t>Spelutveckling</a:t>
            </a:r>
            <a:endParaRPr lang="en-US" dirty="0"/>
          </a:p>
        </p:txBody>
      </p:sp>
      <p:sp>
        <p:nvSpPr>
          <p:cNvPr id="10" name="Text 5">
            <a:extLst>
              <a:ext uri="{FF2B5EF4-FFF2-40B4-BE49-F238E27FC236}">
                <a16:creationId xmlns:a16="http://schemas.microsoft.com/office/drawing/2014/main" id="{E72380F0-3EB6-7EED-81B1-BDE1C8FB02C0}"/>
              </a:ext>
            </a:extLst>
          </p:cNvPr>
          <p:cNvSpPr/>
          <p:nvPr/>
        </p:nvSpPr>
        <p:spPr>
          <a:xfrm>
            <a:off x="722123" y="3755788"/>
            <a:ext cx="3139559" cy="1581150"/>
          </a:xfrm>
          <a:prstGeom prst="rect">
            <a:avLst/>
          </a:prstGeom>
          <a:noFill/>
          <a:ln/>
        </p:spPr>
        <p:txBody>
          <a:bodyPr wrap="square" lIns="0" tIns="0" rIns="0" bIns="0" rtlCol="0" anchor="t"/>
          <a:lstStyle/>
          <a:p>
            <a:pPr marL="0" indent="0">
              <a:lnSpc>
                <a:spcPts val="2450"/>
              </a:lnSpc>
              <a:buNone/>
            </a:pPr>
            <a:r>
              <a:rPr lang="en-US" sz="1200" dirty="0">
                <a:solidFill>
                  <a:srgbClr val="272525"/>
                </a:solidFill>
                <a:latin typeface="Montserrat" pitchFamily="34" charset="0"/>
                <a:ea typeface="Montserrat" pitchFamily="34" charset="-122"/>
                <a:cs typeface="Montserrat" pitchFamily="34" charset="-120"/>
              </a:rPr>
              <a:t>Minimax används för att skapa intelligenta motståndare i spel som schack, dam, tic-tac-toe och andra </a:t>
            </a:r>
            <a:r>
              <a:rPr lang="en-US" sz="1200" dirty="0" err="1">
                <a:solidFill>
                  <a:srgbClr val="272525"/>
                </a:solidFill>
                <a:latin typeface="Montserrat" pitchFamily="34" charset="0"/>
                <a:ea typeface="Montserrat" pitchFamily="34" charset="-122"/>
                <a:cs typeface="Montserrat" pitchFamily="34" charset="-120"/>
              </a:rPr>
              <a:t>spel</a:t>
            </a:r>
            <a:r>
              <a:rPr lang="en-US" sz="1200" dirty="0">
                <a:solidFill>
                  <a:srgbClr val="272525"/>
                </a:solidFill>
                <a:latin typeface="Montserrat" pitchFamily="34" charset="0"/>
                <a:ea typeface="Montserrat" pitchFamily="34" charset="-122"/>
                <a:cs typeface="Montserrat" pitchFamily="34" charset="-120"/>
              </a:rPr>
              <a:t> </a:t>
            </a:r>
            <a:r>
              <a:rPr lang="en-US" sz="1200" dirty="0" err="1">
                <a:solidFill>
                  <a:srgbClr val="272525"/>
                </a:solidFill>
                <a:latin typeface="Montserrat" pitchFamily="34" charset="0"/>
                <a:ea typeface="Montserrat" pitchFamily="34" charset="-122"/>
                <a:cs typeface="Montserrat" pitchFamily="34" charset="-120"/>
              </a:rPr>
              <a:t>där</a:t>
            </a:r>
            <a:r>
              <a:rPr lang="en-US" sz="1200" dirty="0">
                <a:solidFill>
                  <a:srgbClr val="272525"/>
                </a:solidFill>
                <a:latin typeface="Montserrat" pitchFamily="34" charset="0"/>
                <a:ea typeface="Montserrat" pitchFamily="34" charset="-122"/>
                <a:cs typeface="Montserrat" pitchFamily="34" charset="-120"/>
              </a:rPr>
              <a:t> </a:t>
            </a:r>
            <a:r>
              <a:rPr lang="en-US" sz="1200" dirty="0" err="1">
                <a:solidFill>
                  <a:srgbClr val="272525"/>
                </a:solidFill>
                <a:latin typeface="Montserrat" pitchFamily="34" charset="0"/>
                <a:ea typeface="Montserrat" pitchFamily="34" charset="-122"/>
                <a:cs typeface="Montserrat" pitchFamily="34" charset="-120"/>
              </a:rPr>
              <a:t>miljön</a:t>
            </a:r>
            <a:r>
              <a:rPr lang="en-US" sz="1200" dirty="0">
                <a:solidFill>
                  <a:srgbClr val="272525"/>
                </a:solidFill>
                <a:latin typeface="Montserrat" pitchFamily="34" charset="0"/>
                <a:ea typeface="Montserrat" pitchFamily="34" charset="-122"/>
                <a:cs typeface="Montserrat" pitchFamily="34" charset="-120"/>
              </a:rPr>
              <a:t> </a:t>
            </a:r>
            <a:r>
              <a:rPr lang="en-US" sz="1200" dirty="0" err="1">
                <a:solidFill>
                  <a:srgbClr val="272525"/>
                </a:solidFill>
                <a:latin typeface="Montserrat" pitchFamily="34" charset="0"/>
                <a:ea typeface="Montserrat" pitchFamily="34" charset="-122"/>
                <a:cs typeface="Montserrat" pitchFamily="34" charset="-120"/>
              </a:rPr>
              <a:t>är</a:t>
            </a:r>
            <a:r>
              <a:rPr lang="en-US" sz="1200" dirty="0">
                <a:solidFill>
                  <a:srgbClr val="272525"/>
                </a:solidFill>
                <a:latin typeface="Montserrat" pitchFamily="34" charset="0"/>
                <a:ea typeface="Montserrat" pitchFamily="34" charset="-122"/>
                <a:cs typeface="Montserrat" pitchFamily="34" charset="-120"/>
              </a:rPr>
              <a:t> </a:t>
            </a:r>
            <a:r>
              <a:rPr lang="en-US" sz="1200" dirty="0" err="1">
                <a:solidFill>
                  <a:srgbClr val="272525"/>
                </a:solidFill>
                <a:latin typeface="Montserrat" pitchFamily="34" charset="0"/>
                <a:ea typeface="Montserrat" pitchFamily="34" charset="-122"/>
                <a:cs typeface="Montserrat" pitchFamily="34" charset="-120"/>
              </a:rPr>
              <a:t>fullt</a:t>
            </a:r>
            <a:r>
              <a:rPr lang="en-US" sz="1200" dirty="0">
                <a:solidFill>
                  <a:srgbClr val="272525"/>
                </a:solidFill>
                <a:latin typeface="Montserrat" pitchFamily="34" charset="0"/>
                <a:ea typeface="Montserrat" pitchFamily="34" charset="-122"/>
                <a:cs typeface="Montserrat" pitchFamily="34" charset="-120"/>
              </a:rPr>
              <a:t> </a:t>
            </a:r>
            <a:r>
              <a:rPr lang="en-US" sz="1200" dirty="0" err="1">
                <a:solidFill>
                  <a:srgbClr val="272525"/>
                </a:solidFill>
                <a:latin typeface="Montserrat" pitchFamily="34" charset="0"/>
                <a:ea typeface="Montserrat" pitchFamily="34" charset="-122"/>
                <a:cs typeface="Montserrat" pitchFamily="34" charset="-120"/>
              </a:rPr>
              <a:t>observerbar</a:t>
            </a:r>
            <a:endParaRPr lang="en-US" sz="1200" dirty="0"/>
          </a:p>
        </p:txBody>
      </p:sp>
      <p:sp>
        <p:nvSpPr>
          <p:cNvPr id="16" name="Text 8">
            <a:extLst>
              <a:ext uri="{FF2B5EF4-FFF2-40B4-BE49-F238E27FC236}">
                <a16:creationId xmlns:a16="http://schemas.microsoft.com/office/drawing/2014/main" id="{552AC051-5F8A-329E-96D0-15688D9CA4F4}"/>
              </a:ext>
            </a:extLst>
          </p:cNvPr>
          <p:cNvSpPr/>
          <p:nvPr/>
        </p:nvSpPr>
        <p:spPr>
          <a:xfrm>
            <a:off x="4399964" y="3403599"/>
            <a:ext cx="2600325" cy="325041"/>
          </a:xfrm>
          <a:prstGeom prst="rect">
            <a:avLst/>
          </a:prstGeom>
          <a:noFill/>
          <a:ln/>
        </p:spPr>
        <p:txBody>
          <a:bodyPr wrap="none" lIns="0" tIns="0" rIns="0" bIns="0" rtlCol="0" anchor="t"/>
          <a:lstStyle/>
          <a:p>
            <a:pPr marL="0" indent="0">
              <a:lnSpc>
                <a:spcPts val="2550"/>
              </a:lnSpc>
              <a:buNone/>
            </a:pPr>
            <a:r>
              <a:rPr lang="en-US" b="1" dirty="0">
                <a:solidFill>
                  <a:srgbClr val="272525"/>
                </a:solidFill>
                <a:latin typeface="Barlow" pitchFamily="34" charset="0"/>
                <a:ea typeface="Barlow" pitchFamily="34" charset="-122"/>
                <a:cs typeface="Barlow" pitchFamily="34" charset="-120"/>
              </a:rPr>
              <a:t>Ekonomi</a:t>
            </a:r>
            <a:endParaRPr lang="en-US" sz="2000" dirty="0"/>
          </a:p>
        </p:txBody>
      </p:sp>
      <p:sp>
        <p:nvSpPr>
          <p:cNvPr id="17" name="Text 9">
            <a:extLst>
              <a:ext uri="{FF2B5EF4-FFF2-40B4-BE49-F238E27FC236}">
                <a16:creationId xmlns:a16="http://schemas.microsoft.com/office/drawing/2014/main" id="{33F12B28-B9FF-E405-5535-3EAC597066F9}"/>
              </a:ext>
            </a:extLst>
          </p:cNvPr>
          <p:cNvSpPr/>
          <p:nvPr/>
        </p:nvSpPr>
        <p:spPr>
          <a:xfrm>
            <a:off x="4399964" y="3793888"/>
            <a:ext cx="3139559" cy="1581150"/>
          </a:xfrm>
          <a:prstGeom prst="rect">
            <a:avLst/>
          </a:prstGeom>
          <a:noFill/>
          <a:ln/>
        </p:spPr>
        <p:txBody>
          <a:bodyPr wrap="square" lIns="0" tIns="0" rIns="0" bIns="0" rtlCol="0" anchor="t"/>
          <a:lstStyle/>
          <a:p>
            <a:pPr marL="0" indent="0">
              <a:lnSpc>
                <a:spcPts val="2450"/>
              </a:lnSpc>
              <a:buNone/>
            </a:pPr>
            <a:r>
              <a:rPr lang="en-US" sz="1200" dirty="0">
                <a:solidFill>
                  <a:srgbClr val="272525"/>
                </a:solidFill>
                <a:latin typeface="Montserrat" pitchFamily="34" charset="0"/>
                <a:ea typeface="Montserrat" pitchFamily="34" charset="-122"/>
                <a:cs typeface="Montserrat" pitchFamily="34" charset="-120"/>
              </a:rPr>
              <a:t>Minimax kan användas i ekonomiska modeller för att </a:t>
            </a:r>
            <a:r>
              <a:rPr lang="en-US" sz="1200" dirty="0" err="1">
                <a:solidFill>
                  <a:srgbClr val="272525"/>
                </a:solidFill>
                <a:latin typeface="Montserrat" pitchFamily="34" charset="0"/>
                <a:ea typeface="Montserrat" pitchFamily="34" charset="-122"/>
                <a:cs typeface="Montserrat" pitchFamily="34" charset="-120"/>
              </a:rPr>
              <a:t>förutsäga</a:t>
            </a:r>
            <a:r>
              <a:rPr lang="en-US" sz="1200" dirty="0">
                <a:solidFill>
                  <a:srgbClr val="272525"/>
                </a:solidFill>
                <a:latin typeface="Montserrat" pitchFamily="34" charset="0"/>
                <a:ea typeface="Montserrat" pitchFamily="34" charset="-122"/>
                <a:cs typeface="Montserrat" pitchFamily="34" charset="-120"/>
              </a:rPr>
              <a:t> </a:t>
            </a:r>
            <a:r>
              <a:rPr lang="en-US" sz="1200" dirty="0" err="1">
                <a:solidFill>
                  <a:srgbClr val="272525"/>
                </a:solidFill>
                <a:latin typeface="Montserrat" pitchFamily="34" charset="0"/>
                <a:ea typeface="Montserrat" pitchFamily="34" charset="-122"/>
                <a:cs typeface="Montserrat" pitchFamily="34" charset="-120"/>
              </a:rPr>
              <a:t>resultatet</a:t>
            </a:r>
            <a:r>
              <a:rPr lang="en-US" sz="1200" dirty="0">
                <a:solidFill>
                  <a:srgbClr val="272525"/>
                </a:solidFill>
                <a:latin typeface="Montserrat" pitchFamily="34" charset="0"/>
                <a:ea typeface="Montserrat" pitchFamily="34" charset="-122"/>
                <a:cs typeface="Montserrat" pitchFamily="34" charset="-120"/>
              </a:rPr>
              <a:t> av </a:t>
            </a:r>
            <a:r>
              <a:rPr lang="en-US" sz="1200" dirty="0" err="1">
                <a:solidFill>
                  <a:srgbClr val="272525"/>
                </a:solidFill>
                <a:latin typeface="Montserrat" pitchFamily="34" charset="0"/>
                <a:ea typeface="Montserrat" pitchFamily="34" charset="-122"/>
                <a:cs typeface="Montserrat" pitchFamily="34" charset="-120"/>
              </a:rPr>
              <a:t>beslut</a:t>
            </a:r>
            <a:r>
              <a:rPr lang="en-US" sz="1200" dirty="0">
                <a:solidFill>
                  <a:srgbClr val="272525"/>
                </a:solidFill>
                <a:latin typeface="Montserrat" pitchFamily="34" charset="0"/>
                <a:ea typeface="Montserrat" pitchFamily="34" charset="-122"/>
                <a:cs typeface="Montserrat" pitchFamily="34" charset="-120"/>
              </a:rPr>
              <a:t> och för att </a:t>
            </a:r>
            <a:r>
              <a:rPr lang="en-US" sz="1200" dirty="0" err="1">
                <a:solidFill>
                  <a:srgbClr val="272525"/>
                </a:solidFill>
                <a:latin typeface="Montserrat" pitchFamily="34" charset="0"/>
                <a:ea typeface="Montserrat" pitchFamily="34" charset="-122"/>
                <a:cs typeface="Montserrat" pitchFamily="34" charset="-120"/>
              </a:rPr>
              <a:t>optimera</a:t>
            </a:r>
            <a:r>
              <a:rPr lang="en-US" sz="1200" dirty="0">
                <a:solidFill>
                  <a:srgbClr val="272525"/>
                </a:solidFill>
                <a:latin typeface="Montserrat" pitchFamily="34" charset="0"/>
                <a:ea typeface="Montserrat" pitchFamily="34" charset="-122"/>
                <a:cs typeface="Montserrat" pitchFamily="34" charset="-120"/>
              </a:rPr>
              <a:t> </a:t>
            </a:r>
            <a:r>
              <a:rPr lang="en-US" sz="1200" dirty="0" err="1">
                <a:solidFill>
                  <a:srgbClr val="272525"/>
                </a:solidFill>
                <a:latin typeface="Montserrat" pitchFamily="34" charset="0"/>
                <a:ea typeface="Montserrat" pitchFamily="34" charset="-122"/>
                <a:cs typeface="Montserrat" pitchFamily="34" charset="-120"/>
              </a:rPr>
              <a:t>investeringsstrategier</a:t>
            </a:r>
            <a:endParaRPr lang="en-US" sz="1200" dirty="0"/>
          </a:p>
        </p:txBody>
      </p:sp>
      <p:sp>
        <p:nvSpPr>
          <p:cNvPr id="19" name="Text 12">
            <a:extLst>
              <a:ext uri="{FF2B5EF4-FFF2-40B4-BE49-F238E27FC236}">
                <a16:creationId xmlns:a16="http://schemas.microsoft.com/office/drawing/2014/main" id="{2B0010E3-9649-A38C-4A85-E196CA0CA7FF}"/>
              </a:ext>
            </a:extLst>
          </p:cNvPr>
          <p:cNvSpPr/>
          <p:nvPr/>
        </p:nvSpPr>
        <p:spPr>
          <a:xfrm>
            <a:off x="8140004" y="3378199"/>
            <a:ext cx="1251452" cy="616916"/>
          </a:xfrm>
          <a:prstGeom prst="rect">
            <a:avLst/>
          </a:prstGeom>
          <a:noFill/>
          <a:ln/>
        </p:spPr>
        <p:txBody>
          <a:bodyPr wrap="none" lIns="0" tIns="0" rIns="0" bIns="0" rtlCol="0" anchor="t"/>
          <a:lstStyle/>
          <a:p>
            <a:pPr marL="0" indent="0">
              <a:lnSpc>
                <a:spcPts val="2550"/>
              </a:lnSpc>
              <a:buNone/>
            </a:pPr>
            <a:r>
              <a:rPr lang="en-US" b="1" dirty="0">
                <a:solidFill>
                  <a:srgbClr val="272525"/>
                </a:solidFill>
                <a:latin typeface="Barlow" pitchFamily="34" charset="0"/>
                <a:ea typeface="Barlow" pitchFamily="34" charset="-122"/>
                <a:cs typeface="Barlow" pitchFamily="34" charset="-120"/>
              </a:rPr>
              <a:t>Robotik</a:t>
            </a:r>
            <a:endParaRPr lang="en-US" sz="2000" dirty="0"/>
          </a:p>
        </p:txBody>
      </p:sp>
      <p:sp>
        <p:nvSpPr>
          <p:cNvPr id="20" name="Text 13">
            <a:extLst>
              <a:ext uri="{FF2B5EF4-FFF2-40B4-BE49-F238E27FC236}">
                <a16:creationId xmlns:a16="http://schemas.microsoft.com/office/drawing/2014/main" id="{B8650A8B-42AC-EE34-1DCF-5BFDF1C25D3B}"/>
              </a:ext>
            </a:extLst>
          </p:cNvPr>
          <p:cNvSpPr/>
          <p:nvPr/>
        </p:nvSpPr>
        <p:spPr>
          <a:xfrm>
            <a:off x="8140004" y="3768487"/>
            <a:ext cx="3425964" cy="1400413"/>
          </a:xfrm>
          <a:prstGeom prst="rect">
            <a:avLst/>
          </a:prstGeom>
          <a:noFill/>
          <a:ln/>
        </p:spPr>
        <p:txBody>
          <a:bodyPr wrap="square" lIns="0" tIns="0" rIns="0" bIns="0" rtlCol="0" anchor="t"/>
          <a:lstStyle/>
          <a:p>
            <a:pPr marL="0" indent="0">
              <a:lnSpc>
                <a:spcPts val="2450"/>
              </a:lnSpc>
              <a:buNone/>
            </a:pPr>
            <a:r>
              <a:rPr lang="en-US" sz="1200" dirty="0">
                <a:solidFill>
                  <a:srgbClr val="272525"/>
                </a:solidFill>
                <a:latin typeface="Montserrat" pitchFamily="34" charset="0"/>
                <a:ea typeface="Montserrat" pitchFamily="34" charset="-122"/>
                <a:cs typeface="Montserrat" pitchFamily="34" charset="-120"/>
              </a:rPr>
              <a:t>Minimax </a:t>
            </a:r>
            <a:r>
              <a:rPr lang="en-US" sz="1200" dirty="0" err="1">
                <a:solidFill>
                  <a:srgbClr val="272525"/>
                </a:solidFill>
                <a:latin typeface="Montserrat" pitchFamily="34" charset="0"/>
                <a:ea typeface="Montserrat" pitchFamily="34" charset="-122"/>
                <a:cs typeface="Montserrat" pitchFamily="34" charset="-120"/>
              </a:rPr>
              <a:t>kan</a:t>
            </a:r>
            <a:r>
              <a:rPr lang="en-US" sz="1200" dirty="0">
                <a:solidFill>
                  <a:srgbClr val="272525"/>
                </a:solidFill>
                <a:latin typeface="Montserrat" pitchFamily="34" charset="0"/>
                <a:ea typeface="Montserrat" pitchFamily="34" charset="-122"/>
                <a:cs typeface="Montserrat" pitchFamily="34" charset="-120"/>
              </a:rPr>
              <a:t> </a:t>
            </a:r>
            <a:r>
              <a:rPr lang="en-US" sz="1200" dirty="0" err="1">
                <a:solidFill>
                  <a:srgbClr val="272525"/>
                </a:solidFill>
                <a:latin typeface="Montserrat" pitchFamily="34" charset="0"/>
                <a:ea typeface="Montserrat" pitchFamily="34" charset="-122"/>
                <a:cs typeface="Montserrat" pitchFamily="34" charset="-120"/>
              </a:rPr>
              <a:t>användas</a:t>
            </a:r>
            <a:r>
              <a:rPr lang="en-US" sz="1200" dirty="0">
                <a:solidFill>
                  <a:srgbClr val="272525"/>
                </a:solidFill>
                <a:latin typeface="Montserrat" pitchFamily="34" charset="0"/>
                <a:ea typeface="Montserrat" pitchFamily="34" charset="-122"/>
                <a:cs typeface="Montserrat" pitchFamily="34" charset="-120"/>
              </a:rPr>
              <a:t> för att styra robotar i komplexa miljöer, till exempel för </a:t>
            </a:r>
            <a:r>
              <a:rPr lang="en-US" sz="1200" dirty="0" err="1">
                <a:solidFill>
                  <a:srgbClr val="272525"/>
                </a:solidFill>
                <a:latin typeface="Montserrat" pitchFamily="34" charset="0"/>
                <a:ea typeface="Montserrat" pitchFamily="34" charset="-122"/>
                <a:cs typeface="Montserrat" pitchFamily="34" charset="-120"/>
              </a:rPr>
              <a:t>att</a:t>
            </a:r>
            <a:r>
              <a:rPr lang="en-US" sz="1200" dirty="0">
                <a:solidFill>
                  <a:srgbClr val="272525"/>
                </a:solidFill>
                <a:latin typeface="Montserrat" pitchFamily="34" charset="0"/>
                <a:ea typeface="Montserrat" pitchFamily="34" charset="-122"/>
                <a:cs typeface="Montserrat" pitchFamily="34" charset="-120"/>
              </a:rPr>
              <a:t> </a:t>
            </a:r>
            <a:r>
              <a:rPr lang="en-US" sz="1200" dirty="0" err="1">
                <a:solidFill>
                  <a:srgbClr val="272525"/>
                </a:solidFill>
                <a:latin typeface="Montserrat" pitchFamily="34" charset="0"/>
                <a:ea typeface="Montserrat" pitchFamily="34" charset="-122"/>
                <a:cs typeface="Montserrat" pitchFamily="34" charset="-120"/>
              </a:rPr>
              <a:t>maximera</a:t>
            </a:r>
            <a:r>
              <a:rPr lang="en-US" sz="1200" dirty="0">
                <a:solidFill>
                  <a:srgbClr val="272525"/>
                </a:solidFill>
                <a:latin typeface="Montserrat" pitchFamily="34" charset="0"/>
                <a:ea typeface="Montserrat" pitchFamily="34" charset="-122"/>
                <a:cs typeface="Montserrat" pitchFamily="34" charset="-120"/>
              </a:rPr>
              <a:t> </a:t>
            </a:r>
            <a:r>
              <a:rPr lang="en-US" sz="1200" dirty="0" err="1">
                <a:solidFill>
                  <a:srgbClr val="272525"/>
                </a:solidFill>
                <a:latin typeface="Montserrat" pitchFamily="34" charset="0"/>
                <a:ea typeface="Montserrat" pitchFamily="34" charset="-122"/>
                <a:cs typeface="Montserrat" pitchFamily="34" charset="-120"/>
              </a:rPr>
              <a:t>effektivitet</a:t>
            </a:r>
            <a:r>
              <a:rPr lang="en-US" sz="1200" dirty="0">
                <a:solidFill>
                  <a:srgbClr val="272525"/>
                </a:solidFill>
                <a:latin typeface="Montserrat" pitchFamily="34" charset="0"/>
                <a:ea typeface="Montserrat" pitchFamily="34" charset="-122"/>
                <a:cs typeface="Montserrat" pitchFamily="34" charset="-120"/>
              </a:rPr>
              <a:t> I </a:t>
            </a:r>
            <a:r>
              <a:rPr lang="en-US" sz="1200" dirty="0" err="1">
                <a:solidFill>
                  <a:srgbClr val="272525"/>
                </a:solidFill>
                <a:latin typeface="Montserrat" pitchFamily="34" charset="0"/>
                <a:ea typeface="Montserrat" pitchFamily="34" charset="-122"/>
                <a:cs typeface="Montserrat" pitchFamily="34" charset="-120"/>
              </a:rPr>
              <a:t>rörelser</a:t>
            </a:r>
            <a:r>
              <a:rPr lang="en-US" sz="1200" dirty="0">
                <a:solidFill>
                  <a:srgbClr val="272525"/>
                </a:solidFill>
                <a:latin typeface="Montserrat" pitchFamily="34" charset="0"/>
                <a:ea typeface="Montserrat" pitchFamily="34" charset="-122"/>
                <a:cs typeface="Montserrat" pitchFamily="34" charset="-120"/>
              </a:rPr>
              <a:t> och </a:t>
            </a:r>
            <a:r>
              <a:rPr lang="en-US" sz="1200" dirty="0" err="1">
                <a:solidFill>
                  <a:srgbClr val="272525"/>
                </a:solidFill>
                <a:latin typeface="Montserrat" pitchFamily="34" charset="0"/>
                <a:ea typeface="Montserrat" pitchFamily="34" charset="-122"/>
                <a:cs typeface="Montserrat" pitchFamily="34" charset="-120"/>
              </a:rPr>
              <a:t>minska</a:t>
            </a:r>
            <a:r>
              <a:rPr lang="en-US" sz="1200" dirty="0">
                <a:solidFill>
                  <a:srgbClr val="272525"/>
                </a:solidFill>
                <a:latin typeface="Montserrat" pitchFamily="34" charset="0"/>
                <a:ea typeface="Montserrat" pitchFamily="34" charset="-122"/>
                <a:cs typeface="Montserrat" pitchFamily="34" charset="-120"/>
              </a:rPr>
              <a:t> </a:t>
            </a:r>
            <a:r>
              <a:rPr lang="en-US" sz="1200" dirty="0" err="1">
                <a:solidFill>
                  <a:srgbClr val="272525"/>
                </a:solidFill>
                <a:latin typeface="Montserrat" pitchFamily="34" charset="0"/>
                <a:ea typeface="Montserrat" pitchFamily="34" charset="-122"/>
                <a:cs typeface="Montserrat" pitchFamily="34" charset="-120"/>
              </a:rPr>
              <a:t>energiförbrukning</a:t>
            </a:r>
            <a:endParaRPr lang="en-US" sz="1200" dirty="0"/>
          </a:p>
        </p:txBody>
      </p:sp>
      <p:sp>
        <p:nvSpPr>
          <p:cNvPr id="22" name="Rektangel: rundade hörn 21">
            <a:extLst>
              <a:ext uri="{FF2B5EF4-FFF2-40B4-BE49-F238E27FC236}">
                <a16:creationId xmlns:a16="http://schemas.microsoft.com/office/drawing/2014/main" id="{934BA897-7CE9-6CF6-E8B4-67470F6EDA02}"/>
              </a:ext>
            </a:extLst>
          </p:cNvPr>
          <p:cNvSpPr/>
          <p:nvPr/>
        </p:nvSpPr>
        <p:spPr>
          <a:xfrm>
            <a:off x="4188096" y="3299342"/>
            <a:ext cx="3351427" cy="1882258"/>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23" name="Rektangel: rundade hörn 22">
            <a:extLst>
              <a:ext uri="{FF2B5EF4-FFF2-40B4-BE49-F238E27FC236}">
                <a16:creationId xmlns:a16="http://schemas.microsoft.com/office/drawing/2014/main" id="{A2BA043D-2AA4-5E3A-2B00-AE91E137D310}"/>
              </a:ext>
            </a:extLst>
          </p:cNvPr>
          <p:cNvSpPr/>
          <p:nvPr/>
        </p:nvSpPr>
        <p:spPr>
          <a:xfrm>
            <a:off x="7813590" y="3273942"/>
            <a:ext cx="3930024" cy="1882258"/>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3" name="Platshållare för sidfot 1">
            <a:extLst>
              <a:ext uri="{FF2B5EF4-FFF2-40B4-BE49-F238E27FC236}">
                <a16:creationId xmlns:a16="http://schemas.microsoft.com/office/drawing/2014/main" id="{39B16125-146F-004D-CCAB-23BDAF04535C}"/>
              </a:ext>
            </a:extLst>
          </p:cNvPr>
          <p:cNvSpPr>
            <a:spLocks noGrp="1"/>
          </p:cNvSpPr>
          <p:nvPr/>
        </p:nvSpPr>
        <p:spPr>
          <a:xfrm>
            <a:off x="2768194" y="6419850"/>
            <a:ext cx="5588812" cy="438150"/>
          </a:xfrm>
          <a:prstGeom prst="rect">
            <a:avLst/>
          </a:prstGeom>
        </p:spPr>
        <p:txBody>
          <a:bodyPr vert="horz" lIns="91440" tIns="45720" rIns="91440" bIns="45720" rtlCol="0" anchor="ctr"/>
          <a:lstStyle>
            <a:defPPr>
              <a:defRPr lang="en-US"/>
            </a:defPPr>
            <a:lvl1pPr marL="0" algn="ctr" defTabSz="457200" rtl="0" eaLnBrk="1" latinLnBrk="0" hangingPunct="1">
              <a:defRPr sz="144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dirty="0"/>
              <a:t>Presentation av David Hedengren</a:t>
            </a:r>
          </a:p>
        </p:txBody>
      </p:sp>
    </p:spTree>
    <p:extLst>
      <p:ext uri="{BB962C8B-B14F-4D97-AF65-F5344CB8AC3E}">
        <p14:creationId xmlns:p14="http://schemas.microsoft.com/office/powerpoint/2010/main" val="1299883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fade">
                                      <p:cBhvr>
                                        <p:cTn id="7" dur="500"/>
                                        <p:tgtEl>
                                          <p:spTgt spid="2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00"/>
                                        <p:tgtEl>
                                          <p:spTgt spid="9"/>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500"/>
                                        <p:tgtEl>
                                          <p:spTgt spid="10"/>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6"/>
                                        </p:tgtEl>
                                        <p:attrNameLst>
                                          <p:attrName>style.visibility</p:attrName>
                                        </p:attrNameLst>
                                      </p:cBhvr>
                                      <p:to>
                                        <p:strVal val="visible"/>
                                      </p:to>
                                    </p:set>
                                    <p:animEffect transition="in" filter="fade">
                                      <p:cBhvr>
                                        <p:cTn id="18" dur="500"/>
                                        <p:tgtEl>
                                          <p:spTgt spid="16"/>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7"/>
                                        </p:tgtEl>
                                        <p:attrNameLst>
                                          <p:attrName>style.visibility</p:attrName>
                                        </p:attrNameLst>
                                      </p:cBhvr>
                                      <p:to>
                                        <p:strVal val="visible"/>
                                      </p:to>
                                    </p:set>
                                    <p:animEffect transition="in" filter="fade">
                                      <p:cBhvr>
                                        <p:cTn id="21" dur="500"/>
                                        <p:tgtEl>
                                          <p:spTgt spid="17"/>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22"/>
                                        </p:tgtEl>
                                        <p:attrNameLst>
                                          <p:attrName>style.visibility</p:attrName>
                                        </p:attrNameLst>
                                      </p:cBhvr>
                                      <p:to>
                                        <p:strVal val="visible"/>
                                      </p:to>
                                    </p:set>
                                    <p:animEffect transition="in" filter="fade">
                                      <p:cBhvr>
                                        <p:cTn id="24" dur="500"/>
                                        <p:tgtEl>
                                          <p:spTgt spid="22"/>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19"/>
                                        </p:tgtEl>
                                        <p:attrNameLst>
                                          <p:attrName>style.visibility</p:attrName>
                                        </p:attrNameLst>
                                      </p:cBhvr>
                                      <p:to>
                                        <p:strVal val="visible"/>
                                      </p:to>
                                    </p:set>
                                    <p:animEffect transition="in" filter="fade">
                                      <p:cBhvr>
                                        <p:cTn id="29" dur="500"/>
                                        <p:tgtEl>
                                          <p:spTgt spid="19"/>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20"/>
                                        </p:tgtEl>
                                        <p:attrNameLst>
                                          <p:attrName>style.visibility</p:attrName>
                                        </p:attrNameLst>
                                      </p:cBhvr>
                                      <p:to>
                                        <p:strVal val="visible"/>
                                      </p:to>
                                    </p:set>
                                    <p:animEffect transition="in" filter="fade">
                                      <p:cBhvr>
                                        <p:cTn id="32" dur="500"/>
                                        <p:tgtEl>
                                          <p:spTgt spid="20"/>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23"/>
                                        </p:tgtEl>
                                        <p:attrNameLst>
                                          <p:attrName>style.visibility</p:attrName>
                                        </p:attrNameLst>
                                      </p:cBhvr>
                                      <p:to>
                                        <p:strVal val="visible"/>
                                      </p:to>
                                    </p:set>
                                    <p:animEffect transition="in" filter="fade">
                                      <p:cBhvr>
                                        <p:cTn id="35"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9" grpId="0" animBg="1"/>
      <p:bldP spid="10" grpId="0" animBg="1"/>
      <p:bldP spid="16" grpId="0" animBg="1"/>
      <p:bldP spid="17" grpId="0" animBg="1"/>
      <p:bldP spid="19" grpId="0" animBg="1"/>
      <p:bldP spid="20" grpId="0" animBg="1"/>
      <p:bldP spid="22" grpId="0" animBg="1"/>
      <p:bldP spid="23"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3A9A97EA-8FE7-9B7F-6939-EAD4E2B00AEF}"/>
              </a:ext>
            </a:extLst>
          </p:cNvPr>
          <p:cNvSpPr>
            <a:spLocks noGrp="1"/>
          </p:cNvSpPr>
          <p:nvPr>
            <p:ph type="ctrTitle"/>
          </p:nvPr>
        </p:nvSpPr>
        <p:spPr>
          <a:xfrm>
            <a:off x="-952196" y="474544"/>
            <a:ext cx="6745228" cy="2387600"/>
          </a:xfrm>
        </p:spPr>
        <p:txBody>
          <a:bodyPr>
            <a:normAutofit/>
          </a:bodyPr>
          <a:lstStyle/>
          <a:p>
            <a:r>
              <a:rPr lang="sv-SE" sz="4800" dirty="0">
                <a:latin typeface="Nuito"/>
              </a:rPr>
              <a:t>Begränsningar</a:t>
            </a:r>
          </a:p>
        </p:txBody>
      </p:sp>
      <p:pic>
        <p:nvPicPr>
          <p:cNvPr id="6" name="Bildobjekt 5">
            <a:extLst>
              <a:ext uri="{FF2B5EF4-FFF2-40B4-BE49-F238E27FC236}">
                <a16:creationId xmlns:a16="http://schemas.microsoft.com/office/drawing/2014/main" id="{8B64C0C7-F972-2C7E-E48C-4CCAEF70AE09}"/>
              </a:ext>
            </a:extLst>
          </p:cNvPr>
          <p:cNvPicPr>
            <a:picLocks noChangeAspect="1"/>
          </p:cNvPicPr>
          <p:nvPr/>
        </p:nvPicPr>
        <p:blipFill>
          <a:blip r:embed="rId2"/>
          <a:stretch>
            <a:fillRect/>
          </a:stretch>
        </p:blipFill>
        <p:spPr>
          <a:xfrm>
            <a:off x="-104715" y="-12700"/>
            <a:ext cx="12363132" cy="1917700"/>
          </a:xfrm>
          <a:prstGeom prst="rect">
            <a:avLst/>
          </a:prstGeom>
          <a:effectLst>
            <a:softEdge rad="127000"/>
          </a:effectLst>
        </p:spPr>
      </p:pic>
      <p:sp>
        <p:nvSpPr>
          <p:cNvPr id="9" name="Text 4">
            <a:extLst>
              <a:ext uri="{FF2B5EF4-FFF2-40B4-BE49-F238E27FC236}">
                <a16:creationId xmlns:a16="http://schemas.microsoft.com/office/drawing/2014/main" id="{A4805946-44FD-2A0D-6AE1-867D7FD3E4BA}"/>
              </a:ext>
            </a:extLst>
          </p:cNvPr>
          <p:cNvSpPr/>
          <p:nvPr/>
        </p:nvSpPr>
        <p:spPr>
          <a:xfrm>
            <a:off x="689888" y="3301999"/>
            <a:ext cx="2600325" cy="325041"/>
          </a:xfrm>
          <a:prstGeom prst="rect">
            <a:avLst/>
          </a:prstGeom>
          <a:noFill/>
          <a:ln/>
        </p:spPr>
        <p:txBody>
          <a:bodyPr wrap="none" lIns="0" tIns="0" rIns="0" bIns="0" rtlCol="0" anchor="t"/>
          <a:lstStyle/>
          <a:p>
            <a:pPr marL="0" indent="0">
              <a:lnSpc>
                <a:spcPts val="2550"/>
              </a:lnSpc>
              <a:buNone/>
            </a:pPr>
            <a:r>
              <a:rPr lang="en-US" b="1" dirty="0" err="1">
                <a:solidFill>
                  <a:srgbClr val="272525"/>
                </a:solidFill>
                <a:latin typeface="Barlow" pitchFamily="34" charset="0"/>
                <a:ea typeface="Barlow" pitchFamily="34" charset="-122"/>
                <a:cs typeface="Barlow" pitchFamily="34" charset="-120"/>
              </a:rPr>
              <a:t>Beräkningskostnad</a:t>
            </a:r>
            <a:endParaRPr lang="en-US" dirty="0"/>
          </a:p>
        </p:txBody>
      </p:sp>
      <mc:AlternateContent xmlns:mc="http://schemas.openxmlformats.org/markup-compatibility/2006" xmlns:a14="http://schemas.microsoft.com/office/drawing/2010/main">
        <mc:Choice Requires="a14">
          <p:sp>
            <p:nvSpPr>
              <p:cNvPr id="10" name="Text 5">
                <a:extLst>
                  <a:ext uri="{FF2B5EF4-FFF2-40B4-BE49-F238E27FC236}">
                    <a16:creationId xmlns:a16="http://schemas.microsoft.com/office/drawing/2014/main" id="{E72380F0-3EB6-7EED-81B1-BDE1C8FB02C0}"/>
                  </a:ext>
                </a:extLst>
              </p:cNvPr>
              <p:cNvSpPr/>
              <p:nvPr/>
            </p:nvSpPr>
            <p:spPr>
              <a:xfrm>
                <a:off x="606543" y="3692287"/>
                <a:ext cx="3456099" cy="2073512"/>
              </a:xfrm>
              <a:prstGeom prst="rect">
                <a:avLst/>
              </a:prstGeom>
              <a:noFill/>
              <a:ln/>
            </p:spPr>
            <p:txBody>
              <a:bodyPr wrap="square" lIns="0" tIns="0" rIns="0" bIns="0" rtlCol="0" anchor="t"/>
              <a:lstStyle/>
              <a:p>
                <a:pPr>
                  <a:lnSpc>
                    <a:spcPts val="2450"/>
                  </a:lnSpc>
                </a:pPr>
                <a:r>
                  <a:rPr lang="sv-SE" sz="1200" dirty="0">
                    <a:solidFill>
                      <a:srgbClr val="272525"/>
                    </a:solidFill>
                    <a:latin typeface="Montserrat" pitchFamily="34" charset="0"/>
                  </a:rPr>
                  <a:t>Kan bli mycket tidskrävande och kräva stora mängder beräkningsresurser, särskilt i spel med stora </a:t>
                </a:r>
                <a:r>
                  <a:rPr lang="sv-SE" sz="1200" dirty="0" err="1">
                    <a:solidFill>
                      <a:srgbClr val="272525"/>
                    </a:solidFill>
                    <a:latin typeface="Montserrat" pitchFamily="34" charset="0"/>
                  </a:rPr>
                  <a:t>sökträd</a:t>
                </a:r>
                <a:r>
                  <a:rPr lang="sv-SE" sz="1200" dirty="0">
                    <a:solidFill>
                      <a:srgbClr val="272525"/>
                    </a:solidFill>
                    <a:latin typeface="Montserrat" pitchFamily="34" charset="0"/>
                  </a:rPr>
                  <a:t> och många möjliga drag.</a:t>
                </a:r>
              </a:p>
              <a:p>
                <a:pPr>
                  <a:lnSpc>
                    <a:spcPts val="2450"/>
                  </a:lnSpc>
                </a:pPr>
                <a:r>
                  <a:rPr lang="sv-SE" sz="1200" dirty="0">
                    <a:solidFill>
                      <a:srgbClr val="272525"/>
                    </a:solidFill>
                    <a:latin typeface="Montserrat" pitchFamily="34" charset="0"/>
                  </a:rPr>
                  <a:t>Ett </a:t>
                </a:r>
                <a:r>
                  <a:rPr lang="sv-SE" sz="1200" dirty="0" err="1">
                    <a:solidFill>
                      <a:srgbClr val="272525"/>
                    </a:solidFill>
                    <a:latin typeface="Montserrat" pitchFamily="34" charset="0"/>
                  </a:rPr>
                  <a:t>sökträd</a:t>
                </a:r>
                <a:r>
                  <a:rPr lang="sv-SE" sz="1200" dirty="0">
                    <a:solidFill>
                      <a:srgbClr val="272525"/>
                    </a:solidFill>
                    <a:latin typeface="Montserrat" pitchFamily="34" charset="0"/>
                  </a:rPr>
                  <a:t> för ett helt parti schack har ca </a:t>
                </a:r>
                <a14:m>
                  <m:oMath xmlns:m="http://schemas.openxmlformats.org/officeDocument/2006/math">
                    <m:sSup>
                      <m:sSupPr>
                        <m:ctrlPr>
                          <a:rPr lang="sv-SE" sz="1200" i="1">
                            <a:solidFill>
                              <a:srgbClr val="272525"/>
                            </a:solidFill>
                            <a:latin typeface="Cambria Math" panose="02040503050406030204" pitchFamily="18" charset="0"/>
                          </a:rPr>
                        </m:ctrlPr>
                      </m:sSupPr>
                      <m:e>
                        <m:r>
                          <a:rPr lang="sv-SE" sz="1200" i="1">
                            <a:solidFill>
                              <a:srgbClr val="272525"/>
                            </a:solidFill>
                            <a:latin typeface="Cambria Math" panose="02040503050406030204" pitchFamily="18" charset="0"/>
                          </a:rPr>
                          <m:t>35</m:t>
                        </m:r>
                      </m:e>
                      <m:sup>
                        <m:r>
                          <a:rPr lang="sv-SE" sz="1200" i="1">
                            <a:solidFill>
                              <a:srgbClr val="272525"/>
                            </a:solidFill>
                            <a:latin typeface="Cambria Math" panose="02040503050406030204" pitchFamily="18" charset="0"/>
                          </a:rPr>
                          <m:t>100</m:t>
                        </m:r>
                      </m:sup>
                    </m:sSup>
                  </m:oMath>
                </a14:m>
                <a:r>
                  <a:rPr lang="en-US" sz="1200" dirty="0">
                    <a:solidFill>
                      <a:srgbClr val="272525"/>
                    </a:solidFill>
                    <a:latin typeface="Montserrat" pitchFamily="34" charset="0"/>
                  </a:rPr>
                  <a:t> noder</a:t>
                </a:r>
              </a:p>
            </p:txBody>
          </p:sp>
        </mc:Choice>
        <mc:Fallback xmlns="">
          <p:sp>
            <p:nvSpPr>
              <p:cNvPr id="10" name="Text 5">
                <a:extLst>
                  <a:ext uri="{FF2B5EF4-FFF2-40B4-BE49-F238E27FC236}">
                    <a16:creationId xmlns:a16="http://schemas.microsoft.com/office/drawing/2014/main" id="{E72380F0-3EB6-7EED-81B1-BDE1C8FB02C0}"/>
                  </a:ext>
                </a:extLst>
              </p:cNvPr>
              <p:cNvSpPr>
                <a:spLocks noRot="1" noChangeAspect="1" noMove="1" noResize="1" noEditPoints="1" noAdjustHandles="1" noChangeArrowheads="1" noChangeShapeType="1" noTextEdit="1"/>
              </p:cNvSpPr>
              <p:nvPr/>
            </p:nvSpPr>
            <p:spPr>
              <a:xfrm>
                <a:off x="606543" y="3692287"/>
                <a:ext cx="3456099" cy="2073512"/>
              </a:xfrm>
              <a:prstGeom prst="rect">
                <a:avLst/>
              </a:prstGeom>
              <a:blipFill>
                <a:blip r:embed="rId3"/>
                <a:stretch>
                  <a:fillRect l="-2646" r="-1764"/>
                </a:stretch>
              </a:blipFill>
              <a:ln/>
            </p:spPr>
            <p:txBody>
              <a:bodyPr/>
              <a:lstStyle/>
              <a:p>
                <a:r>
                  <a:rPr lang="sv-SE">
                    <a:noFill/>
                  </a:rPr>
                  <a:t> </a:t>
                </a:r>
              </a:p>
            </p:txBody>
          </p:sp>
        </mc:Fallback>
      </mc:AlternateContent>
      <p:sp>
        <p:nvSpPr>
          <p:cNvPr id="16" name="Text 8">
            <a:extLst>
              <a:ext uri="{FF2B5EF4-FFF2-40B4-BE49-F238E27FC236}">
                <a16:creationId xmlns:a16="http://schemas.microsoft.com/office/drawing/2014/main" id="{552AC051-5F8A-329E-96D0-15688D9CA4F4}"/>
              </a:ext>
            </a:extLst>
          </p:cNvPr>
          <p:cNvSpPr/>
          <p:nvPr/>
        </p:nvSpPr>
        <p:spPr>
          <a:xfrm>
            <a:off x="4564876" y="3301998"/>
            <a:ext cx="2600325" cy="325041"/>
          </a:xfrm>
          <a:prstGeom prst="rect">
            <a:avLst/>
          </a:prstGeom>
          <a:noFill/>
          <a:ln/>
        </p:spPr>
        <p:txBody>
          <a:bodyPr wrap="none" lIns="0" tIns="0" rIns="0" bIns="0" rtlCol="0" anchor="t"/>
          <a:lstStyle/>
          <a:p>
            <a:pPr marL="0" indent="0">
              <a:lnSpc>
                <a:spcPts val="2550"/>
              </a:lnSpc>
              <a:buNone/>
            </a:pPr>
            <a:r>
              <a:rPr lang="en-US" b="1" dirty="0">
                <a:solidFill>
                  <a:srgbClr val="272525"/>
                </a:solidFill>
                <a:latin typeface="Barlow" pitchFamily="34" charset="0"/>
              </a:rPr>
              <a:t>Kan </a:t>
            </a:r>
            <a:r>
              <a:rPr lang="en-US" b="1" dirty="0" err="1">
                <a:solidFill>
                  <a:srgbClr val="272525"/>
                </a:solidFill>
                <a:latin typeface="Barlow" pitchFamily="34" charset="0"/>
              </a:rPr>
              <a:t>inte</a:t>
            </a:r>
            <a:r>
              <a:rPr lang="en-US" b="1" dirty="0">
                <a:solidFill>
                  <a:srgbClr val="272525"/>
                </a:solidFill>
                <a:latin typeface="Barlow" pitchFamily="34" charset="0"/>
              </a:rPr>
              <a:t> </a:t>
            </a:r>
            <a:r>
              <a:rPr lang="en-US" b="1" dirty="0" err="1">
                <a:solidFill>
                  <a:srgbClr val="272525"/>
                </a:solidFill>
                <a:latin typeface="Barlow" pitchFamily="34" charset="0"/>
              </a:rPr>
              <a:t>hantera</a:t>
            </a:r>
            <a:r>
              <a:rPr lang="en-US" b="1" dirty="0">
                <a:solidFill>
                  <a:srgbClr val="272525"/>
                </a:solidFill>
                <a:latin typeface="Barlow" pitchFamily="34" charset="0"/>
              </a:rPr>
              <a:t> </a:t>
            </a:r>
            <a:r>
              <a:rPr lang="en-US" b="1" dirty="0" err="1">
                <a:solidFill>
                  <a:srgbClr val="272525"/>
                </a:solidFill>
                <a:latin typeface="Barlow" pitchFamily="34" charset="0"/>
              </a:rPr>
              <a:t>osäkerhet</a:t>
            </a:r>
            <a:endParaRPr lang="en-US" sz="2000" dirty="0"/>
          </a:p>
        </p:txBody>
      </p:sp>
      <p:sp>
        <p:nvSpPr>
          <p:cNvPr id="17" name="Text 9">
            <a:extLst>
              <a:ext uri="{FF2B5EF4-FFF2-40B4-BE49-F238E27FC236}">
                <a16:creationId xmlns:a16="http://schemas.microsoft.com/office/drawing/2014/main" id="{33F12B28-B9FF-E405-5535-3EAC597066F9}"/>
              </a:ext>
            </a:extLst>
          </p:cNvPr>
          <p:cNvSpPr/>
          <p:nvPr/>
        </p:nvSpPr>
        <p:spPr>
          <a:xfrm>
            <a:off x="4539143" y="3668077"/>
            <a:ext cx="3282028" cy="1581150"/>
          </a:xfrm>
          <a:prstGeom prst="rect">
            <a:avLst/>
          </a:prstGeom>
          <a:noFill/>
          <a:ln/>
        </p:spPr>
        <p:txBody>
          <a:bodyPr wrap="square" lIns="0" tIns="0" rIns="0" bIns="0" rtlCol="0" anchor="t"/>
          <a:lstStyle/>
          <a:p>
            <a:pPr>
              <a:lnSpc>
                <a:spcPts val="2450"/>
              </a:lnSpc>
            </a:pPr>
            <a:r>
              <a:rPr lang="sv-SE" sz="1200" dirty="0" err="1">
                <a:solidFill>
                  <a:srgbClr val="272525"/>
                </a:solidFill>
                <a:latin typeface="Montserrat" pitchFamily="34" charset="0"/>
              </a:rPr>
              <a:t>Minimax</a:t>
            </a:r>
            <a:r>
              <a:rPr lang="sv-SE" sz="1200" dirty="0">
                <a:solidFill>
                  <a:srgbClr val="272525"/>
                </a:solidFill>
                <a:latin typeface="Montserrat" pitchFamily="34" charset="0"/>
              </a:rPr>
              <a:t> fungerar bäst i spel med perfekt information och kan inte hantera dolda eller osäkra faktorer (som i t.ex. poker)</a:t>
            </a:r>
            <a:endParaRPr lang="en-US" sz="1200" dirty="0">
              <a:solidFill>
                <a:srgbClr val="272525"/>
              </a:solidFill>
              <a:latin typeface="Montserrat" pitchFamily="34" charset="0"/>
            </a:endParaRPr>
          </a:p>
        </p:txBody>
      </p:sp>
      <p:sp>
        <p:nvSpPr>
          <p:cNvPr id="19" name="Text 12">
            <a:extLst>
              <a:ext uri="{FF2B5EF4-FFF2-40B4-BE49-F238E27FC236}">
                <a16:creationId xmlns:a16="http://schemas.microsoft.com/office/drawing/2014/main" id="{2B0010E3-9649-A38C-4A85-E196CA0CA7FF}"/>
              </a:ext>
            </a:extLst>
          </p:cNvPr>
          <p:cNvSpPr/>
          <p:nvPr/>
        </p:nvSpPr>
        <p:spPr>
          <a:xfrm>
            <a:off x="8341666" y="3253891"/>
            <a:ext cx="2888693" cy="616916"/>
          </a:xfrm>
          <a:prstGeom prst="rect">
            <a:avLst/>
          </a:prstGeom>
          <a:noFill/>
          <a:ln/>
        </p:spPr>
        <p:txBody>
          <a:bodyPr wrap="none" lIns="0" tIns="0" rIns="0" bIns="0" rtlCol="0" anchor="t"/>
          <a:lstStyle/>
          <a:p>
            <a:pPr marL="0" indent="0">
              <a:lnSpc>
                <a:spcPts val="2550"/>
              </a:lnSpc>
              <a:buNone/>
            </a:pPr>
            <a:r>
              <a:rPr lang="en-US" b="1" dirty="0" err="1">
                <a:solidFill>
                  <a:srgbClr val="272525"/>
                </a:solidFill>
                <a:latin typeface="Barlow" pitchFamily="34" charset="0"/>
                <a:ea typeface="Barlow" pitchFamily="34" charset="-122"/>
                <a:cs typeface="Barlow" pitchFamily="34" charset="-120"/>
              </a:rPr>
              <a:t>Motståndarens</a:t>
            </a:r>
            <a:r>
              <a:rPr lang="en-US" b="1" dirty="0">
                <a:solidFill>
                  <a:srgbClr val="272525"/>
                </a:solidFill>
                <a:latin typeface="Barlow" pitchFamily="34" charset="0"/>
                <a:ea typeface="Barlow" pitchFamily="34" charset="-122"/>
                <a:cs typeface="Barlow" pitchFamily="34" charset="-120"/>
              </a:rPr>
              <a:t> strategi</a:t>
            </a:r>
            <a:endParaRPr lang="en-US" sz="2000" dirty="0"/>
          </a:p>
        </p:txBody>
      </p:sp>
      <p:sp>
        <p:nvSpPr>
          <p:cNvPr id="20" name="Text 13">
            <a:extLst>
              <a:ext uri="{FF2B5EF4-FFF2-40B4-BE49-F238E27FC236}">
                <a16:creationId xmlns:a16="http://schemas.microsoft.com/office/drawing/2014/main" id="{B8650A8B-42AC-EE34-1DCF-5BFDF1C25D3B}"/>
              </a:ext>
            </a:extLst>
          </p:cNvPr>
          <p:cNvSpPr/>
          <p:nvPr/>
        </p:nvSpPr>
        <p:spPr>
          <a:xfrm>
            <a:off x="8341666" y="3602435"/>
            <a:ext cx="3425964" cy="791765"/>
          </a:xfrm>
          <a:prstGeom prst="rect">
            <a:avLst/>
          </a:prstGeom>
          <a:noFill/>
          <a:ln/>
        </p:spPr>
        <p:txBody>
          <a:bodyPr wrap="square" lIns="0" tIns="0" rIns="0" bIns="0" rtlCol="0" anchor="t"/>
          <a:lstStyle/>
          <a:p>
            <a:pPr>
              <a:lnSpc>
                <a:spcPts val="2450"/>
              </a:lnSpc>
            </a:pPr>
            <a:r>
              <a:rPr lang="en-US" sz="1200" dirty="0">
                <a:solidFill>
                  <a:srgbClr val="272525"/>
                </a:solidFill>
                <a:latin typeface="Montserrat" pitchFamily="34" charset="0"/>
                <a:ea typeface="Montserrat" pitchFamily="34" charset="-122"/>
                <a:cs typeface="Montserrat" pitchFamily="34" charset="-120"/>
              </a:rPr>
              <a:t>Minimax-</a:t>
            </a:r>
            <a:r>
              <a:rPr lang="en-US" sz="1200" dirty="0" err="1">
                <a:solidFill>
                  <a:srgbClr val="272525"/>
                </a:solidFill>
                <a:latin typeface="Montserrat" pitchFamily="34" charset="0"/>
                <a:ea typeface="Montserrat" pitchFamily="34" charset="-122"/>
                <a:cs typeface="Montserrat" pitchFamily="34" charset="-120"/>
              </a:rPr>
              <a:t>algoritmen</a:t>
            </a:r>
            <a:r>
              <a:rPr lang="en-US" sz="1200" dirty="0">
                <a:solidFill>
                  <a:srgbClr val="272525"/>
                </a:solidFill>
                <a:latin typeface="Montserrat" pitchFamily="34" charset="0"/>
                <a:ea typeface="Montserrat" pitchFamily="34" charset="-122"/>
                <a:cs typeface="Montserrat" pitchFamily="34" charset="-120"/>
              </a:rPr>
              <a:t> </a:t>
            </a:r>
            <a:r>
              <a:rPr lang="en-US" sz="1200" dirty="0" err="1">
                <a:solidFill>
                  <a:srgbClr val="272525"/>
                </a:solidFill>
                <a:latin typeface="Montserrat" pitchFamily="34" charset="0"/>
                <a:ea typeface="Montserrat" pitchFamily="34" charset="-122"/>
                <a:cs typeface="Montserrat" pitchFamily="34" charset="-120"/>
              </a:rPr>
              <a:t>fungerar</a:t>
            </a:r>
            <a:r>
              <a:rPr lang="en-US" sz="1200" dirty="0">
                <a:solidFill>
                  <a:srgbClr val="272525"/>
                </a:solidFill>
                <a:latin typeface="Montserrat" pitchFamily="34" charset="0"/>
                <a:ea typeface="Montserrat" pitchFamily="34" charset="-122"/>
                <a:cs typeface="Montserrat" pitchFamily="34" charset="-120"/>
              </a:rPr>
              <a:t> </a:t>
            </a:r>
            <a:r>
              <a:rPr lang="en-US" sz="1200" dirty="0" err="1">
                <a:solidFill>
                  <a:srgbClr val="272525"/>
                </a:solidFill>
                <a:latin typeface="Montserrat" pitchFamily="34" charset="0"/>
                <a:ea typeface="Montserrat" pitchFamily="34" charset="-122"/>
                <a:cs typeface="Montserrat" pitchFamily="34" charset="-120"/>
              </a:rPr>
              <a:t>mindre</a:t>
            </a:r>
            <a:r>
              <a:rPr lang="en-US" sz="1200" dirty="0">
                <a:solidFill>
                  <a:srgbClr val="272525"/>
                </a:solidFill>
                <a:latin typeface="Montserrat" pitchFamily="34" charset="0"/>
                <a:ea typeface="Montserrat" pitchFamily="34" charset="-122"/>
                <a:cs typeface="Montserrat" pitchFamily="34" charset="-120"/>
              </a:rPr>
              <a:t> bra om  </a:t>
            </a:r>
            <a:r>
              <a:rPr lang="en-US" sz="1200" dirty="0" err="1">
                <a:solidFill>
                  <a:srgbClr val="272525"/>
                </a:solidFill>
                <a:latin typeface="Montserrat" pitchFamily="34" charset="0"/>
                <a:ea typeface="Montserrat" pitchFamily="34" charset="-122"/>
                <a:cs typeface="Montserrat" pitchFamily="34" charset="-120"/>
              </a:rPr>
              <a:t>om</a:t>
            </a:r>
            <a:r>
              <a:rPr lang="en-US" sz="1200" dirty="0">
                <a:solidFill>
                  <a:srgbClr val="272525"/>
                </a:solidFill>
                <a:latin typeface="Montserrat" pitchFamily="34" charset="0"/>
                <a:ea typeface="Montserrat" pitchFamily="34" charset="-122"/>
                <a:cs typeface="Montserrat" pitchFamily="34" charset="-120"/>
              </a:rPr>
              <a:t> </a:t>
            </a:r>
            <a:r>
              <a:rPr lang="en-US" sz="1200" dirty="0" err="1">
                <a:solidFill>
                  <a:srgbClr val="272525"/>
                </a:solidFill>
                <a:latin typeface="Montserrat" pitchFamily="34" charset="0"/>
                <a:ea typeface="Montserrat" pitchFamily="34" charset="-122"/>
                <a:cs typeface="Montserrat" pitchFamily="34" charset="-120"/>
              </a:rPr>
              <a:t>motståndaren</a:t>
            </a:r>
            <a:r>
              <a:rPr lang="en-US" sz="1200" dirty="0">
                <a:solidFill>
                  <a:srgbClr val="272525"/>
                </a:solidFill>
                <a:latin typeface="Montserrat" pitchFamily="34" charset="0"/>
                <a:ea typeface="Montserrat" pitchFamily="34" charset="-122"/>
                <a:cs typeface="Montserrat" pitchFamily="34" charset="-120"/>
              </a:rPr>
              <a:t> </a:t>
            </a:r>
            <a:r>
              <a:rPr lang="en-US" sz="1200" dirty="0" err="1">
                <a:solidFill>
                  <a:srgbClr val="272525"/>
                </a:solidFill>
                <a:latin typeface="Montserrat" pitchFamily="34" charset="0"/>
                <a:ea typeface="Montserrat" pitchFamily="34" charset="-122"/>
                <a:cs typeface="Montserrat" pitchFamily="34" charset="-120"/>
              </a:rPr>
              <a:t>inte</a:t>
            </a:r>
            <a:r>
              <a:rPr lang="en-US" sz="1200" dirty="0">
                <a:solidFill>
                  <a:srgbClr val="272525"/>
                </a:solidFill>
                <a:latin typeface="Montserrat" pitchFamily="34" charset="0"/>
                <a:ea typeface="Montserrat" pitchFamily="34" charset="-122"/>
                <a:cs typeface="Montserrat" pitchFamily="34" charset="-120"/>
              </a:rPr>
              <a:t> </a:t>
            </a:r>
            <a:r>
              <a:rPr lang="en-US" sz="1200" dirty="0" err="1">
                <a:solidFill>
                  <a:srgbClr val="272525"/>
                </a:solidFill>
                <a:latin typeface="Montserrat" pitchFamily="34" charset="0"/>
                <a:ea typeface="Montserrat" pitchFamily="34" charset="-122"/>
                <a:cs typeface="Montserrat" pitchFamily="34" charset="-120"/>
              </a:rPr>
              <a:t>spelar</a:t>
            </a:r>
            <a:r>
              <a:rPr lang="en-US" sz="1200" dirty="0">
                <a:solidFill>
                  <a:srgbClr val="272525"/>
                </a:solidFill>
                <a:latin typeface="Montserrat" pitchFamily="34" charset="0"/>
                <a:ea typeface="Montserrat" pitchFamily="34" charset="-122"/>
                <a:cs typeface="Montserrat" pitchFamily="34" charset="-120"/>
              </a:rPr>
              <a:t> </a:t>
            </a:r>
            <a:r>
              <a:rPr lang="en-US" sz="1200" dirty="0" err="1">
                <a:solidFill>
                  <a:srgbClr val="272525"/>
                </a:solidFill>
                <a:latin typeface="Montserrat" pitchFamily="34" charset="0"/>
                <a:ea typeface="Montserrat" pitchFamily="34" charset="-122"/>
                <a:cs typeface="Montserrat" pitchFamily="34" charset="-120"/>
              </a:rPr>
              <a:t>optimalt</a:t>
            </a:r>
            <a:r>
              <a:rPr lang="en-US" sz="1200" dirty="0">
                <a:solidFill>
                  <a:srgbClr val="272525"/>
                </a:solidFill>
                <a:latin typeface="Montserrat" pitchFamily="34" charset="0"/>
                <a:ea typeface="Montserrat" pitchFamily="34" charset="-122"/>
                <a:cs typeface="Montserrat" pitchFamily="34" charset="-120"/>
              </a:rPr>
              <a:t>. </a:t>
            </a:r>
            <a:endParaRPr lang="sv-SE" sz="1200" dirty="0">
              <a:solidFill>
                <a:srgbClr val="272525"/>
              </a:solidFill>
              <a:latin typeface="Montserrat" pitchFamily="34" charset="0"/>
            </a:endParaRPr>
          </a:p>
        </p:txBody>
      </p:sp>
      <p:sp>
        <p:nvSpPr>
          <p:cNvPr id="3" name="Rektangel: rundade hörn 2">
            <a:extLst>
              <a:ext uri="{FF2B5EF4-FFF2-40B4-BE49-F238E27FC236}">
                <a16:creationId xmlns:a16="http://schemas.microsoft.com/office/drawing/2014/main" id="{348606B5-495C-7955-2C17-3F8E22D8C071}"/>
              </a:ext>
            </a:extLst>
          </p:cNvPr>
          <p:cNvSpPr/>
          <p:nvPr/>
        </p:nvSpPr>
        <p:spPr>
          <a:xfrm>
            <a:off x="384798" y="3134242"/>
            <a:ext cx="3677844" cy="2263258"/>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4" name="Rektangel: rundade hörn 3">
            <a:extLst>
              <a:ext uri="{FF2B5EF4-FFF2-40B4-BE49-F238E27FC236}">
                <a16:creationId xmlns:a16="http://schemas.microsoft.com/office/drawing/2014/main" id="{ADF3CFBF-C81E-FB0A-6A9F-C25DAB7A6C4C}"/>
              </a:ext>
            </a:extLst>
          </p:cNvPr>
          <p:cNvSpPr/>
          <p:nvPr/>
        </p:nvSpPr>
        <p:spPr>
          <a:xfrm>
            <a:off x="4284387" y="3121542"/>
            <a:ext cx="3677844" cy="1806058"/>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5" name="Rektangel: rundade hörn 4">
            <a:extLst>
              <a:ext uri="{FF2B5EF4-FFF2-40B4-BE49-F238E27FC236}">
                <a16:creationId xmlns:a16="http://schemas.microsoft.com/office/drawing/2014/main" id="{1748011C-41FE-9304-0812-A81F75794133}"/>
              </a:ext>
            </a:extLst>
          </p:cNvPr>
          <p:cNvSpPr/>
          <p:nvPr/>
        </p:nvSpPr>
        <p:spPr>
          <a:xfrm>
            <a:off x="8130448" y="3121542"/>
            <a:ext cx="3637181" cy="1399658"/>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7" name="Platshållare för sidfot 1">
            <a:extLst>
              <a:ext uri="{FF2B5EF4-FFF2-40B4-BE49-F238E27FC236}">
                <a16:creationId xmlns:a16="http://schemas.microsoft.com/office/drawing/2014/main" id="{DCE64BB4-F498-9134-CAE3-C5084CCA6F6B}"/>
              </a:ext>
            </a:extLst>
          </p:cNvPr>
          <p:cNvSpPr>
            <a:spLocks noGrp="1"/>
          </p:cNvSpPr>
          <p:nvPr/>
        </p:nvSpPr>
        <p:spPr>
          <a:xfrm>
            <a:off x="2768194" y="6419850"/>
            <a:ext cx="5588812" cy="438150"/>
          </a:xfrm>
          <a:prstGeom prst="rect">
            <a:avLst/>
          </a:prstGeom>
        </p:spPr>
        <p:txBody>
          <a:bodyPr vert="horz" lIns="91440" tIns="45720" rIns="91440" bIns="45720" rtlCol="0" anchor="ctr"/>
          <a:lstStyle>
            <a:defPPr>
              <a:defRPr lang="en-US"/>
            </a:defPPr>
            <a:lvl1pPr marL="0" algn="ctr" defTabSz="457200" rtl="0" eaLnBrk="1" latinLnBrk="0" hangingPunct="1">
              <a:defRPr sz="144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dirty="0"/>
              <a:t>Presentation av David Hedengren</a:t>
            </a:r>
          </a:p>
        </p:txBody>
      </p:sp>
    </p:spTree>
    <p:extLst>
      <p:ext uri="{BB962C8B-B14F-4D97-AF65-F5344CB8AC3E}">
        <p14:creationId xmlns:p14="http://schemas.microsoft.com/office/powerpoint/2010/main" val="16681569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00"/>
                                        <p:tgtEl>
                                          <p:spTgt spid="10"/>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fade">
                                      <p:cBhvr>
                                        <p:cTn id="13" dur="500"/>
                                        <p:tgtEl>
                                          <p:spTgt spid="3"/>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6"/>
                                        </p:tgtEl>
                                        <p:attrNameLst>
                                          <p:attrName>style.visibility</p:attrName>
                                        </p:attrNameLst>
                                      </p:cBhvr>
                                      <p:to>
                                        <p:strVal val="visible"/>
                                      </p:to>
                                    </p:set>
                                    <p:animEffect transition="in" filter="fade">
                                      <p:cBhvr>
                                        <p:cTn id="18" dur="500"/>
                                        <p:tgtEl>
                                          <p:spTgt spid="16"/>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7"/>
                                        </p:tgtEl>
                                        <p:attrNameLst>
                                          <p:attrName>style.visibility</p:attrName>
                                        </p:attrNameLst>
                                      </p:cBhvr>
                                      <p:to>
                                        <p:strVal val="visible"/>
                                      </p:to>
                                    </p:set>
                                    <p:animEffect transition="in" filter="fade">
                                      <p:cBhvr>
                                        <p:cTn id="21" dur="500"/>
                                        <p:tgtEl>
                                          <p:spTgt spid="17"/>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4"/>
                                        </p:tgtEl>
                                        <p:attrNameLst>
                                          <p:attrName>style.visibility</p:attrName>
                                        </p:attrNameLst>
                                      </p:cBhvr>
                                      <p:to>
                                        <p:strVal val="visible"/>
                                      </p:to>
                                    </p:set>
                                    <p:animEffect transition="in" filter="fade">
                                      <p:cBhvr>
                                        <p:cTn id="24" dur="500"/>
                                        <p:tgtEl>
                                          <p:spTgt spid="4"/>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19"/>
                                        </p:tgtEl>
                                        <p:attrNameLst>
                                          <p:attrName>style.visibility</p:attrName>
                                        </p:attrNameLst>
                                      </p:cBhvr>
                                      <p:to>
                                        <p:strVal val="visible"/>
                                      </p:to>
                                    </p:set>
                                    <p:animEffect transition="in" filter="fade">
                                      <p:cBhvr>
                                        <p:cTn id="29" dur="500"/>
                                        <p:tgtEl>
                                          <p:spTgt spid="19"/>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20"/>
                                        </p:tgtEl>
                                        <p:attrNameLst>
                                          <p:attrName>style.visibility</p:attrName>
                                        </p:attrNameLst>
                                      </p:cBhvr>
                                      <p:to>
                                        <p:strVal val="visible"/>
                                      </p:to>
                                    </p:set>
                                    <p:animEffect transition="in" filter="fade">
                                      <p:cBhvr>
                                        <p:cTn id="32" dur="500"/>
                                        <p:tgtEl>
                                          <p:spTgt spid="20"/>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5"/>
                                        </p:tgtEl>
                                        <p:attrNameLst>
                                          <p:attrName>style.visibility</p:attrName>
                                        </p:attrNameLst>
                                      </p:cBhvr>
                                      <p:to>
                                        <p:strVal val="visible"/>
                                      </p:to>
                                    </p:set>
                                    <p:animEffect transition="in" filter="fade">
                                      <p:cBhvr>
                                        <p:cTn id="35"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6" grpId="0" animBg="1"/>
      <p:bldP spid="17" grpId="0" animBg="1"/>
      <p:bldP spid="19" grpId="0" animBg="1"/>
      <p:bldP spid="20" grpId="0" animBg="1"/>
      <p:bldP spid="3" grpId="0" animBg="1"/>
      <p:bldP spid="4" grpId="0" animBg="1"/>
      <p:bldP spid="5"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15">
            <a:extLst>
              <a:ext uri="{FF2B5EF4-FFF2-40B4-BE49-F238E27FC236}">
                <a16:creationId xmlns:a16="http://schemas.microsoft.com/office/drawing/2014/main" id="{E91DC736-0EF8-4F87-9146-EBF1D2EE4D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Bildobjekt 3">
            <a:extLst>
              <a:ext uri="{FF2B5EF4-FFF2-40B4-BE49-F238E27FC236}">
                <a16:creationId xmlns:a16="http://schemas.microsoft.com/office/drawing/2014/main" id="{7D817B24-E459-B5EC-A624-7673FEF48377}"/>
              </a:ext>
            </a:extLst>
          </p:cNvPr>
          <p:cNvPicPr>
            <a:picLocks noChangeAspect="1"/>
          </p:cNvPicPr>
          <p:nvPr/>
        </p:nvPicPr>
        <p:blipFill>
          <a:blip r:embed="rId2"/>
          <a:srcRect t="8867" r="-1" b="2737"/>
          <a:stretch/>
        </p:blipFill>
        <p:spPr>
          <a:xfrm>
            <a:off x="3523488" y="10"/>
            <a:ext cx="8668512" cy="6857990"/>
          </a:xfrm>
          <a:prstGeom prst="rect">
            <a:avLst/>
          </a:prstGeom>
        </p:spPr>
      </p:pic>
      <p:sp>
        <p:nvSpPr>
          <p:cNvPr id="18" name="Rectangle 17">
            <a:extLst>
              <a:ext uri="{FF2B5EF4-FFF2-40B4-BE49-F238E27FC236}">
                <a16:creationId xmlns:a16="http://schemas.microsoft.com/office/drawing/2014/main" id="{097CD68E-23E3-4007-8847-CD0944C4F7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756601" cy="6858000"/>
          </a:xfrm>
          <a:prstGeom prst="rect">
            <a:avLst/>
          </a:prstGeom>
          <a:gradFill>
            <a:gsLst>
              <a:gs pos="58000">
                <a:schemeClr val="bg1"/>
              </a:gs>
              <a:gs pos="35000">
                <a:schemeClr val="bg1">
                  <a:alpha val="79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Rectangle 19">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59921" y="346791"/>
            <a:ext cx="146304"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22" name="Rectangle 21">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029" y="4546920"/>
            <a:ext cx="397764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 name="Text 1">
            <a:extLst>
              <a:ext uri="{FF2B5EF4-FFF2-40B4-BE49-F238E27FC236}">
                <a16:creationId xmlns:a16="http://schemas.microsoft.com/office/drawing/2014/main" id="{F97943E6-1B5E-5BB5-684A-357C68393887}"/>
              </a:ext>
            </a:extLst>
          </p:cNvPr>
          <p:cNvSpPr>
            <a:spLocks noGrp="1"/>
          </p:cNvSpPr>
          <p:nvPr>
            <p:ph type="ctrTitle"/>
          </p:nvPr>
        </p:nvSpPr>
        <p:spPr>
          <a:xfrm>
            <a:off x="4428" y="834674"/>
            <a:ext cx="4970462" cy="3203575"/>
          </a:xfrm>
          <a:prstGeom prst="rect">
            <a:avLst/>
          </a:prstGeom>
          <a:noFill/>
          <a:ln/>
        </p:spPr>
        <p:txBody>
          <a:bodyPr wrap="square" lIns="0" tIns="0" rIns="0" bIns="0" rtlCol="0" anchor="t"/>
          <a:lstStyle/>
          <a:p>
            <a:pPr>
              <a:lnSpc>
                <a:spcPts val="6375"/>
              </a:lnSpc>
            </a:pPr>
            <a:r>
              <a:rPr lang="en-US" sz="4800" dirty="0">
                <a:latin typeface="Nuito"/>
                <a:ea typeface="+mj-ea"/>
                <a:cs typeface="+mj-cs"/>
              </a:rPr>
              <a:t>Minimax </a:t>
            </a:r>
            <a:r>
              <a:rPr lang="en-US" sz="4800" dirty="0" err="1">
                <a:latin typeface="Nuito"/>
                <a:ea typeface="+mj-ea"/>
                <a:cs typeface="+mj-cs"/>
              </a:rPr>
              <a:t>i</a:t>
            </a:r>
            <a:r>
              <a:rPr lang="en-US" sz="4800" dirty="0">
                <a:latin typeface="Nuito"/>
                <a:ea typeface="+mj-ea"/>
                <a:cs typeface="+mj-cs"/>
              </a:rPr>
              <a:t> 3-i-rad</a:t>
            </a:r>
          </a:p>
        </p:txBody>
      </p:sp>
      <p:sp>
        <p:nvSpPr>
          <p:cNvPr id="6" name="Text 3">
            <a:extLst>
              <a:ext uri="{FF2B5EF4-FFF2-40B4-BE49-F238E27FC236}">
                <a16:creationId xmlns:a16="http://schemas.microsoft.com/office/drawing/2014/main" id="{48187361-A2C6-49E1-054C-49445FE17889}"/>
              </a:ext>
            </a:extLst>
          </p:cNvPr>
          <p:cNvSpPr/>
          <p:nvPr/>
        </p:nvSpPr>
        <p:spPr>
          <a:xfrm>
            <a:off x="1703775" y="2554038"/>
            <a:ext cx="2898577" cy="647700"/>
          </a:xfrm>
          <a:prstGeom prst="rect">
            <a:avLst/>
          </a:prstGeom>
          <a:noFill/>
          <a:ln/>
        </p:spPr>
        <p:txBody>
          <a:bodyPr wrap="square" lIns="0" tIns="0" rIns="0" bIns="0" rtlCol="0" anchor="t"/>
          <a:lstStyle/>
          <a:p>
            <a:pPr marL="0" indent="0" algn="l">
              <a:lnSpc>
                <a:spcPts val="2550"/>
              </a:lnSpc>
              <a:buNone/>
            </a:pPr>
            <a:r>
              <a:rPr lang="sv-SE" sz="1550" dirty="0">
                <a:solidFill>
                  <a:srgbClr val="272525"/>
                </a:solidFill>
                <a:latin typeface="Montserrat" pitchFamily="34" charset="0"/>
              </a:rPr>
              <a:t>Varje nod i trädet motsvarar en spelställning</a:t>
            </a:r>
            <a:endParaRPr lang="en-US" sz="1550" dirty="0">
              <a:solidFill>
                <a:srgbClr val="272525"/>
              </a:solidFill>
              <a:latin typeface="Montserrat" pitchFamily="34" charset="0"/>
            </a:endParaRPr>
          </a:p>
        </p:txBody>
      </p:sp>
      <p:sp>
        <p:nvSpPr>
          <p:cNvPr id="7" name="Text 5">
            <a:extLst>
              <a:ext uri="{FF2B5EF4-FFF2-40B4-BE49-F238E27FC236}">
                <a16:creationId xmlns:a16="http://schemas.microsoft.com/office/drawing/2014/main" id="{10991EC0-0176-C5AB-1436-9C682BDF6004}"/>
              </a:ext>
            </a:extLst>
          </p:cNvPr>
          <p:cNvSpPr/>
          <p:nvPr/>
        </p:nvSpPr>
        <p:spPr>
          <a:xfrm>
            <a:off x="1703775" y="3670523"/>
            <a:ext cx="2898577" cy="647700"/>
          </a:xfrm>
          <a:prstGeom prst="rect">
            <a:avLst/>
          </a:prstGeom>
          <a:noFill/>
          <a:ln/>
        </p:spPr>
        <p:txBody>
          <a:bodyPr wrap="square" lIns="0" tIns="0" rIns="0" bIns="0" rtlCol="0" anchor="t"/>
          <a:lstStyle/>
          <a:p>
            <a:pPr marL="0" indent="0" algn="l">
              <a:lnSpc>
                <a:spcPts val="2550"/>
              </a:lnSpc>
              <a:buNone/>
            </a:pPr>
            <a:r>
              <a:rPr lang="sv-SE" sz="1550" dirty="0">
                <a:solidFill>
                  <a:srgbClr val="272525"/>
                </a:solidFill>
                <a:latin typeface="Montserrat" pitchFamily="34" charset="0"/>
              </a:rPr>
              <a:t>Varje gren representerar ett möjligt </a:t>
            </a:r>
            <a:r>
              <a:rPr lang="sv-SE" sz="1550" dirty="0" err="1">
                <a:solidFill>
                  <a:srgbClr val="272525"/>
                </a:solidFill>
                <a:latin typeface="Montserrat" pitchFamily="34" charset="0"/>
              </a:rPr>
              <a:t>speldrag</a:t>
            </a:r>
            <a:endParaRPr lang="en-US" sz="1550" dirty="0">
              <a:solidFill>
                <a:srgbClr val="272525"/>
              </a:solidFill>
              <a:latin typeface="Montserrat" pitchFamily="34" charset="0"/>
            </a:endParaRPr>
          </a:p>
        </p:txBody>
      </p:sp>
      <p:sp>
        <p:nvSpPr>
          <p:cNvPr id="8" name="Text 7">
            <a:extLst>
              <a:ext uri="{FF2B5EF4-FFF2-40B4-BE49-F238E27FC236}">
                <a16:creationId xmlns:a16="http://schemas.microsoft.com/office/drawing/2014/main" id="{84F584AE-3B49-2A7A-6C55-41DDB698D27C}"/>
              </a:ext>
            </a:extLst>
          </p:cNvPr>
          <p:cNvSpPr/>
          <p:nvPr/>
        </p:nvSpPr>
        <p:spPr>
          <a:xfrm>
            <a:off x="1758866" y="4794194"/>
            <a:ext cx="2898577" cy="1295400"/>
          </a:xfrm>
          <a:prstGeom prst="rect">
            <a:avLst/>
          </a:prstGeom>
          <a:noFill/>
          <a:ln/>
        </p:spPr>
        <p:txBody>
          <a:bodyPr wrap="square" lIns="0" tIns="0" rIns="0" bIns="0" rtlCol="0" anchor="t"/>
          <a:lstStyle/>
          <a:p>
            <a:pPr marL="0" indent="0" algn="l">
              <a:lnSpc>
                <a:spcPts val="2550"/>
              </a:lnSpc>
              <a:buNone/>
            </a:pPr>
            <a:r>
              <a:rPr lang="en-US" sz="1550" dirty="0">
                <a:solidFill>
                  <a:srgbClr val="272525"/>
                </a:solidFill>
                <a:latin typeface="Montserrat" pitchFamily="34" charset="0"/>
                <a:ea typeface="Montserrat" pitchFamily="34" charset="-122"/>
                <a:cs typeface="Montserrat" pitchFamily="34" charset="-120"/>
              </a:rPr>
              <a:t>Max och Min </a:t>
            </a:r>
            <a:r>
              <a:rPr lang="en-US" sz="1550" dirty="0" err="1">
                <a:solidFill>
                  <a:srgbClr val="272525"/>
                </a:solidFill>
                <a:latin typeface="Montserrat" pitchFamily="34" charset="0"/>
                <a:ea typeface="Montserrat" pitchFamily="34" charset="-122"/>
                <a:cs typeface="Montserrat" pitchFamily="34" charset="-120"/>
              </a:rPr>
              <a:t>turas</a:t>
            </a:r>
            <a:r>
              <a:rPr lang="en-US" sz="1550" dirty="0">
                <a:solidFill>
                  <a:srgbClr val="272525"/>
                </a:solidFill>
                <a:latin typeface="Montserrat" pitchFamily="34" charset="0"/>
                <a:ea typeface="Montserrat" pitchFamily="34" charset="-122"/>
                <a:cs typeface="Montserrat" pitchFamily="34" charset="-120"/>
              </a:rPr>
              <a:t> om </a:t>
            </a:r>
            <a:r>
              <a:rPr lang="en-US" sz="1550" dirty="0" err="1">
                <a:solidFill>
                  <a:srgbClr val="272525"/>
                </a:solidFill>
                <a:latin typeface="Montserrat" pitchFamily="34" charset="0"/>
                <a:ea typeface="Montserrat" pitchFamily="34" charset="-122"/>
                <a:cs typeface="Montserrat" pitchFamily="34" charset="-120"/>
              </a:rPr>
              <a:t>att</a:t>
            </a:r>
            <a:r>
              <a:rPr lang="en-US" sz="1550" dirty="0">
                <a:solidFill>
                  <a:srgbClr val="272525"/>
                </a:solidFill>
                <a:latin typeface="Montserrat" pitchFamily="34" charset="0"/>
                <a:ea typeface="Montserrat" pitchFamily="34" charset="-122"/>
                <a:cs typeface="Montserrat" pitchFamily="34" charset="-120"/>
              </a:rPr>
              <a:t> </a:t>
            </a:r>
            <a:r>
              <a:rPr lang="en-US" sz="1550" dirty="0" err="1">
                <a:solidFill>
                  <a:srgbClr val="272525"/>
                </a:solidFill>
                <a:latin typeface="Montserrat" pitchFamily="34" charset="0"/>
                <a:ea typeface="Montserrat" pitchFamily="34" charset="-122"/>
                <a:cs typeface="Montserrat" pitchFamily="34" charset="-120"/>
              </a:rPr>
              <a:t>göra</a:t>
            </a:r>
            <a:r>
              <a:rPr lang="en-US" sz="1550" dirty="0">
                <a:solidFill>
                  <a:srgbClr val="272525"/>
                </a:solidFill>
                <a:latin typeface="Montserrat" pitchFamily="34" charset="0"/>
                <a:ea typeface="Montserrat" pitchFamily="34" charset="-122"/>
                <a:cs typeface="Montserrat" pitchFamily="34" charset="-120"/>
              </a:rPr>
              <a:t> </a:t>
            </a:r>
            <a:r>
              <a:rPr lang="en-US" sz="1550" dirty="0" err="1">
                <a:solidFill>
                  <a:srgbClr val="272525"/>
                </a:solidFill>
                <a:latin typeface="Montserrat" pitchFamily="34" charset="0"/>
                <a:ea typeface="Montserrat" pitchFamily="34" charset="-122"/>
                <a:cs typeface="Montserrat" pitchFamily="34" charset="-120"/>
              </a:rPr>
              <a:t>sina</a:t>
            </a:r>
            <a:r>
              <a:rPr lang="en-US" sz="1550" dirty="0">
                <a:solidFill>
                  <a:srgbClr val="272525"/>
                </a:solidFill>
                <a:latin typeface="Montserrat" pitchFamily="34" charset="0"/>
                <a:ea typeface="Montserrat" pitchFamily="34" charset="-122"/>
                <a:cs typeface="Montserrat" pitchFamily="34" charset="-120"/>
              </a:rPr>
              <a:t> drag</a:t>
            </a:r>
            <a:endParaRPr lang="en-US" sz="1550" dirty="0"/>
          </a:p>
        </p:txBody>
      </p:sp>
      <p:sp>
        <p:nvSpPr>
          <p:cNvPr id="10" name="Text 9">
            <a:extLst>
              <a:ext uri="{FF2B5EF4-FFF2-40B4-BE49-F238E27FC236}">
                <a16:creationId xmlns:a16="http://schemas.microsoft.com/office/drawing/2014/main" id="{C7BA2A0B-36E8-57A6-67E9-30CAFB448E88}"/>
              </a:ext>
            </a:extLst>
          </p:cNvPr>
          <p:cNvSpPr/>
          <p:nvPr/>
        </p:nvSpPr>
        <p:spPr>
          <a:xfrm>
            <a:off x="1679312" y="5873853"/>
            <a:ext cx="2898577" cy="971550"/>
          </a:xfrm>
          <a:prstGeom prst="rect">
            <a:avLst/>
          </a:prstGeom>
          <a:noFill/>
          <a:ln/>
        </p:spPr>
        <p:txBody>
          <a:bodyPr wrap="square" lIns="0" tIns="0" rIns="0" bIns="0" rtlCol="0" anchor="t"/>
          <a:lstStyle/>
          <a:p>
            <a:pPr marL="0" indent="0" algn="l">
              <a:lnSpc>
                <a:spcPts val="2550"/>
              </a:lnSpc>
              <a:buNone/>
            </a:pPr>
            <a:r>
              <a:rPr lang="sv-SE" sz="1550" dirty="0">
                <a:solidFill>
                  <a:srgbClr val="272525"/>
                </a:solidFill>
                <a:latin typeface="Montserrat" pitchFamily="34" charset="0"/>
              </a:rPr>
              <a:t>Varje lövnod utvärderas med en poängfunktion:</a:t>
            </a:r>
            <a:endParaRPr lang="en-US" sz="1550" dirty="0">
              <a:solidFill>
                <a:srgbClr val="272525"/>
              </a:solidFill>
              <a:latin typeface="Montserrat" pitchFamily="34" charset="0"/>
            </a:endParaRPr>
          </a:p>
        </p:txBody>
      </p:sp>
      <p:sp>
        <p:nvSpPr>
          <p:cNvPr id="12" name="Shape 3">
            <a:extLst>
              <a:ext uri="{FF2B5EF4-FFF2-40B4-BE49-F238E27FC236}">
                <a16:creationId xmlns:a16="http://schemas.microsoft.com/office/drawing/2014/main" id="{A00877BC-2D5A-F10E-386E-036B719BA280}"/>
              </a:ext>
            </a:extLst>
          </p:cNvPr>
          <p:cNvSpPr/>
          <p:nvPr/>
        </p:nvSpPr>
        <p:spPr>
          <a:xfrm>
            <a:off x="752993" y="2455330"/>
            <a:ext cx="22860" cy="4158972"/>
          </a:xfrm>
          <a:prstGeom prst="roundRect">
            <a:avLst>
              <a:gd name="adj" fmla="val 293405"/>
            </a:avLst>
          </a:prstGeom>
          <a:solidFill>
            <a:schemeClr val="accent6">
              <a:lumMod val="20000"/>
              <a:lumOff val="80000"/>
            </a:schemeClr>
          </a:solidFill>
          <a:ln/>
        </p:spPr>
      </p:sp>
      <p:sp>
        <p:nvSpPr>
          <p:cNvPr id="13" name="Shape 4">
            <a:extLst>
              <a:ext uri="{FF2B5EF4-FFF2-40B4-BE49-F238E27FC236}">
                <a16:creationId xmlns:a16="http://schemas.microsoft.com/office/drawing/2014/main" id="{A9DB2130-54E1-0914-2167-C8241C261A05}"/>
              </a:ext>
            </a:extLst>
          </p:cNvPr>
          <p:cNvSpPr/>
          <p:nvPr/>
        </p:nvSpPr>
        <p:spPr>
          <a:xfrm>
            <a:off x="921169" y="2802993"/>
            <a:ext cx="558879" cy="22860"/>
          </a:xfrm>
          <a:prstGeom prst="roundRect">
            <a:avLst>
              <a:gd name="adj" fmla="val 293405"/>
            </a:avLst>
          </a:prstGeom>
          <a:solidFill>
            <a:schemeClr val="accent6">
              <a:lumMod val="20000"/>
              <a:lumOff val="80000"/>
            </a:schemeClr>
          </a:solidFill>
          <a:ln/>
        </p:spPr>
      </p:sp>
      <p:sp>
        <p:nvSpPr>
          <p:cNvPr id="14" name="Shape 5">
            <a:extLst>
              <a:ext uri="{FF2B5EF4-FFF2-40B4-BE49-F238E27FC236}">
                <a16:creationId xmlns:a16="http://schemas.microsoft.com/office/drawing/2014/main" id="{71D3EA52-D1E5-A6AF-8D49-1F1B10EE3B19}"/>
              </a:ext>
            </a:extLst>
          </p:cNvPr>
          <p:cNvSpPr/>
          <p:nvPr/>
        </p:nvSpPr>
        <p:spPr>
          <a:xfrm>
            <a:off x="584817" y="2634877"/>
            <a:ext cx="359212" cy="359212"/>
          </a:xfrm>
          <a:prstGeom prst="roundRect">
            <a:avLst>
              <a:gd name="adj" fmla="val 18672"/>
            </a:avLst>
          </a:prstGeom>
          <a:solidFill>
            <a:schemeClr val="accent6">
              <a:lumMod val="20000"/>
              <a:lumOff val="80000"/>
            </a:schemeClr>
          </a:solidFill>
          <a:ln w="7620">
            <a:solidFill>
              <a:srgbClr val="B8BFDF"/>
            </a:solidFill>
            <a:prstDash val="solid"/>
          </a:ln>
        </p:spPr>
      </p:sp>
      <p:sp>
        <p:nvSpPr>
          <p:cNvPr id="17" name="Shape 9">
            <a:extLst>
              <a:ext uri="{FF2B5EF4-FFF2-40B4-BE49-F238E27FC236}">
                <a16:creationId xmlns:a16="http://schemas.microsoft.com/office/drawing/2014/main" id="{75DF51A3-51ED-7816-337E-784613868B55}"/>
              </a:ext>
            </a:extLst>
          </p:cNvPr>
          <p:cNvSpPr/>
          <p:nvPr/>
        </p:nvSpPr>
        <p:spPr>
          <a:xfrm>
            <a:off x="921169" y="3882652"/>
            <a:ext cx="558879" cy="22860"/>
          </a:xfrm>
          <a:prstGeom prst="roundRect">
            <a:avLst>
              <a:gd name="adj" fmla="val 293405"/>
            </a:avLst>
          </a:prstGeom>
          <a:solidFill>
            <a:schemeClr val="accent6">
              <a:lumMod val="20000"/>
              <a:lumOff val="80000"/>
            </a:schemeClr>
          </a:solidFill>
          <a:ln/>
        </p:spPr>
      </p:sp>
      <p:sp>
        <p:nvSpPr>
          <p:cNvPr id="21" name="Shape 10">
            <a:extLst>
              <a:ext uri="{FF2B5EF4-FFF2-40B4-BE49-F238E27FC236}">
                <a16:creationId xmlns:a16="http://schemas.microsoft.com/office/drawing/2014/main" id="{35FF32D9-F860-C36E-EDB0-7E825CCD3600}"/>
              </a:ext>
            </a:extLst>
          </p:cNvPr>
          <p:cNvSpPr/>
          <p:nvPr/>
        </p:nvSpPr>
        <p:spPr>
          <a:xfrm>
            <a:off x="584817" y="3714535"/>
            <a:ext cx="359212" cy="359212"/>
          </a:xfrm>
          <a:prstGeom prst="roundRect">
            <a:avLst>
              <a:gd name="adj" fmla="val 18672"/>
            </a:avLst>
          </a:prstGeom>
          <a:solidFill>
            <a:schemeClr val="accent6">
              <a:lumMod val="20000"/>
              <a:lumOff val="80000"/>
            </a:schemeClr>
          </a:solidFill>
          <a:ln w="7620">
            <a:solidFill>
              <a:srgbClr val="B8BFDF"/>
            </a:solidFill>
            <a:prstDash val="solid"/>
          </a:ln>
        </p:spPr>
      </p:sp>
      <p:sp>
        <p:nvSpPr>
          <p:cNvPr id="24" name="Shape 14">
            <a:extLst>
              <a:ext uri="{FF2B5EF4-FFF2-40B4-BE49-F238E27FC236}">
                <a16:creationId xmlns:a16="http://schemas.microsoft.com/office/drawing/2014/main" id="{2718FEDA-9E20-1D3F-C70E-55BB78C11FFA}"/>
              </a:ext>
            </a:extLst>
          </p:cNvPr>
          <p:cNvSpPr/>
          <p:nvPr/>
        </p:nvSpPr>
        <p:spPr>
          <a:xfrm>
            <a:off x="921169" y="4962310"/>
            <a:ext cx="558879" cy="22860"/>
          </a:xfrm>
          <a:prstGeom prst="roundRect">
            <a:avLst>
              <a:gd name="adj" fmla="val 293405"/>
            </a:avLst>
          </a:prstGeom>
          <a:solidFill>
            <a:schemeClr val="accent6">
              <a:lumMod val="20000"/>
              <a:lumOff val="80000"/>
            </a:schemeClr>
          </a:solidFill>
          <a:ln/>
        </p:spPr>
      </p:sp>
      <p:sp>
        <p:nvSpPr>
          <p:cNvPr id="25" name="Shape 15">
            <a:extLst>
              <a:ext uri="{FF2B5EF4-FFF2-40B4-BE49-F238E27FC236}">
                <a16:creationId xmlns:a16="http://schemas.microsoft.com/office/drawing/2014/main" id="{1B04426B-8F7C-974C-B97B-2C7391228E12}"/>
              </a:ext>
            </a:extLst>
          </p:cNvPr>
          <p:cNvSpPr/>
          <p:nvPr/>
        </p:nvSpPr>
        <p:spPr>
          <a:xfrm>
            <a:off x="584817" y="4794194"/>
            <a:ext cx="359212" cy="359212"/>
          </a:xfrm>
          <a:prstGeom prst="roundRect">
            <a:avLst>
              <a:gd name="adj" fmla="val 18672"/>
            </a:avLst>
          </a:prstGeom>
          <a:solidFill>
            <a:schemeClr val="accent6">
              <a:lumMod val="20000"/>
              <a:lumOff val="80000"/>
            </a:schemeClr>
          </a:solidFill>
          <a:ln w="7620">
            <a:solidFill>
              <a:srgbClr val="B8BFDF"/>
            </a:solidFill>
            <a:prstDash val="solid"/>
          </a:ln>
        </p:spPr>
      </p:sp>
      <p:sp>
        <p:nvSpPr>
          <p:cNvPr id="27" name="Shape 19">
            <a:extLst>
              <a:ext uri="{FF2B5EF4-FFF2-40B4-BE49-F238E27FC236}">
                <a16:creationId xmlns:a16="http://schemas.microsoft.com/office/drawing/2014/main" id="{D5B6628C-D5DB-1A32-B486-86409C867B1E}"/>
              </a:ext>
            </a:extLst>
          </p:cNvPr>
          <p:cNvSpPr/>
          <p:nvPr/>
        </p:nvSpPr>
        <p:spPr>
          <a:xfrm>
            <a:off x="921169" y="6041969"/>
            <a:ext cx="558879" cy="22860"/>
          </a:xfrm>
          <a:prstGeom prst="roundRect">
            <a:avLst>
              <a:gd name="adj" fmla="val 293405"/>
            </a:avLst>
          </a:prstGeom>
          <a:solidFill>
            <a:schemeClr val="accent6">
              <a:lumMod val="20000"/>
              <a:lumOff val="80000"/>
            </a:schemeClr>
          </a:solidFill>
          <a:ln/>
        </p:spPr>
      </p:sp>
      <p:sp>
        <p:nvSpPr>
          <p:cNvPr id="28" name="Shape 20">
            <a:extLst>
              <a:ext uri="{FF2B5EF4-FFF2-40B4-BE49-F238E27FC236}">
                <a16:creationId xmlns:a16="http://schemas.microsoft.com/office/drawing/2014/main" id="{1DD2564B-276D-FB25-C642-19A138B77210}"/>
              </a:ext>
            </a:extLst>
          </p:cNvPr>
          <p:cNvSpPr/>
          <p:nvPr/>
        </p:nvSpPr>
        <p:spPr>
          <a:xfrm>
            <a:off x="584817" y="5873853"/>
            <a:ext cx="359212" cy="359212"/>
          </a:xfrm>
          <a:prstGeom prst="roundRect">
            <a:avLst>
              <a:gd name="adj" fmla="val 18672"/>
            </a:avLst>
          </a:prstGeom>
          <a:solidFill>
            <a:schemeClr val="accent6">
              <a:lumMod val="20000"/>
              <a:lumOff val="80000"/>
            </a:schemeClr>
          </a:solidFill>
          <a:ln w="7620">
            <a:solidFill>
              <a:srgbClr val="B8BFDF"/>
            </a:solidFill>
            <a:prstDash val="solid"/>
          </a:ln>
        </p:spPr>
      </p:sp>
      <p:sp>
        <p:nvSpPr>
          <p:cNvPr id="30" name="Text 9">
            <a:extLst>
              <a:ext uri="{FF2B5EF4-FFF2-40B4-BE49-F238E27FC236}">
                <a16:creationId xmlns:a16="http://schemas.microsoft.com/office/drawing/2014/main" id="{22B52F5E-686D-E5DA-2029-9378F134122E}"/>
              </a:ext>
            </a:extLst>
          </p:cNvPr>
          <p:cNvSpPr/>
          <p:nvPr/>
        </p:nvSpPr>
        <p:spPr>
          <a:xfrm>
            <a:off x="4833724" y="5555611"/>
            <a:ext cx="1613463" cy="971550"/>
          </a:xfrm>
          <a:prstGeom prst="rect">
            <a:avLst/>
          </a:prstGeom>
          <a:solidFill>
            <a:srgbClr val="E1FFE9"/>
          </a:solidFill>
          <a:ln>
            <a:solidFill>
              <a:schemeClr val="tx1"/>
            </a:solidFill>
          </a:ln>
        </p:spPr>
        <p:txBody>
          <a:bodyPr wrap="square" lIns="0" tIns="0" rIns="0" bIns="0" rtlCol="0" anchor="t"/>
          <a:lstStyle/>
          <a:p>
            <a:pPr marL="0" indent="0" algn="l">
              <a:lnSpc>
                <a:spcPts val="2550"/>
              </a:lnSpc>
              <a:buNone/>
            </a:pPr>
            <a:r>
              <a:rPr lang="sv-SE" sz="1550" dirty="0">
                <a:solidFill>
                  <a:srgbClr val="272525"/>
                </a:solidFill>
                <a:latin typeface="Montserrat" pitchFamily="34" charset="0"/>
              </a:rPr>
              <a:t> Vinst för X = 1</a:t>
            </a:r>
          </a:p>
          <a:p>
            <a:pPr marL="0" indent="0" algn="l">
              <a:lnSpc>
                <a:spcPts val="2550"/>
              </a:lnSpc>
              <a:buNone/>
            </a:pPr>
            <a:r>
              <a:rPr lang="sv-SE" sz="1550" dirty="0">
                <a:solidFill>
                  <a:srgbClr val="272525"/>
                </a:solidFill>
                <a:latin typeface="Montserrat" pitchFamily="34" charset="0"/>
              </a:rPr>
              <a:t> Vinst för 0 = -1</a:t>
            </a:r>
          </a:p>
          <a:p>
            <a:pPr marL="0" indent="0" algn="l">
              <a:lnSpc>
                <a:spcPts val="2550"/>
              </a:lnSpc>
              <a:buNone/>
            </a:pPr>
            <a:r>
              <a:rPr lang="sv-SE" sz="1550" dirty="0">
                <a:solidFill>
                  <a:srgbClr val="272525"/>
                </a:solidFill>
                <a:latin typeface="Montserrat" pitchFamily="34" charset="0"/>
              </a:rPr>
              <a:t> Oavgjort = 0</a:t>
            </a:r>
            <a:endParaRPr lang="en-US" sz="1550" dirty="0">
              <a:solidFill>
                <a:srgbClr val="272525"/>
              </a:solidFill>
              <a:latin typeface="Montserrat" pitchFamily="34" charset="0"/>
            </a:endParaRPr>
          </a:p>
        </p:txBody>
      </p:sp>
      <p:sp>
        <p:nvSpPr>
          <p:cNvPr id="31" name="Text 3">
            <a:extLst>
              <a:ext uri="{FF2B5EF4-FFF2-40B4-BE49-F238E27FC236}">
                <a16:creationId xmlns:a16="http://schemas.microsoft.com/office/drawing/2014/main" id="{AD60FD67-801E-0D37-708C-EB9DD7628DC8}"/>
              </a:ext>
            </a:extLst>
          </p:cNvPr>
          <p:cNvSpPr/>
          <p:nvPr/>
        </p:nvSpPr>
        <p:spPr>
          <a:xfrm>
            <a:off x="481029" y="1845421"/>
            <a:ext cx="7220709" cy="647700"/>
          </a:xfrm>
          <a:prstGeom prst="rect">
            <a:avLst/>
          </a:prstGeom>
          <a:noFill/>
          <a:ln/>
        </p:spPr>
        <p:txBody>
          <a:bodyPr wrap="square" lIns="0" tIns="0" rIns="0" bIns="0" rtlCol="0" anchor="t"/>
          <a:lstStyle/>
          <a:p>
            <a:pPr marL="0" indent="0" algn="l">
              <a:lnSpc>
                <a:spcPts val="2550"/>
              </a:lnSpc>
              <a:buNone/>
            </a:pPr>
            <a:r>
              <a:rPr lang="en-US" sz="1550" b="1" dirty="0">
                <a:solidFill>
                  <a:srgbClr val="272525"/>
                </a:solidFill>
                <a:latin typeface="Montserrat" pitchFamily="34" charset="0"/>
                <a:ea typeface="Montserrat" pitchFamily="34" charset="-122"/>
                <a:cs typeface="Montserrat" pitchFamily="34" charset="-120"/>
              </a:rPr>
              <a:t>Vi </a:t>
            </a:r>
            <a:r>
              <a:rPr lang="en-US" sz="1550" b="1" dirty="0" err="1">
                <a:solidFill>
                  <a:srgbClr val="272525"/>
                </a:solidFill>
                <a:latin typeface="Montserrat" pitchFamily="34" charset="0"/>
                <a:ea typeface="Montserrat" pitchFamily="34" charset="-122"/>
                <a:cs typeface="Montserrat" pitchFamily="34" charset="-120"/>
              </a:rPr>
              <a:t>använder</a:t>
            </a:r>
            <a:r>
              <a:rPr lang="en-US" sz="1550" b="1" dirty="0">
                <a:solidFill>
                  <a:srgbClr val="272525"/>
                </a:solidFill>
                <a:latin typeface="Montserrat" pitchFamily="34" charset="0"/>
                <a:ea typeface="Montserrat" pitchFamily="34" charset="-122"/>
                <a:cs typeface="Montserrat" pitchFamily="34" charset="-120"/>
              </a:rPr>
              <a:t> </a:t>
            </a:r>
            <a:r>
              <a:rPr lang="en-US" sz="1550" b="1" dirty="0" err="1">
                <a:solidFill>
                  <a:srgbClr val="272525"/>
                </a:solidFill>
                <a:latin typeface="Montserrat" pitchFamily="34" charset="0"/>
                <a:ea typeface="Montserrat" pitchFamily="34" charset="-122"/>
                <a:cs typeface="Montserrat" pitchFamily="34" charset="-120"/>
              </a:rPr>
              <a:t>ett</a:t>
            </a:r>
            <a:r>
              <a:rPr lang="en-US" sz="1550" b="1" dirty="0">
                <a:solidFill>
                  <a:srgbClr val="272525"/>
                </a:solidFill>
                <a:latin typeface="Montserrat" pitchFamily="34" charset="0"/>
                <a:ea typeface="Montserrat" pitchFamily="34" charset="-122"/>
                <a:cs typeface="Montserrat" pitchFamily="34" charset="-120"/>
              </a:rPr>
              <a:t> </a:t>
            </a:r>
            <a:r>
              <a:rPr lang="en-US" sz="1550" b="1" dirty="0" err="1">
                <a:solidFill>
                  <a:srgbClr val="272525"/>
                </a:solidFill>
                <a:latin typeface="Montserrat" pitchFamily="34" charset="0"/>
                <a:ea typeface="Montserrat" pitchFamily="34" charset="-122"/>
                <a:cs typeface="Montserrat" pitchFamily="34" charset="-120"/>
              </a:rPr>
              <a:t>beslutsträd</a:t>
            </a:r>
            <a:r>
              <a:rPr lang="en-US" sz="1550" b="1" dirty="0">
                <a:solidFill>
                  <a:srgbClr val="272525"/>
                </a:solidFill>
                <a:latin typeface="Montserrat" pitchFamily="34" charset="0"/>
                <a:ea typeface="Montserrat" pitchFamily="34" charset="-122"/>
                <a:cs typeface="Montserrat" pitchFamily="34" charset="-120"/>
              </a:rPr>
              <a:t> för </a:t>
            </a:r>
            <a:r>
              <a:rPr lang="en-US" sz="1550" b="1" dirty="0" err="1">
                <a:solidFill>
                  <a:srgbClr val="272525"/>
                </a:solidFill>
                <a:latin typeface="Montserrat" pitchFamily="34" charset="0"/>
                <a:ea typeface="Montserrat" pitchFamily="34" charset="-122"/>
                <a:cs typeface="Montserrat" pitchFamily="34" charset="-120"/>
              </a:rPr>
              <a:t>att</a:t>
            </a:r>
            <a:r>
              <a:rPr lang="en-US" sz="1550" b="1" dirty="0">
                <a:solidFill>
                  <a:srgbClr val="272525"/>
                </a:solidFill>
                <a:latin typeface="Montserrat" pitchFamily="34" charset="0"/>
                <a:ea typeface="Montserrat" pitchFamily="34" charset="-122"/>
                <a:cs typeface="Montserrat" pitchFamily="34" charset="-120"/>
              </a:rPr>
              <a:t> </a:t>
            </a:r>
            <a:r>
              <a:rPr lang="en-US" sz="1550" b="1" dirty="0" err="1">
                <a:solidFill>
                  <a:srgbClr val="272525"/>
                </a:solidFill>
                <a:latin typeface="Montserrat" pitchFamily="34" charset="0"/>
                <a:ea typeface="Montserrat" pitchFamily="34" charset="-122"/>
                <a:cs typeface="Montserrat" pitchFamily="34" charset="-120"/>
              </a:rPr>
              <a:t>strukturera</a:t>
            </a:r>
            <a:r>
              <a:rPr lang="en-US" sz="1550" b="1" dirty="0">
                <a:solidFill>
                  <a:srgbClr val="272525"/>
                </a:solidFill>
                <a:latin typeface="Montserrat" pitchFamily="34" charset="0"/>
                <a:ea typeface="Montserrat" pitchFamily="34" charset="-122"/>
                <a:cs typeface="Montserrat" pitchFamily="34" charset="-120"/>
              </a:rPr>
              <a:t> och </a:t>
            </a:r>
            <a:r>
              <a:rPr lang="en-US" sz="1550" b="1" dirty="0" err="1">
                <a:solidFill>
                  <a:srgbClr val="272525"/>
                </a:solidFill>
                <a:latin typeface="Montserrat" pitchFamily="34" charset="0"/>
                <a:ea typeface="Montserrat" pitchFamily="34" charset="-122"/>
                <a:cs typeface="Montserrat" pitchFamily="34" charset="-120"/>
              </a:rPr>
              <a:t>analysera</a:t>
            </a:r>
            <a:r>
              <a:rPr lang="en-US" sz="1550" b="1" dirty="0">
                <a:solidFill>
                  <a:srgbClr val="272525"/>
                </a:solidFill>
                <a:latin typeface="Montserrat" pitchFamily="34" charset="0"/>
                <a:ea typeface="Montserrat" pitchFamily="34" charset="-122"/>
                <a:cs typeface="Montserrat" pitchFamily="34" charset="-120"/>
              </a:rPr>
              <a:t> </a:t>
            </a:r>
            <a:r>
              <a:rPr lang="en-US" sz="1550" b="1" dirty="0" err="1">
                <a:solidFill>
                  <a:srgbClr val="272525"/>
                </a:solidFill>
                <a:latin typeface="Montserrat" pitchFamily="34" charset="0"/>
                <a:ea typeface="Montserrat" pitchFamily="34" charset="-122"/>
                <a:cs typeface="Montserrat" pitchFamily="34" charset="-120"/>
              </a:rPr>
              <a:t>spelet</a:t>
            </a:r>
            <a:endParaRPr lang="en-US" sz="1550" b="1" dirty="0"/>
          </a:p>
        </p:txBody>
      </p:sp>
      <p:sp>
        <p:nvSpPr>
          <p:cNvPr id="2" name="Platshållare för sidfot 1">
            <a:extLst>
              <a:ext uri="{FF2B5EF4-FFF2-40B4-BE49-F238E27FC236}">
                <a16:creationId xmlns:a16="http://schemas.microsoft.com/office/drawing/2014/main" id="{A59E4408-9726-E3CC-6ED4-32D35A73FC6C}"/>
              </a:ext>
            </a:extLst>
          </p:cNvPr>
          <p:cNvSpPr>
            <a:spLocks noGrp="1"/>
          </p:cNvSpPr>
          <p:nvPr/>
        </p:nvSpPr>
        <p:spPr>
          <a:xfrm>
            <a:off x="2768194" y="6419850"/>
            <a:ext cx="5588812" cy="438150"/>
          </a:xfrm>
          <a:prstGeom prst="rect">
            <a:avLst/>
          </a:prstGeom>
        </p:spPr>
        <p:txBody>
          <a:bodyPr vert="horz" lIns="91440" tIns="45720" rIns="91440" bIns="45720" rtlCol="0" anchor="ctr"/>
          <a:lstStyle>
            <a:defPPr>
              <a:defRPr lang="en-US"/>
            </a:defPPr>
            <a:lvl1pPr marL="0" algn="ctr" defTabSz="457200" rtl="0" eaLnBrk="1" latinLnBrk="0" hangingPunct="1">
              <a:defRPr sz="144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dirty="0"/>
              <a:t>Presentation av David Hedengren</a:t>
            </a:r>
          </a:p>
        </p:txBody>
      </p:sp>
    </p:spTree>
    <p:extLst>
      <p:ext uri="{BB962C8B-B14F-4D97-AF65-F5344CB8AC3E}">
        <p14:creationId xmlns:p14="http://schemas.microsoft.com/office/powerpoint/2010/main" val="16968943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500"/>
                                        <p:tgtEl>
                                          <p:spTgt spid="14"/>
                                        </p:tgtEl>
                                      </p:cBhvr>
                                    </p:animEffect>
                                  </p:childTnLst>
                                </p:cTn>
                              </p:par>
                              <p:par>
                                <p:cTn id="8" presetID="10" presetClass="entr" presetSubtype="0" fill="hold"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500"/>
                                        <p:tgtEl>
                                          <p:spTgt spid="13"/>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500"/>
                                        <p:tgtEl>
                                          <p:spTgt spid="6"/>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500"/>
                                        <p:tgtEl>
                                          <p:spTgt spid="7"/>
                                        </p:tgtEl>
                                      </p:cBhvr>
                                    </p:animEffect>
                                  </p:childTnLst>
                                </p:cTn>
                              </p:par>
                              <p:par>
                                <p:cTn id="19" presetID="10" presetClass="entr" presetSubtype="0" fill="hold" nodeType="withEffect">
                                  <p:stCondLst>
                                    <p:cond delay="0"/>
                                  </p:stCondLst>
                                  <p:childTnLst>
                                    <p:set>
                                      <p:cBhvr>
                                        <p:cTn id="20" dur="1" fill="hold">
                                          <p:stCondLst>
                                            <p:cond delay="0"/>
                                          </p:stCondLst>
                                        </p:cTn>
                                        <p:tgtEl>
                                          <p:spTgt spid="17"/>
                                        </p:tgtEl>
                                        <p:attrNameLst>
                                          <p:attrName>style.visibility</p:attrName>
                                        </p:attrNameLst>
                                      </p:cBhvr>
                                      <p:to>
                                        <p:strVal val="visible"/>
                                      </p:to>
                                    </p:set>
                                    <p:animEffect transition="in" filter="fade">
                                      <p:cBhvr>
                                        <p:cTn id="21" dur="500"/>
                                        <p:tgtEl>
                                          <p:spTgt spid="17"/>
                                        </p:tgtEl>
                                      </p:cBhvr>
                                    </p:animEffect>
                                  </p:childTnLst>
                                </p:cTn>
                              </p:par>
                              <p:par>
                                <p:cTn id="22" presetID="10" presetClass="entr" presetSubtype="0" fill="hold" nodeType="withEffect">
                                  <p:stCondLst>
                                    <p:cond delay="0"/>
                                  </p:stCondLst>
                                  <p:childTnLst>
                                    <p:set>
                                      <p:cBhvr>
                                        <p:cTn id="23" dur="1" fill="hold">
                                          <p:stCondLst>
                                            <p:cond delay="0"/>
                                          </p:stCondLst>
                                        </p:cTn>
                                        <p:tgtEl>
                                          <p:spTgt spid="21"/>
                                        </p:tgtEl>
                                        <p:attrNameLst>
                                          <p:attrName>style.visibility</p:attrName>
                                        </p:attrNameLst>
                                      </p:cBhvr>
                                      <p:to>
                                        <p:strVal val="visible"/>
                                      </p:to>
                                    </p:set>
                                    <p:animEffect transition="in" filter="fade">
                                      <p:cBhvr>
                                        <p:cTn id="24" dur="500"/>
                                        <p:tgtEl>
                                          <p:spTgt spid="21"/>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24"/>
                                        </p:tgtEl>
                                        <p:attrNameLst>
                                          <p:attrName>style.visibility</p:attrName>
                                        </p:attrNameLst>
                                      </p:cBhvr>
                                      <p:to>
                                        <p:strVal val="visible"/>
                                      </p:to>
                                    </p:set>
                                    <p:animEffect transition="in" filter="fade">
                                      <p:cBhvr>
                                        <p:cTn id="29" dur="500"/>
                                        <p:tgtEl>
                                          <p:spTgt spid="24"/>
                                        </p:tgtEl>
                                      </p:cBhvr>
                                    </p:animEffect>
                                  </p:childTnLst>
                                </p:cTn>
                              </p:par>
                              <p:par>
                                <p:cTn id="30" presetID="10" presetClass="entr" presetSubtype="0" fill="hold" nodeType="withEffect">
                                  <p:stCondLst>
                                    <p:cond delay="0"/>
                                  </p:stCondLst>
                                  <p:childTnLst>
                                    <p:set>
                                      <p:cBhvr>
                                        <p:cTn id="31" dur="1" fill="hold">
                                          <p:stCondLst>
                                            <p:cond delay="0"/>
                                          </p:stCondLst>
                                        </p:cTn>
                                        <p:tgtEl>
                                          <p:spTgt spid="25"/>
                                        </p:tgtEl>
                                        <p:attrNameLst>
                                          <p:attrName>style.visibility</p:attrName>
                                        </p:attrNameLst>
                                      </p:cBhvr>
                                      <p:to>
                                        <p:strVal val="visible"/>
                                      </p:to>
                                    </p:set>
                                    <p:animEffect transition="in" filter="fade">
                                      <p:cBhvr>
                                        <p:cTn id="32" dur="500"/>
                                        <p:tgtEl>
                                          <p:spTgt spid="25"/>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8"/>
                                        </p:tgtEl>
                                        <p:attrNameLst>
                                          <p:attrName>style.visibility</p:attrName>
                                        </p:attrNameLst>
                                      </p:cBhvr>
                                      <p:to>
                                        <p:strVal val="visible"/>
                                      </p:to>
                                    </p:set>
                                    <p:animEffect transition="in" filter="fade">
                                      <p:cBhvr>
                                        <p:cTn id="35" dur="500"/>
                                        <p:tgtEl>
                                          <p:spTgt spid="8"/>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10"/>
                                        </p:tgtEl>
                                        <p:attrNameLst>
                                          <p:attrName>style.visibility</p:attrName>
                                        </p:attrNameLst>
                                      </p:cBhvr>
                                      <p:to>
                                        <p:strVal val="visible"/>
                                      </p:to>
                                    </p:set>
                                    <p:animEffect transition="in" filter="fade">
                                      <p:cBhvr>
                                        <p:cTn id="40" dur="500"/>
                                        <p:tgtEl>
                                          <p:spTgt spid="10"/>
                                        </p:tgtEl>
                                      </p:cBhvr>
                                    </p:animEffect>
                                  </p:childTnLst>
                                </p:cTn>
                              </p:par>
                              <p:par>
                                <p:cTn id="41" presetID="10" presetClass="entr" presetSubtype="0" fill="hold" nodeType="withEffect">
                                  <p:stCondLst>
                                    <p:cond delay="0"/>
                                  </p:stCondLst>
                                  <p:childTnLst>
                                    <p:set>
                                      <p:cBhvr>
                                        <p:cTn id="42" dur="1" fill="hold">
                                          <p:stCondLst>
                                            <p:cond delay="0"/>
                                          </p:stCondLst>
                                        </p:cTn>
                                        <p:tgtEl>
                                          <p:spTgt spid="27"/>
                                        </p:tgtEl>
                                        <p:attrNameLst>
                                          <p:attrName>style.visibility</p:attrName>
                                        </p:attrNameLst>
                                      </p:cBhvr>
                                      <p:to>
                                        <p:strVal val="visible"/>
                                      </p:to>
                                    </p:set>
                                    <p:animEffect transition="in" filter="fade">
                                      <p:cBhvr>
                                        <p:cTn id="43" dur="500"/>
                                        <p:tgtEl>
                                          <p:spTgt spid="27"/>
                                        </p:tgtEl>
                                      </p:cBhvr>
                                    </p:animEffect>
                                  </p:childTnLst>
                                </p:cTn>
                              </p:par>
                              <p:par>
                                <p:cTn id="44" presetID="10" presetClass="entr" presetSubtype="0" fill="hold" nodeType="withEffect">
                                  <p:stCondLst>
                                    <p:cond delay="0"/>
                                  </p:stCondLst>
                                  <p:childTnLst>
                                    <p:set>
                                      <p:cBhvr>
                                        <p:cTn id="45" dur="1" fill="hold">
                                          <p:stCondLst>
                                            <p:cond delay="0"/>
                                          </p:stCondLst>
                                        </p:cTn>
                                        <p:tgtEl>
                                          <p:spTgt spid="28"/>
                                        </p:tgtEl>
                                        <p:attrNameLst>
                                          <p:attrName>style.visibility</p:attrName>
                                        </p:attrNameLst>
                                      </p:cBhvr>
                                      <p:to>
                                        <p:strVal val="visible"/>
                                      </p:to>
                                    </p:set>
                                    <p:animEffect transition="in" filter="fade">
                                      <p:cBhvr>
                                        <p:cTn id="46" dur="500"/>
                                        <p:tgtEl>
                                          <p:spTgt spid="28"/>
                                        </p:tgtEl>
                                      </p:cBhvr>
                                    </p:animEffec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grpId="0" nodeType="clickEffect">
                                  <p:stCondLst>
                                    <p:cond delay="0"/>
                                  </p:stCondLst>
                                  <p:childTnLst>
                                    <p:set>
                                      <p:cBhvr>
                                        <p:cTn id="50" dur="1" fill="hold">
                                          <p:stCondLst>
                                            <p:cond delay="0"/>
                                          </p:stCondLst>
                                        </p:cTn>
                                        <p:tgtEl>
                                          <p:spTgt spid="30"/>
                                        </p:tgtEl>
                                        <p:attrNameLst>
                                          <p:attrName>style.visibility</p:attrName>
                                        </p:attrNameLst>
                                      </p:cBhvr>
                                      <p:to>
                                        <p:strVal val="visible"/>
                                      </p:to>
                                    </p:set>
                                    <p:animEffect transition="in" filter="fade">
                                      <p:cBhvr>
                                        <p:cTn id="51"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10" grpId="0" animBg="1"/>
      <p:bldP spid="30"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upp 2">
            <a:extLst>
              <a:ext uri="{FF2B5EF4-FFF2-40B4-BE49-F238E27FC236}">
                <a16:creationId xmlns:a16="http://schemas.microsoft.com/office/drawing/2014/main" id="{3AE6370B-DB2F-C8D7-98A1-1738B35637A0}"/>
              </a:ext>
            </a:extLst>
          </p:cNvPr>
          <p:cNvGrpSpPr/>
          <p:nvPr/>
        </p:nvGrpSpPr>
        <p:grpSpPr>
          <a:xfrm>
            <a:off x="5627257" y="844393"/>
            <a:ext cx="893451" cy="846295"/>
            <a:chOff x="1202049" y="2080260"/>
            <a:chExt cx="893451" cy="846295"/>
          </a:xfrm>
          <a:solidFill>
            <a:schemeClr val="bg1"/>
          </a:solidFill>
        </p:grpSpPr>
        <p:sp>
          <p:nvSpPr>
            <p:cNvPr id="4" name="Rektangel 3">
              <a:extLst>
                <a:ext uri="{FF2B5EF4-FFF2-40B4-BE49-F238E27FC236}">
                  <a16:creationId xmlns:a16="http://schemas.microsoft.com/office/drawing/2014/main" id="{54776EE0-1241-7CA4-ED8A-8530D2F18EE7}"/>
                </a:ext>
              </a:extLst>
            </p:cNvPr>
            <p:cNvSpPr/>
            <p:nvPr/>
          </p:nvSpPr>
          <p:spPr>
            <a:xfrm>
              <a:off x="1211580" y="2080260"/>
              <a:ext cx="883920" cy="846295"/>
            </a:xfrm>
            <a:prstGeom prst="rect">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cxnSp>
          <p:nvCxnSpPr>
            <p:cNvPr id="5" name="Rak koppling 4">
              <a:extLst>
                <a:ext uri="{FF2B5EF4-FFF2-40B4-BE49-F238E27FC236}">
                  <a16:creationId xmlns:a16="http://schemas.microsoft.com/office/drawing/2014/main" id="{D87B7AEE-7BDD-D819-3A00-4C3F10BB35C9}"/>
                </a:ext>
              </a:extLst>
            </p:cNvPr>
            <p:cNvCxnSpPr>
              <a:cxnSpLocks/>
            </p:cNvCxnSpPr>
            <p:nvPr/>
          </p:nvCxnSpPr>
          <p:spPr>
            <a:xfrm flipV="1">
              <a:off x="1512091" y="2080260"/>
              <a:ext cx="0" cy="846295"/>
            </a:xfrm>
            <a:prstGeom prst="line">
              <a:avLst/>
            </a:prstGeom>
            <a:grpFill/>
            <a:ln>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cxnSp>
          <p:nvCxnSpPr>
            <p:cNvPr id="6" name="Rak koppling 5">
              <a:extLst>
                <a:ext uri="{FF2B5EF4-FFF2-40B4-BE49-F238E27FC236}">
                  <a16:creationId xmlns:a16="http://schemas.microsoft.com/office/drawing/2014/main" id="{420F214E-F284-65CF-43D2-A3DB00CF9EF6}"/>
                </a:ext>
              </a:extLst>
            </p:cNvPr>
            <p:cNvCxnSpPr>
              <a:cxnSpLocks/>
            </p:cNvCxnSpPr>
            <p:nvPr/>
          </p:nvCxnSpPr>
          <p:spPr>
            <a:xfrm flipV="1">
              <a:off x="1809751" y="2080260"/>
              <a:ext cx="0" cy="846295"/>
            </a:xfrm>
            <a:prstGeom prst="line">
              <a:avLst/>
            </a:prstGeom>
            <a:grpFill/>
            <a:ln>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cxnSp>
          <p:nvCxnSpPr>
            <p:cNvPr id="7" name="Rak koppling 6">
              <a:extLst>
                <a:ext uri="{FF2B5EF4-FFF2-40B4-BE49-F238E27FC236}">
                  <a16:creationId xmlns:a16="http://schemas.microsoft.com/office/drawing/2014/main" id="{AB839667-FB75-A575-2887-5AE11915736C}"/>
                </a:ext>
              </a:extLst>
            </p:cNvPr>
            <p:cNvCxnSpPr>
              <a:cxnSpLocks/>
            </p:cNvCxnSpPr>
            <p:nvPr/>
          </p:nvCxnSpPr>
          <p:spPr>
            <a:xfrm flipH="1">
              <a:off x="1213958" y="2375531"/>
              <a:ext cx="881542" cy="0"/>
            </a:xfrm>
            <a:prstGeom prst="line">
              <a:avLst/>
            </a:prstGeom>
            <a:grpFill/>
            <a:ln>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cxnSp>
          <p:nvCxnSpPr>
            <p:cNvPr id="8" name="Rak koppling 7">
              <a:extLst>
                <a:ext uri="{FF2B5EF4-FFF2-40B4-BE49-F238E27FC236}">
                  <a16:creationId xmlns:a16="http://schemas.microsoft.com/office/drawing/2014/main" id="{B04870EB-7EA6-A131-ED5F-FADFA2382444}"/>
                </a:ext>
              </a:extLst>
            </p:cNvPr>
            <p:cNvCxnSpPr>
              <a:cxnSpLocks/>
            </p:cNvCxnSpPr>
            <p:nvPr/>
          </p:nvCxnSpPr>
          <p:spPr>
            <a:xfrm flipH="1">
              <a:off x="1202049" y="2646993"/>
              <a:ext cx="881542" cy="0"/>
            </a:xfrm>
            <a:prstGeom prst="line">
              <a:avLst/>
            </a:prstGeom>
            <a:grpFill/>
            <a:ln>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grpSp>
      <p:grpSp>
        <p:nvGrpSpPr>
          <p:cNvPr id="9" name="Grupp 8">
            <a:extLst>
              <a:ext uri="{FF2B5EF4-FFF2-40B4-BE49-F238E27FC236}">
                <a16:creationId xmlns:a16="http://schemas.microsoft.com/office/drawing/2014/main" id="{3F60DBDC-A12D-95E6-827E-E396706E61A1}"/>
              </a:ext>
            </a:extLst>
          </p:cNvPr>
          <p:cNvGrpSpPr/>
          <p:nvPr/>
        </p:nvGrpSpPr>
        <p:grpSpPr>
          <a:xfrm>
            <a:off x="1242975" y="3194859"/>
            <a:ext cx="893451" cy="852645"/>
            <a:chOff x="1202049" y="2073910"/>
            <a:chExt cx="893451" cy="852645"/>
          </a:xfrm>
          <a:solidFill>
            <a:schemeClr val="bg1"/>
          </a:solidFill>
        </p:grpSpPr>
        <p:sp>
          <p:nvSpPr>
            <p:cNvPr id="10" name="Rektangel 9">
              <a:extLst>
                <a:ext uri="{FF2B5EF4-FFF2-40B4-BE49-F238E27FC236}">
                  <a16:creationId xmlns:a16="http://schemas.microsoft.com/office/drawing/2014/main" id="{CC6314AD-49DD-3B3D-BCC9-3CF458D8F855}"/>
                </a:ext>
              </a:extLst>
            </p:cNvPr>
            <p:cNvSpPr/>
            <p:nvPr/>
          </p:nvSpPr>
          <p:spPr>
            <a:xfrm>
              <a:off x="1211580" y="2073910"/>
              <a:ext cx="883920" cy="846295"/>
            </a:xfrm>
            <a:prstGeom prst="rect">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cxnSp>
          <p:nvCxnSpPr>
            <p:cNvPr id="11" name="Rak koppling 10">
              <a:extLst>
                <a:ext uri="{FF2B5EF4-FFF2-40B4-BE49-F238E27FC236}">
                  <a16:creationId xmlns:a16="http://schemas.microsoft.com/office/drawing/2014/main" id="{76078157-ABFE-F4CE-9D0A-98A492A9D631}"/>
                </a:ext>
              </a:extLst>
            </p:cNvPr>
            <p:cNvCxnSpPr>
              <a:cxnSpLocks/>
            </p:cNvCxnSpPr>
            <p:nvPr/>
          </p:nvCxnSpPr>
          <p:spPr>
            <a:xfrm flipV="1">
              <a:off x="1512091" y="2080260"/>
              <a:ext cx="0" cy="846295"/>
            </a:xfrm>
            <a:prstGeom prst="line">
              <a:avLst/>
            </a:prstGeom>
            <a:grpFill/>
            <a:ln>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 name="Rak koppling 11">
              <a:extLst>
                <a:ext uri="{FF2B5EF4-FFF2-40B4-BE49-F238E27FC236}">
                  <a16:creationId xmlns:a16="http://schemas.microsoft.com/office/drawing/2014/main" id="{565A03D3-5D65-91FA-CCE1-2196DACF1009}"/>
                </a:ext>
              </a:extLst>
            </p:cNvPr>
            <p:cNvCxnSpPr>
              <a:cxnSpLocks/>
            </p:cNvCxnSpPr>
            <p:nvPr/>
          </p:nvCxnSpPr>
          <p:spPr>
            <a:xfrm flipV="1">
              <a:off x="1809751" y="2080260"/>
              <a:ext cx="0" cy="846295"/>
            </a:xfrm>
            <a:prstGeom prst="line">
              <a:avLst/>
            </a:prstGeom>
            <a:grpFill/>
            <a:ln>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 name="Rak koppling 12">
              <a:extLst>
                <a:ext uri="{FF2B5EF4-FFF2-40B4-BE49-F238E27FC236}">
                  <a16:creationId xmlns:a16="http://schemas.microsoft.com/office/drawing/2014/main" id="{3E9F4391-9D22-8801-97EF-26232477816C}"/>
                </a:ext>
              </a:extLst>
            </p:cNvPr>
            <p:cNvCxnSpPr>
              <a:cxnSpLocks/>
            </p:cNvCxnSpPr>
            <p:nvPr/>
          </p:nvCxnSpPr>
          <p:spPr>
            <a:xfrm flipH="1">
              <a:off x="1213958" y="2375531"/>
              <a:ext cx="881542" cy="0"/>
            </a:xfrm>
            <a:prstGeom prst="line">
              <a:avLst/>
            </a:prstGeom>
            <a:grpFill/>
            <a:ln>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4" name="Rak koppling 13">
              <a:extLst>
                <a:ext uri="{FF2B5EF4-FFF2-40B4-BE49-F238E27FC236}">
                  <a16:creationId xmlns:a16="http://schemas.microsoft.com/office/drawing/2014/main" id="{A334B43F-0657-FAFC-9A8E-39E65FFE73A4}"/>
                </a:ext>
              </a:extLst>
            </p:cNvPr>
            <p:cNvCxnSpPr>
              <a:cxnSpLocks/>
            </p:cNvCxnSpPr>
            <p:nvPr/>
          </p:nvCxnSpPr>
          <p:spPr>
            <a:xfrm flipH="1">
              <a:off x="1202049" y="2646993"/>
              <a:ext cx="881542" cy="0"/>
            </a:xfrm>
            <a:prstGeom prst="line">
              <a:avLst/>
            </a:prstGeom>
            <a:grpFill/>
            <a:ln>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grpSp>
      <p:grpSp>
        <p:nvGrpSpPr>
          <p:cNvPr id="15" name="Grupp 14">
            <a:extLst>
              <a:ext uri="{FF2B5EF4-FFF2-40B4-BE49-F238E27FC236}">
                <a16:creationId xmlns:a16="http://schemas.microsoft.com/office/drawing/2014/main" id="{D6028F98-D546-E4DC-F210-D657887693AD}"/>
              </a:ext>
            </a:extLst>
          </p:cNvPr>
          <p:cNvGrpSpPr/>
          <p:nvPr/>
        </p:nvGrpSpPr>
        <p:grpSpPr>
          <a:xfrm>
            <a:off x="2417327" y="3201208"/>
            <a:ext cx="893451" cy="846295"/>
            <a:chOff x="1202049" y="2080260"/>
            <a:chExt cx="893451" cy="846295"/>
          </a:xfrm>
          <a:solidFill>
            <a:schemeClr val="bg1"/>
          </a:solidFill>
        </p:grpSpPr>
        <p:sp>
          <p:nvSpPr>
            <p:cNvPr id="16" name="Rektangel 15">
              <a:extLst>
                <a:ext uri="{FF2B5EF4-FFF2-40B4-BE49-F238E27FC236}">
                  <a16:creationId xmlns:a16="http://schemas.microsoft.com/office/drawing/2014/main" id="{62BEA6BD-2418-32D5-8154-2851BCE3634C}"/>
                </a:ext>
              </a:extLst>
            </p:cNvPr>
            <p:cNvSpPr/>
            <p:nvPr/>
          </p:nvSpPr>
          <p:spPr>
            <a:xfrm>
              <a:off x="1211580" y="2080260"/>
              <a:ext cx="883920" cy="846295"/>
            </a:xfrm>
            <a:prstGeom prst="rect">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cxnSp>
          <p:nvCxnSpPr>
            <p:cNvPr id="17" name="Rak koppling 16">
              <a:extLst>
                <a:ext uri="{FF2B5EF4-FFF2-40B4-BE49-F238E27FC236}">
                  <a16:creationId xmlns:a16="http://schemas.microsoft.com/office/drawing/2014/main" id="{4504081E-6A89-766A-F8FC-9EC18ACC9915}"/>
                </a:ext>
              </a:extLst>
            </p:cNvPr>
            <p:cNvCxnSpPr>
              <a:cxnSpLocks/>
            </p:cNvCxnSpPr>
            <p:nvPr/>
          </p:nvCxnSpPr>
          <p:spPr>
            <a:xfrm flipV="1">
              <a:off x="1512091" y="2080260"/>
              <a:ext cx="0" cy="846295"/>
            </a:xfrm>
            <a:prstGeom prst="line">
              <a:avLst/>
            </a:prstGeom>
            <a:grpFill/>
            <a:ln>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8" name="Rak koppling 17">
              <a:extLst>
                <a:ext uri="{FF2B5EF4-FFF2-40B4-BE49-F238E27FC236}">
                  <a16:creationId xmlns:a16="http://schemas.microsoft.com/office/drawing/2014/main" id="{397C1CF4-8BD5-7F8C-9638-3B2DC3919B9B}"/>
                </a:ext>
              </a:extLst>
            </p:cNvPr>
            <p:cNvCxnSpPr>
              <a:cxnSpLocks/>
            </p:cNvCxnSpPr>
            <p:nvPr/>
          </p:nvCxnSpPr>
          <p:spPr>
            <a:xfrm flipV="1">
              <a:off x="1809751" y="2080260"/>
              <a:ext cx="0" cy="846295"/>
            </a:xfrm>
            <a:prstGeom prst="line">
              <a:avLst/>
            </a:prstGeom>
            <a:grpFill/>
            <a:ln>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9" name="Rak koppling 18">
              <a:extLst>
                <a:ext uri="{FF2B5EF4-FFF2-40B4-BE49-F238E27FC236}">
                  <a16:creationId xmlns:a16="http://schemas.microsoft.com/office/drawing/2014/main" id="{C0DC6431-1E21-D150-A4CF-80F17E845327}"/>
                </a:ext>
              </a:extLst>
            </p:cNvPr>
            <p:cNvCxnSpPr>
              <a:cxnSpLocks/>
            </p:cNvCxnSpPr>
            <p:nvPr/>
          </p:nvCxnSpPr>
          <p:spPr>
            <a:xfrm flipH="1">
              <a:off x="1213958" y="2375531"/>
              <a:ext cx="881542" cy="0"/>
            </a:xfrm>
            <a:prstGeom prst="line">
              <a:avLst/>
            </a:prstGeom>
            <a:grpFill/>
            <a:ln>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0" name="Rak koppling 19">
              <a:extLst>
                <a:ext uri="{FF2B5EF4-FFF2-40B4-BE49-F238E27FC236}">
                  <a16:creationId xmlns:a16="http://schemas.microsoft.com/office/drawing/2014/main" id="{3046C748-AD1E-5A99-7319-A536B95CFF40}"/>
                </a:ext>
              </a:extLst>
            </p:cNvPr>
            <p:cNvCxnSpPr>
              <a:cxnSpLocks/>
            </p:cNvCxnSpPr>
            <p:nvPr/>
          </p:nvCxnSpPr>
          <p:spPr>
            <a:xfrm flipH="1">
              <a:off x="1202049" y="2646993"/>
              <a:ext cx="881542" cy="0"/>
            </a:xfrm>
            <a:prstGeom prst="line">
              <a:avLst/>
            </a:prstGeom>
            <a:grpFill/>
            <a:ln>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grpSp>
      <p:grpSp>
        <p:nvGrpSpPr>
          <p:cNvPr id="21" name="Grupp 20">
            <a:extLst>
              <a:ext uri="{FF2B5EF4-FFF2-40B4-BE49-F238E27FC236}">
                <a16:creationId xmlns:a16="http://schemas.microsoft.com/office/drawing/2014/main" id="{5D2D0317-3160-AD4B-031C-220862EF8340}"/>
              </a:ext>
            </a:extLst>
          </p:cNvPr>
          <p:cNvGrpSpPr/>
          <p:nvPr/>
        </p:nvGrpSpPr>
        <p:grpSpPr>
          <a:xfrm>
            <a:off x="3648150" y="3201208"/>
            <a:ext cx="893451" cy="846295"/>
            <a:chOff x="1202049" y="2080260"/>
            <a:chExt cx="893451" cy="846295"/>
          </a:xfrm>
          <a:solidFill>
            <a:schemeClr val="bg1"/>
          </a:solidFill>
        </p:grpSpPr>
        <p:sp>
          <p:nvSpPr>
            <p:cNvPr id="22" name="Rektangel 21">
              <a:extLst>
                <a:ext uri="{FF2B5EF4-FFF2-40B4-BE49-F238E27FC236}">
                  <a16:creationId xmlns:a16="http://schemas.microsoft.com/office/drawing/2014/main" id="{73FEB788-C49A-85E1-62DA-B52923AB1F30}"/>
                </a:ext>
              </a:extLst>
            </p:cNvPr>
            <p:cNvSpPr/>
            <p:nvPr/>
          </p:nvSpPr>
          <p:spPr>
            <a:xfrm>
              <a:off x="1211580" y="2080260"/>
              <a:ext cx="883920" cy="846295"/>
            </a:xfrm>
            <a:prstGeom prst="rect">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cxnSp>
          <p:nvCxnSpPr>
            <p:cNvPr id="23" name="Rak koppling 22">
              <a:extLst>
                <a:ext uri="{FF2B5EF4-FFF2-40B4-BE49-F238E27FC236}">
                  <a16:creationId xmlns:a16="http://schemas.microsoft.com/office/drawing/2014/main" id="{A87D38E3-CD3B-C02D-8699-B0FADF0D0986}"/>
                </a:ext>
              </a:extLst>
            </p:cNvPr>
            <p:cNvCxnSpPr>
              <a:cxnSpLocks/>
            </p:cNvCxnSpPr>
            <p:nvPr/>
          </p:nvCxnSpPr>
          <p:spPr>
            <a:xfrm flipV="1">
              <a:off x="1512091" y="2080260"/>
              <a:ext cx="0" cy="846295"/>
            </a:xfrm>
            <a:prstGeom prst="line">
              <a:avLst/>
            </a:prstGeom>
            <a:grpFill/>
            <a:ln>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4" name="Rak koppling 23">
              <a:extLst>
                <a:ext uri="{FF2B5EF4-FFF2-40B4-BE49-F238E27FC236}">
                  <a16:creationId xmlns:a16="http://schemas.microsoft.com/office/drawing/2014/main" id="{E5F5DE06-10FE-23FB-3002-F99A3CCC3640}"/>
                </a:ext>
              </a:extLst>
            </p:cNvPr>
            <p:cNvCxnSpPr>
              <a:cxnSpLocks/>
            </p:cNvCxnSpPr>
            <p:nvPr/>
          </p:nvCxnSpPr>
          <p:spPr>
            <a:xfrm flipV="1">
              <a:off x="1809751" y="2080260"/>
              <a:ext cx="0" cy="846295"/>
            </a:xfrm>
            <a:prstGeom prst="line">
              <a:avLst/>
            </a:prstGeom>
            <a:grpFill/>
            <a:ln>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5" name="Rak koppling 24">
              <a:extLst>
                <a:ext uri="{FF2B5EF4-FFF2-40B4-BE49-F238E27FC236}">
                  <a16:creationId xmlns:a16="http://schemas.microsoft.com/office/drawing/2014/main" id="{B4D2E088-AD86-3BDC-E8B3-14CF91754203}"/>
                </a:ext>
              </a:extLst>
            </p:cNvPr>
            <p:cNvCxnSpPr>
              <a:cxnSpLocks/>
            </p:cNvCxnSpPr>
            <p:nvPr/>
          </p:nvCxnSpPr>
          <p:spPr>
            <a:xfrm flipH="1">
              <a:off x="1213958" y="2375531"/>
              <a:ext cx="881542" cy="0"/>
            </a:xfrm>
            <a:prstGeom prst="line">
              <a:avLst/>
            </a:prstGeom>
            <a:grpFill/>
            <a:ln>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6" name="Rak koppling 25">
              <a:extLst>
                <a:ext uri="{FF2B5EF4-FFF2-40B4-BE49-F238E27FC236}">
                  <a16:creationId xmlns:a16="http://schemas.microsoft.com/office/drawing/2014/main" id="{92AB76C1-3FDD-4558-3443-F34F00F031AE}"/>
                </a:ext>
              </a:extLst>
            </p:cNvPr>
            <p:cNvCxnSpPr>
              <a:cxnSpLocks/>
            </p:cNvCxnSpPr>
            <p:nvPr/>
          </p:nvCxnSpPr>
          <p:spPr>
            <a:xfrm flipH="1">
              <a:off x="1202049" y="2646993"/>
              <a:ext cx="881542" cy="0"/>
            </a:xfrm>
            <a:prstGeom prst="line">
              <a:avLst/>
            </a:prstGeom>
            <a:grpFill/>
            <a:ln>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grpSp>
      <p:grpSp>
        <p:nvGrpSpPr>
          <p:cNvPr id="27" name="Grupp 26">
            <a:extLst>
              <a:ext uri="{FF2B5EF4-FFF2-40B4-BE49-F238E27FC236}">
                <a16:creationId xmlns:a16="http://schemas.microsoft.com/office/drawing/2014/main" id="{ADAEB1C1-C1CB-40E0-A296-94E31FF7508F}"/>
              </a:ext>
            </a:extLst>
          </p:cNvPr>
          <p:cNvGrpSpPr/>
          <p:nvPr/>
        </p:nvGrpSpPr>
        <p:grpSpPr>
          <a:xfrm>
            <a:off x="4825783" y="3213748"/>
            <a:ext cx="893451" cy="846295"/>
            <a:chOff x="1202049" y="2080260"/>
            <a:chExt cx="893451" cy="846295"/>
          </a:xfrm>
          <a:solidFill>
            <a:schemeClr val="bg1"/>
          </a:solidFill>
        </p:grpSpPr>
        <p:sp>
          <p:nvSpPr>
            <p:cNvPr id="28" name="Rektangel 27">
              <a:extLst>
                <a:ext uri="{FF2B5EF4-FFF2-40B4-BE49-F238E27FC236}">
                  <a16:creationId xmlns:a16="http://schemas.microsoft.com/office/drawing/2014/main" id="{97FDCE83-71F8-FE44-D8E7-90CC393B1677}"/>
                </a:ext>
              </a:extLst>
            </p:cNvPr>
            <p:cNvSpPr/>
            <p:nvPr/>
          </p:nvSpPr>
          <p:spPr>
            <a:xfrm>
              <a:off x="1211580" y="2080260"/>
              <a:ext cx="883920" cy="846295"/>
            </a:xfrm>
            <a:prstGeom prst="rect">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cxnSp>
          <p:nvCxnSpPr>
            <p:cNvPr id="29" name="Rak koppling 28">
              <a:extLst>
                <a:ext uri="{FF2B5EF4-FFF2-40B4-BE49-F238E27FC236}">
                  <a16:creationId xmlns:a16="http://schemas.microsoft.com/office/drawing/2014/main" id="{39CC3C79-4EA3-FFBA-6F8E-D5F1260F9686}"/>
                </a:ext>
              </a:extLst>
            </p:cNvPr>
            <p:cNvCxnSpPr>
              <a:cxnSpLocks/>
            </p:cNvCxnSpPr>
            <p:nvPr/>
          </p:nvCxnSpPr>
          <p:spPr>
            <a:xfrm flipV="1">
              <a:off x="1512091" y="2080260"/>
              <a:ext cx="0" cy="846295"/>
            </a:xfrm>
            <a:prstGeom prst="line">
              <a:avLst/>
            </a:prstGeom>
            <a:grpFill/>
            <a:ln>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cxnSp>
          <p:nvCxnSpPr>
            <p:cNvPr id="30" name="Rak koppling 29">
              <a:extLst>
                <a:ext uri="{FF2B5EF4-FFF2-40B4-BE49-F238E27FC236}">
                  <a16:creationId xmlns:a16="http://schemas.microsoft.com/office/drawing/2014/main" id="{92A1691F-5B33-BF44-0485-542B60919BB4}"/>
                </a:ext>
              </a:extLst>
            </p:cNvPr>
            <p:cNvCxnSpPr>
              <a:cxnSpLocks/>
            </p:cNvCxnSpPr>
            <p:nvPr/>
          </p:nvCxnSpPr>
          <p:spPr>
            <a:xfrm flipV="1">
              <a:off x="1809751" y="2080260"/>
              <a:ext cx="0" cy="846295"/>
            </a:xfrm>
            <a:prstGeom prst="line">
              <a:avLst/>
            </a:prstGeom>
            <a:grpFill/>
            <a:ln>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cxnSp>
          <p:nvCxnSpPr>
            <p:cNvPr id="31" name="Rak koppling 30">
              <a:extLst>
                <a:ext uri="{FF2B5EF4-FFF2-40B4-BE49-F238E27FC236}">
                  <a16:creationId xmlns:a16="http://schemas.microsoft.com/office/drawing/2014/main" id="{8933C8BE-F37D-A6C3-B569-81C2263FD2CD}"/>
                </a:ext>
              </a:extLst>
            </p:cNvPr>
            <p:cNvCxnSpPr>
              <a:cxnSpLocks/>
            </p:cNvCxnSpPr>
            <p:nvPr/>
          </p:nvCxnSpPr>
          <p:spPr>
            <a:xfrm flipH="1">
              <a:off x="1213958" y="2375531"/>
              <a:ext cx="881542" cy="0"/>
            </a:xfrm>
            <a:prstGeom prst="line">
              <a:avLst/>
            </a:prstGeom>
            <a:grpFill/>
            <a:ln>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cxnSp>
          <p:nvCxnSpPr>
            <p:cNvPr id="32" name="Rak koppling 31">
              <a:extLst>
                <a:ext uri="{FF2B5EF4-FFF2-40B4-BE49-F238E27FC236}">
                  <a16:creationId xmlns:a16="http://schemas.microsoft.com/office/drawing/2014/main" id="{C35374EF-8343-A67F-6B8A-16FEFDE92DCF}"/>
                </a:ext>
              </a:extLst>
            </p:cNvPr>
            <p:cNvCxnSpPr>
              <a:cxnSpLocks/>
            </p:cNvCxnSpPr>
            <p:nvPr/>
          </p:nvCxnSpPr>
          <p:spPr>
            <a:xfrm flipH="1">
              <a:off x="1202049" y="2646993"/>
              <a:ext cx="881542" cy="0"/>
            </a:xfrm>
            <a:prstGeom prst="line">
              <a:avLst/>
            </a:prstGeom>
            <a:grpFill/>
            <a:ln>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grpSp>
      <p:grpSp>
        <p:nvGrpSpPr>
          <p:cNvPr id="33" name="Grupp 32">
            <a:extLst>
              <a:ext uri="{FF2B5EF4-FFF2-40B4-BE49-F238E27FC236}">
                <a16:creationId xmlns:a16="http://schemas.microsoft.com/office/drawing/2014/main" id="{7D4A0FF3-8E64-DC8C-815C-910FADE9B90A}"/>
              </a:ext>
            </a:extLst>
          </p:cNvPr>
          <p:cNvGrpSpPr/>
          <p:nvPr/>
        </p:nvGrpSpPr>
        <p:grpSpPr>
          <a:xfrm>
            <a:off x="6064452" y="3201208"/>
            <a:ext cx="893451" cy="846295"/>
            <a:chOff x="1202049" y="2080260"/>
            <a:chExt cx="893451" cy="846295"/>
          </a:xfrm>
          <a:solidFill>
            <a:schemeClr val="bg1"/>
          </a:solidFill>
        </p:grpSpPr>
        <p:sp>
          <p:nvSpPr>
            <p:cNvPr id="34" name="Rektangel 33">
              <a:extLst>
                <a:ext uri="{FF2B5EF4-FFF2-40B4-BE49-F238E27FC236}">
                  <a16:creationId xmlns:a16="http://schemas.microsoft.com/office/drawing/2014/main" id="{48C9F6B5-DA06-A7EB-07CA-9D593A14FC06}"/>
                </a:ext>
              </a:extLst>
            </p:cNvPr>
            <p:cNvSpPr/>
            <p:nvPr/>
          </p:nvSpPr>
          <p:spPr>
            <a:xfrm>
              <a:off x="1211580" y="2080260"/>
              <a:ext cx="883920" cy="846295"/>
            </a:xfrm>
            <a:prstGeom prst="rect">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cxnSp>
          <p:nvCxnSpPr>
            <p:cNvPr id="35" name="Rak koppling 34">
              <a:extLst>
                <a:ext uri="{FF2B5EF4-FFF2-40B4-BE49-F238E27FC236}">
                  <a16:creationId xmlns:a16="http://schemas.microsoft.com/office/drawing/2014/main" id="{934A75AE-CEDE-C324-A6F5-40343F1A148A}"/>
                </a:ext>
              </a:extLst>
            </p:cNvPr>
            <p:cNvCxnSpPr>
              <a:cxnSpLocks/>
            </p:cNvCxnSpPr>
            <p:nvPr/>
          </p:nvCxnSpPr>
          <p:spPr>
            <a:xfrm flipV="1">
              <a:off x="1512091" y="2080260"/>
              <a:ext cx="0" cy="846295"/>
            </a:xfrm>
            <a:prstGeom prst="line">
              <a:avLst/>
            </a:prstGeom>
            <a:grpFill/>
            <a:ln>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cxnSp>
          <p:nvCxnSpPr>
            <p:cNvPr id="36" name="Rak koppling 35">
              <a:extLst>
                <a:ext uri="{FF2B5EF4-FFF2-40B4-BE49-F238E27FC236}">
                  <a16:creationId xmlns:a16="http://schemas.microsoft.com/office/drawing/2014/main" id="{761DE098-9672-AF8F-3DF8-5589525018B1}"/>
                </a:ext>
              </a:extLst>
            </p:cNvPr>
            <p:cNvCxnSpPr>
              <a:cxnSpLocks/>
            </p:cNvCxnSpPr>
            <p:nvPr/>
          </p:nvCxnSpPr>
          <p:spPr>
            <a:xfrm flipV="1">
              <a:off x="1809751" y="2080260"/>
              <a:ext cx="0" cy="846295"/>
            </a:xfrm>
            <a:prstGeom prst="line">
              <a:avLst/>
            </a:prstGeom>
            <a:grpFill/>
            <a:ln>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cxnSp>
          <p:nvCxnSpPr>
            <p:cNvPr id="37" name="Rak koppling 36">
              <a:extLst>
                <a:ext uri="{FF2B5EF4-FFF2-40B4-BE49-F238E27FC236}">
                  <a16:creationId xmlns:a16="http://schemas.microsoft.com/office/drawing/2014/main" id="{A3732658-098E-2217-F31D-FB3CB8E3C19D}"/>
                </a:ext>
              </a:extLst>
            </p:cNvPr>
            <p:cNvCxnSpPr>
              <a:cxnSpLocks/>
            </p:cNvCxnSpPr>
            <p:nvPr/>
          </p:nvCxnSpPr>
          <p:spPr>
            <a:xfrm flipH="1">
              <a:off x="1213958" y="2375531"/>
              <a:ext cx="881542" cy="0"/>
            </a:xfrm>
            <a:prstGeom prst="line">
              <a:avLst/>
            </a:prstGeom>
            <a:grpFill/>
            <a:ln>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cxnSp>
          <p:nvCxnSpPr>
            <p:cNvPr id="38" name="Rak koppling 37">
              <a:extLst>
                <a:ext uri="{FF2B5EF4-FFF2-40B4-BE49-F238E27FC236}">
                  <a16:creationId xmlns:a16="http://schemas.microsoft.com/office/drawing/2014/main" id="{6581885D-E0E6-AE4C-0FF2-246D6F7BEAE1}"/>
                </a:ext>
              </a:extLst>
            </p:cNvPr>
            <p:cNvCxnSpPr>
              <a:cxnSpLocks/>
            </p:cNvCxnSpPr>
            <p:nvPr/>
          </p:nvCxnSpPr>
          <p:spPr>
            <a:xfrm flipH="1">
              <a:off x="1202049" y="2646993"/>
              <a:ext cx="881542" cy="0"/>
            </a:xfrm>
            <a:prstGeom prst="line">
              <a:avLst/>
            </a:prstGeom>
            <a:grpFill/>
            <a:ln>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grpSp>
      <p:grpSp>
        <p:nvGrpSpPr>
          <p:cNvPr id="39" name="Grupp 38">
            <a:extLst>
              <a:ext uri="{FF2B5EF4-FFF2-40B4-BE49-F238E27FC236}">
                <a16:creationId xmlns:a16="http://schemas.microsoft.com/office/drawing/2014/main" id="{A1E30918-167B-A722-EBAB-B0C9CBC765BE}"/>
              </a:ext>
            </a:extLst>
          </p:cNvPr>
          <p:cNvGrpSpPr/>
          <p:nvPr/>
        </p:nvGrpSpPr>
        <p:grpSpPr>
          <a:xfrm>
            <a:off x="7227197" y="3213748"/>
            <a:ext cx="893451" cy="846295"/>
            <a:chOff x="1202049" y="2080260"/>
            <a:chExt cx="893451" cy="846295"/>
          </a:xfrm>
          <a:solidFill>
            <a:schemeClr val="bg1"/>
          </a:solidFill>
        </p:grpSpPr>
        <p:sp>
          <p:nvSpPr>
            <p:cNvPr id="40" name="Rektangel 39">
              <a:extLst>
                <a:ext uri="{FF2B5EF4-FFF2-40B4-BE49-F238E27FC236}">
                  <a16:creationId xmlns:a16="http://schemas.microsoft.com/office/drawing/2014/main" id="{364E67D8-6BD4-A0A7-504F-C0A48BAE3694}"/>
                </a:ext>
              </a:extLst>
            </p:cNvPr>
            <p:cNvSpPr/>
            <p:nvPr/>
          </p:nvSpPr>
          <p:spPr>
            <a:xfrm>
              <a:off x="1211580" y="2080260"/>
              <a:ext cx="883920" cy="846295"/>
            </a:xfrm>
            <a:prstGeom prst="rect">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cxnSp>
          <p:nvCxnSpPr>
            <p:cNvPr id="41" name="Rak koppling 40">
              <a:extLst>
                <a:ext uri="{FF2B5EF4-FFF2-40B4-BE49-F238E27FC236}">
                  <a16:creationId xmlns:a16="http://schemas.microsoft.com/office/drawing/2014/main" id="{1C9EA22D-FC1C-3167-97FF-B42370572DBA}"/>
                </a:ext>
              </a:extLst>
            </p:cNvPr>
            <p:cNvCxnSpPr>
              <a:cxnSpLocks/>
            </p:cNvCxnSpPr>
            <p:nvPr/>
          </p:nvCxnSpPr>
          <p:spPr>
            <a:xfrm flipV="1">
              <a:off x="1512091" y="2080260"/>
              <a:ext cx="0" cy="846295"/>
            </a:xfrm>
            <a:prstGeom prst="line">
              <a:avLst/>
            </a:prstGeom>
            <a:grpFill/>
            <a:ln>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cxnSp>
          <p:nvCxnSpPr>
            <p:cNvPr id="42" name="Rak koppling 41">
              <a:extLst>
                <a:ext uri="{FF2B5EF4-FFF2-40B4-BE49-F238E27FC236}">
                  <a16:creationId xmlns:a16="http://schemas.microsoft.com/office/drawing/2014/main" id="{F7E1360B-23F3-F8F4-9137-4476EC438D28}"/>
                </a:ext>
              </a:extLst>
            </p:cNvPr>
            <p:cNvCxnSpPr>
              <a:cxnSpLocks/>
            </p:cNvCxnSpPr>
            <p:nvPr/>
          </p:nvCxnSpPr>
          <p:spPr>
            <a:xfrm flipV="1">
              <a:off x="1809751" y="2080260"/>
              <a:ext cx="0" cy="846295"/>
            </a:xfrm>
            <a:prstGeom prst="line">
              <a:avLst/>
            </a:prstGeom>
            <a:grpFill/>
            <a:ln>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cxnSp>
          <p:nvCxnSpPr>
            <p:cNvPr id="43" name="Rak koppling 42">
              <a:extLst>
                <a:ext uri="{FF2B5EF4-FFF2-40B4-BE49-F238E27FC236}">
                  <a16:creationId xmlns:a16="http://schemas.microsoft.com/office/drawing/2014/main" id="{A84F3AFF-7305-57DA-CD7A-C680EF855543}"/>
                </a:ext>
              </a:extLst>
            </p:cNvPr>
            <p:cNvCxnSpPr>
              <a:cxnSpLocks/>
            </p:cNvCxnSpPr>
            <p:nvPr/>
          </p:nvCxnSpPr>
          <p:spPr>
            <a:xfrm flipH="1">
              <a:off x="1213958" y="2375531"/>
              <a:ext cx="881542" cy="0"/>
            </a:xfrm>
            <a:prstGeom prst="line">
              <a:avLst/>
            </a:prstGeom>
            <a:grpFill/>
            <a:ln>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cxnSp>
          <p:nvCxnSpPr>
            <p:cNvPr id="44" name="Rak koppling 43">
              <a:extLst>
                <a:ext uri="{FF2B5EF4-FFF2-40B4-BE49-F238E27FC236}">
                  <a16:creationId xmlns:a16="http://schemas.microsoft.com/office/drawing/2014/main" id="{E803A9C8-9CEB-13F6-1C0F-C68EB04A4A9E}"/>
                </a:ext>
              </a:extLst>
            </p:cNvPr>
            <p:cNvCxnSpPr>
              <a:cxnSpLocks/>
            </p:cNvCxnSpPr>
            <p:nvPr/>
          </p:nvCxnSpPr>
          <p:spPr>
            <a:xfrm flipH="1">
              <a:off x="1202049" y="2646993"/>
              <a:ext cx="881542" cy="0"/>
            </a:xfrm>
            <a:prstGeom prst="line">
              <a:avLst/>
            </a:prstGeom>
            <a:grpFill/>
            <a:ln>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grpSp>
      <p:grpSp>
        <p:nvGrpSpPr>
          <p:cNvPr id="45" name="Grupp 44">
            <a:extLst>
              <a:ext uri="{FF2B5EF4-FFF2-40B4-BE49-F238E27FC236}">
                <a16:creationId xmlns:a16="http://schemas.microsoft.com/office/drawing/2014/main" id="{A9ECFFB7-6EA7-27B3-5D7D-9891F1EBF32F}"/>
              </a:ext>
            </a:extLst>
          </p:cNvPr>
          <p:cNvGrpSpPr/>
          <p:nvPr/>
        </p:nvGrpSpPr>
        <p:grpSpPr>
          <a:xfrm>
            <a:off x="8425646" y="3213748"/>
            <a:ext cx="893451" cy="846295"/>
            <a:chOff x="1202049" y="2080260"/>
            <a:chExt cx="893451" cy="846295"/>
          </a:xfrm>
          <a:solidFill>
            <a:schemeClr val="bg1"/>
          </a:solidFill>
        </p:grpSpPr>
        <p:sp>
          <p:nvSpPr>
            <p:cNvPr id="46" name="Rektangel 45">
              <a:extLst>
                <a:ext uri="{FF2B5EF4-FFF2-40B4-BE49-F238E27FC236}">
                  <a16:creationId xmlns:a16="http://schemas.microsoft.com/office/drawing/2014/main" id="{AC2B8E8E-C1BC-04E2-E360-6F96EC3B6F23}"/>
                </a:ext>
              </a:extLst>
            </p:cNvPr>
            <p:cNvSpPr/>
            <p:nvPr/>
          </p:nvSpPr>
          <p:spPr>
            <a:xfrm>
              <a:off x="1211580" y="2080260"/>
              <a:ext cx="883920" cy="846295"/>
            </a:xfrm>
            <a:prstGeom prst="rect">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cxnSp>
          <p:nvCxnSpPr>
            <p:cNvPr id="47" name="Rak koppling 46">
              <a:extLst>
                <a:ext uri="{FF2B5EF4-FFF2-40B4-BE49-F238E27FC236}">
                  <a16:creationId xmlns:a16="http://schemas.microsoft.com/office/drawing/2014/main" id="{BFB364D9-63E3-2DBE-6CB5-AD824EB216F4}"/>
                </a:ext>
              </a:extLst>
            </p:cNvPr>
            <p:cNvCxnSpPr>
              <a:cxnSpLocks/>
            </p:cNvCxnSpPr>
            <p:nvPr/>
          </p:nvCxnSpPr>
          <p:spPr>
            <a:xfrm flipV="1">
              <a:off x="1512091" y="2080260"/>
              <a:ext cx="0" cy="846295"/>
            </a:xfrm>
            <a:prstGeom prst="line">
              <a:avLst/>
            </a:prstGeom>
            <a:grpFill/>
            <a:ln>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cxnSp>
          <p:nvCxnSpPr>
            <p:cNvPr id="48" name="Rak koppling 47">
              <a:extLst>
                <a:ext uri="{FF2B5EF4-FFF2-40B4-BE49-F238E27FC236}">
                  <a16:creationId xmlns:a16="http://schemas.microsoft.com/office/drawing/2014/main" id="{7A164F10-3440-2BB3-C34F-D61FCB13F7BF}"/>
                </a:ext>
              </a:extLst>
            </p:cNvPr>
            <p:cNvCxnSpPr>
              <a:cxnSpLocks/>
            </p:cNvCxnSpPr>
            <p:nvPr/>
          </p:nvCxnSpPr>
          <p:spPr>
            <a:xfrm flipV="1">
              <a:off x="1809751" y="2080260"/>
              <a:ext cx="0" cy="846295"/>
            </a:xfrm>
            <a:prstGeom prst="line">
              <a:avLst/>
            </a:prstGeom>
            <a:grpFill/>
            <a:ln>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cxnSp>
          <p:nvCxnSpPr>
            <p:cNvPr id="49" name="Rak koppling 48">
              <a:extLst>
                <a:ext uri="{FF2B5EF4-FFF2-40B4-BE49-F238E27FC236}">
                  <a16:creationId xmlns:a16="http://schemas.microsoft.com/office/drawing/2014/main" id="{926D3C0E-5F76-3D6F-5B00-7BD7BD4D955B}"/>
                </a:ext>
              </a:extLst>
            </p:cNvPr>
            <p:cNvCxnSpPr>
              <a:cxnSpLocks/>
            </p:cNvCxnSpPr>
            <p:nvPr/>
          </p:nvCxnSpPr>
          <p:spPr>
            <a:xfrm flipH="1">
              <a:off x="1213958" y="2375531"/>
              <a:ext cx="881542" cy="0"/>
            </a:xfrm>
            <a:prstGeom prst="line">
              <a:avLst/>
            </a:prstGeom>
            <a:grpFill/>
            <a:ln>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cxnSp>
          <p:nvCxnSpPr>
            <p:cNvPr id="50" name="Rak koppling 49">
              <a:extLst>
                <a:ext uri="{FF2B5EF4-FFF2-40B4-BE49-F238E27FC236}">
                  <a16:creationId xmlns:a16="http://schemas.microsoft.com/office/drawing/2014/main" id="{9C8A910A-DC55-9927-5E91-F7E5A4500659}"/>
                </a:ext>
              </a:extLst>
            </p:cNvPr>
            <p:cNvCxnSpPr>
              <a:cxnSpLocks/>
            </p:cNvCxnSpPr>
            <p:nvPr/>
          </p:nvCxnSpPr>
          <p:spPr>
            <a:xfrm flipH="1">
              <a:off x="1202049" y="2646993"/>
              <a:ext cx="881542" cy="0"/>
            </a:xfrm>
            <a:prstGeom prst="line">
              <a:avLst/>
            </a:prstGeom>
            <a:grpFill/>
            <a:ln>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grpSp>
      <p:grpSp>
        <p:nvGrpSpPr>
          <p:cNvPr id="51" name="Grupp 50">
            <a:extLst>
              <a:ext uri="{FF2B5EF4-FFF2-40B4-BE49-F238E27FC236}">
                <a16:creationId xmlns:a16="http://schemas.microsoft.com/office/drawing/2014/main" id="{CD7F9EBA-2DF8-1BEB-238E-F18A2BEBB219}"/>
              </a:ext>
            </a:extLst>
          </p:cNvPr>
          <p:cNvGrpSpPr/>
          <p:nvPr/>
        </p:nvGrpSpPr>
        <p:grpSpPr>
          <a:xfrm>
            <a:off x="9549338" y="3213748"/>
            <a:ext cx="893451" cy="846295"/>
            <a:chOff x="1202049" y="2080260"/>
            <a:chExt cx="893451" cy="846295"/>
          </a:xfrm>
          <a:solidFill>
            <a:schemeClr val="bg1"/>
          </a:solidFill>
        </p:grpSpPr>
        <p:sp>
          <p:nvSpPr>
            <p:cNvPr id="52" name="Rektangel 51">
              <a:extLst>
                <a:ext uri="{FF2B5EF4-FFF2-40B4-BE49-F238E27FC236}">
                  <a16:creationId xmlns:a16="http://schemas.microsoft.com/office/drawing/2014/main" id="{2DB29B6D-0653-2410-832F-93A3C7C76BFC}"/>
                </a:ext>
              </a:extLst>
            </p:cNvPr>
            <p:cNvSpPr/>
            <p:nvPr/>
          </p:nvSpPr>
          <p:spPr>
            <a:xfrm>
              <a:off x="1211580" y="2080260"/>
              <a:ext cx="883920" cy="846295"/>
            </a:xfrm>
            <a:prstGeom prst="rect">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cxnSp>
          <p:nvCxnSpPr>
            <p:cNvPr id="53" name="Rak koppling 52">
              <a:extLst>
                <a:ext uri="{FF2B5EF4-FFF2-40B4-BE49-F238E27FC236}">
                  <a16:creationId xmlns:a16="http://schemas.microsoft.com/office/drawing/2014/main" id="{C1F4E85D-3875-7FFD-5086-5BB3336DBEE7}"/>
                </a:ext>
              </a:extLst>
            </p:cNvPr>
            <p:cNvCxnSpPr>
              <a:cxnSpLocks/>
            </p:cNvCxnSpPr>
            <p:nvPr/>
          </p:nvCxnSpPr>
          <p:spPr>
            <a:xfrm flipV="1">
              <a:off x="1512091" y="2080260"/>
              <a:ext cx="0" cy="846295"/>
            </a:xfrm>
            <a:prstGeom prst="line">
              <a:avLst/>
            </a:prstGeom>
            <a:grpFill/>
            <a:ln>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cxnSp>
          <p:nvCxnSpPr>
            <p:cNvPr id="54" name="Rak koppling 53">
              <a:extLst>
                <a:ext uri="{FF2B5EF4-FFF2-40B4-BE49-F238E27FC236}">
                  <a16:creationId xmlns:a16="http://schemas.microsoft.com/office/drawing/2014/main" id="{A6C9169F-35EF-DAD9-85AB-2EB7F66B1F65}"/>
                </a:ext>
              </a:extLst>
            </p:cNvPr>
            <p:cNvCxnSpPr>
              <a:cxnSpLocks/>
            </p:cNvCxnSpPr>
            <p:nvPr/>
          </p:nvCxnSpPr>
          <p:spPr>
            <a:xfrm flipV="1">
              <a:off x="1809751" y="2080260"/>
              <a:ext cx="0" cy="846295"/>
            </a:xfrm>
            <a:prstGeom prst="line">
              <a:avLst/>
            </a:prstGeom>
            <a:grpFill/>
            <a:ln>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cxnSp>
          <p:nvCxnSpPr>
            <p:cNvPr id="55" name="Rak koppling 54">
              <a:extLst>
                <a:ext uri="{FF2B5EF4-FFF2-40B4-BE49-F238E27FC236}">
                  <a16:creationId xmlns:a16="http://schemas.microsoft.com/office/drawing/2014/main" id="{E4F9F5E5-51F9-8309-18B5-46E466AE2E7D}"/>
                </a:ext>
              </a:extLst>
            </p:cNvPr>
            <p:cNvCxnSpPr>
              <a:cxnSpLocks/>
            </p:cNvCxnSpPr>
            <p:nvPr/>
          </p:nvCxnSpPr>
          <p:spPr>
            <a:xfrm flipH="1">
              <a:off x="1213958" y="2375531"/>
              <a:ext cx="881542" cy="0"/>
            </a:xfrm>
            <a:prstGeom prst="line">
              <a:avLst/>
            </a:prstGeom>
            <a:grpFill/>
            <a:ln>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cxnSp>
          <p:nvCxnSpPr>
            <p:cNvPr id="56" name="Rak koppling 55">
              <a:extLst>
                <a:ext uri="{FF2B5EF4-FFF2-40B4-BE49-F238E27FC236}">
                  <a16:creationId xmlns:a16="http://schemas.microsoft.com/office/drawing/2014/main" id="{D1D4E09F-3E6A-88EF-602A-4A5FAFCF337B}"/>
                </a:ext>
              </a:extLst>
            </p:cNvPr>
            <p:cNvCxnSpPr>
              <a:cxnSpLocks/>
            </p:cNvCxnSpPr>
            <p:nvPr/>
          </p:nvCxnSpPr>
          <p:spPr>
            <a:xfrm flipH="1">
              <a:off x="1202049" y="2646993"/>
              <a:ext cx="881542" cy="0"/>
            </a:xfrm>
            <a:prstGeom prst="line">
              <a:avLst/>
            </a:prstGeom>
            <a:grpFill/>
            <a:ln>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grpSp>
      <p:grpSp>
        <p:nvGrpSpPr>
          <p:cNvPr id="57" name="Grupp 56">
            <a:extLst>
              <a:ext uri="{FF2B5EF4-FFF2-40B4-BE49-F238E27FC236}">
                <a16:creationId xmlns:a16="http://schemas.microsoft.com/office/drawing/2014/main" id="{817C2C6A-C746-0E8A-1840-6AC3DDB62861}"/>
              </a:ext>
            </a:extLst>
          </p:cNvPr>
          <p:cNvGrpSpPr/>
          <p:nvPr/>
        </p:nvGrpSpPr>
        <p:grpSpPr>
          <a:xfrm>
            <a:off x="10758263" y="3201207"/>
            <a:ext cx="893451" cy="846295"/>
            <a:chOff x="1202049" y="2080260"/>
            <a:chExt cx="893451" cy="846295"/>
          </a:xfrm>
          <a:solidFill>
            <a:schemeClr val="bg1"/>
          </a:solidFill>
        </p:grpSpPr>
        <p:sp>
          <p:nvSpPr>
            <p:cNvPr id="58" name="Rektangel 57">
              <a:extLst>
                <a:ext uri="{FF2B5EF4-FFF2-40B4-BE49-F238E27FC236}">
                  <a16:creationId xmlns:a16="http://schemas.microsoft.com/office/drawing/2014/main" id="{B5639437-BEC6-EDD1-EBEB-9A0FFA770721}"/>
                </a:ext>
              </a:extLst>
            </p:cNvPr>
            <p:cNvSpPr/>
            <p:nvPr/>
          </p:nvSpPr>
          <p:spPr>
            <a:xfrm>
              <a:off x="1211580" y="2080260"/>
              <a:ext cx="883920" cy="846295"/>
            </a:xfrm>
            <a:prstGeom prst="rect">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cxnSp>
          <p:nvCxnSpPr>
            <p:cNvPr id="59" name="Rak koppling 58">
              <a:extLst>
                <a:ext uri="{FF2B5EF4-FFF2-40B4-BE49-F238E27FC236}">
                  <a16:creationId xmlns:a16="http://schemas.microsoft.com/office/drawing/2014/main" id="{0877810A-67D2-4089-E031-F9AD94C21F10}"/>
                </a:ext>
              </a:extLst>
            </p:cNvPr>
            <p:cNvCxnSpPr>
              <a:cxnSpLocks/>
            </p:cNvCxnSpPr>
            <p:nvPr/>
          </p:nvCxnSpPr>
          <p:spPr>
            <a:xfrm flipV="1">
              <a:off x="1512091" y="2080260"/>
              <a:ext cx="0" cy="846295"/>
            </a:xfrm>
            <a:prstGeom prst="line">
              <a:avLst/>
            </a:prstGeom>
            <a:grpFill/>
            <a:ln>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cxnSp>
          <p:nvCxnSpPr>
            <p:cNvPr id="60" name="Rak koppling 59">
              <a:extLst>
                <a:ext uri="{FF2B5EF4-FFF2-40B4-BE49-F238E27FC236}">
                  <a16:creationId xmlns:a16="http://schemas.microsoft.com/office/drawing/2014/main" id="{DF38B2AD-41FD-2044-A165-6AC6C0377F97}"/>
                </a:ext>
              </a:extLst>
            </p:cNvPr>
            <p:cNvCxnSpPr>
              <a:cxnSpLocks/>
            </p:cNvCxnSpPr>
            <p:nvPr/>
          </p:nvCxnSpPr>
          <p:spPr>
            <a:xfrm flipV="1">
              <a:off x="1809751" y="2080260"/>
              <a:ext cx="0" cy="846295"/>
            </a:xfrm>
            <a:prstGeom prst="line">
              <a:avLst/>
            </a:prstGeom>
            <a:grpFill/>
            <a:ln>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cxnSp>
          <p:nvCxnSpPr>
            <p:cNvPr id="61" name="Rak koppling 60">
              <a:extLst>
                <a:ext uri="{FF2B5EF4-FFF2-40B4-BE49-F238E27FC236}">
                  <a16:creationId xmlns:a16="http://schemas.microsoft.com/office/drawing/2014/main" id="{72544518-24C7-626C-A7AC-C81F17894165}"/>
                </a:ext>
              </a:extLst>
            </p:cNvPr>
            <p:cNvCxnSpPr>
              <a:cxnSpLocks/>
            </p:cNvCxnSpPr>
            <p:nvPr/>
          </p:nvCxnSpPr>
          <p:spPr>
            <a:xfrm flipH="1">
              <a:off x="1213958" y="2375531"/>
              <a:ext cx="881542" cy="0"/>
            </a:xfrm>
            <a:prstGeom prst="line">
              <a:avLst/>
            </a:prstGeom>
            <a:grpFill/>
            <a:ln>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cxnSp>
          <p:nvCxnSpPr>
            <p:cNvPr id="62" name="Rak koppling 61">
              <a:extLst>
                <a:ext uri="{FF2B5EF4-FFF2-40B4-BE49-F238E27FC236}">
                  <a16:creationId xmlns:a16="http://schemas.microsoft.com/office/drawing/2014/main" id="{45BE3A86-044A-72B9-87E4-FE44B90E22BE}"/>
                </a:ext>
              </a:extLst>
            </p:cNvPr>
            <p:cNvCxnSpPr>
              <a:cxnSpLocks/>
            </p:cNvCxnSpPr>
            <p:nvPr/>
          </p:nvCxnSpPr>
          <p:spPr>
            <a:xfrm flipH="1">
              <a:off x="1202049" y="2646993"/>
              <a:ext cx="881542" cy="0"/>
            </a:xfrm>
            <a:prstGeom prst="line">
              <a:avLst/>
            </a:prstGeom>
            <a:grpFill/>
            <a:ln>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grpSp>
      <p:cxnSp>
        <p:nvCxnSpPr>
          <p:cNvPr id="63" name="Rak koppling 62">
            <a:extLst>
              <a:ext uri="{FF2B5EF4-FFF2-40B4-BE49-F238E27FC236}">
                <a16:creationId xmlns:a16="http://schemas.microsoft.com/office/drawing/2014/main" id="{D7D79E59-C20B-D4EE-BC99-8D12C74E44CB}"/>
              </a:ext>
            </a:extLst>
          </p:cNvPr>
          <p:cNvCxnSpPr>
            <a:cxnSpLocks/>
            <a:stCxn id="4" idx="2"/>
          </p:cNvCxnSpPr>
          <p:nvPr/>
        </p:nvCxnSpPr>
        <p:spPr>
          <a:xfrm flipH="1">
            <a:off x="1998473" y="1690688"/>
            <a:ext cx="4080275" cy="128739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4" name="Rak koppling 63">
            <a:extLst>
              <a:ext uri="{FF2B5EF4-FFF2-40B4-BE49-F238E27FC236}">
                <a16:creationId xmlns:a16="http://schemas.microsoft.com/office/drawing/2014/main" id="{D3C602AB-96F6-3AB9-DD5C-C1A3116B2E07}"/>
              </a:ext>
            </a:extLst>
          </p:cNvPr>
          <p:cNvCxnSpPr>
            <a:cxnSpLocks/>
            <a:stCxn id="4" idx="2"/>
          </p:cNvCxnSpPr>
          <p:nvPr/>
        </p:nvCxnSpPr>
        <p:spPr>
          <a:xfrm flipH="1">
            <a:off x="3071623" y="1690688"/>
            <a:ext cx="3007125" cy="131079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5" name="Rak koppling 64">
            <a:extLst>
              <a:ext uri="{FF2B5EF4-FFF2-40B4-BE49-F238E27FC236}">
                <a16:creationId xmlns:a16="http://schemas.microsoft.com/office/drawing/2014/main" id="{47F4018E-19D4-74D8-A0CF-4592C3694716}"/>
              </a:ext>
            </a:extLst>
          </p:cNvPr>
          <p:cNvCxnSpPr>
            <a:cxnSpLocks/>
            <a:stCxn id="4" idx="2"/>
          </p:cNvCxnSpPr>
          <p:nvPr/>
        </p:nvCxnSpPr>
        <p:spPr>
          <a:xfrm flipH="1">
            <a:off x="4189223" y="1690688"/>
            <a:ext cx="1889525" cy="132333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6" name="Rak koppling 65">
            <a:extLst>
              <a:ext uri="{FF2B5EF4-FFF2-40B4-BE49-F238E27FC236}">
                <a16:creationId xmlns:a16="http://schemas.microsoft.com/office/drawing/2014/main" id="{B50CAD06-089B-1195-0444-D6BB3518103F}"/>
              </a:ext>
            </a:extLst>
          </p:cNvPr>
          <p:cNvCxnSpPr>
            <a:cxnSpLocks/>
            <a:stCxn id="4" idx="2"/>
          </p:cNvCxnSpPr>
          <p:nvPr/>
        </p:nvCxnSpPr>
        <p:spPr>
          <a:xfrm flipH="1">
            <a:off x="5277274" y="1690688"/>
            <a:ext cx="801474" cy="138522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7" name="Rak koppling 66">
            <a:extLst>
              <a:ext uri="{FF2B5EF4-FFF2-40B4-BE49-F238E27FC236}">
                <a16:creationId xmlns:a16="http://schemas.microsoft.com/office/drawing/2014/main" id="{23F88241-0BE9-E93B-1CB8-51CA175F0D63}"/>
              </a:ext>
            </a:extLst>
          </p:cNvPr>
          <p:cNvCxnSpPr>
            <a:cxnSpLocks/>
            <a:stCxn id="4" idx="2"/>
          </p:cNvCxnSpPr>
          <p:nvPr/>
        </p:nvCxnSpPr>
        <p:spPr>
          <a:xfrm>
            <a:off x="6078748" y="1690688"/>
            <a:ext cx="437195" cy="139780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8" name="Rak koppling 67">
            <a:extLst>
              <a:ext uri="{FF2B5EF4-FFF2-40B4-BE49-F238E27FC236}">
                <a16:creationId xmlns:a16="http://schemas.microsoft.com/office/drawing/2014/main" id="{B67A34D6-847E-4B9F-EFF6-0426103E8225}"/>
              </a:ext>
            </a:extLst>
          </p:cNvPr>
          <p:cNvCxnSpPr>
            <a:cxnSpLocks/>
            <a:stCxn id="4" idx="2"/>
          </p:cNvCxnSpPr>
          <p:nvPr/>
        </p:nvCxnSpPr>
        <p:spPr>
          <a:xfrm>
            <a:off x="6078748" y="1690688"/>
            <a:ext cx="1300812" cy="14341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9" name="Rak koppling 68">
            <a:extLst>
              <a:ext uri="{FF2B5EF4-FFF2-40B4-BE49-F238E27FC236}">
                <a16:creationId xmlns:a16="http://schemas.microsoft.com/office/drawing/2014/main" id="{173C3436-280C-81A8-5E10-E13153D9123A}"/>
              </a:ext>
            </a:extLst>
          </p:cNvPr>
          <p:cNvCxnSpPr>
            <a:cxnSpLocks/>
            <a:stCxn id="4" idx="2"/>
          </p:cNvCxnSpPr>
          <p:nvPr/>
        </p:nvCxnSpPr>
        <p:spPr>
          <a:xfrm>
            <a:off x="6078748" y="1690688"/>
            <a:ext cx="2656940" cy="144066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0" name="Rak koppling 69">
            <a:extLst>
              <a:ext uri="{FF2B5EF4-FFF2-40B4-BE49-F238E27FC236}">
                <a16:creationId xmlns:a16="http://schemas.microsoft.com/office/drawing/2014/main" id="{6D5C35E2-1A2F-AF37-4491-A94C3596D623}"/>
              </a:ext>
            </a:extLst>
          </p:cNvPr>
          <p:cNvCxnSpPr>
            <a:cxnSpLocks/>
            <a:stCxn id="4" idx="2"/>
          </p:cNvCxnSpPr>
          <p:nvPr/>
        </p:nvCxnSpPr>
        <p:spPr>
          <a:xfrm>
            <a:off x="6078748" y="1690688"/>
            <a:ext cx="3780632" cy="14341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1" name="Rak koppling 70">
            <a:extLst>
              <a:ext uri="{FF2B5EF4-FFF2-40B4-BE49-F238E27FC236}">
                <a16:creationId xmlns:a16="http://schemas.microsoft.com/office/drawing/2014/main" id="{701644B8-D46C-1B6A-F142-C25BEAA63146}"/>
              </a:ext>
            </a:extLst>
          </p:cNvPr>
          <p:cNvCxnSpPr>
            <a:cxnSpLocks/>
            <a:stCxn id="4" idx="2"/>
          </p:cNvCxnSpPr>
          <p:nvPr/>
        </p:nvCxnSpPr>
        <p:spPr>
          <a:xfrm>
            <a:off x="6078748" y="1690688"/>
            <a:ext cx="4989557" cy="14341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72" name="Ellips 71">
            <a:extLst>
              <a:ext uri="{FF2B5EF4-FFF2-40B4-BE49-F238E27FC236}">
                <a16:creationId xmlns:a16="http://schemas.microsoft.com/office/drawing/2014/main" id="{55D9842C-B2B0-14D1-EA68-6CFD725910C1}"/>
              </a:ext>
            </a:extLst>
          </p:cNvPr>
          <p:cNvSpPr/>
          <p:nvPr/>
        </p:nvSpPr>
        <p:spPr>
          <a:xfrm>
            <a:off x="1276572" y="3238908"/>
            <a:ext cx="260798" cy="226223"/>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73" name="Ellips 72">
            <a:extLst>
              <a:ext uri="{FF2B5EF4-FFF2-40B4-BE49-F238E27FC236}">
                <a16:creationId xmlns:a16="http://schemas.microsoft.com/office/drawing/2014/main" id="{C4821115-9D8E-7629-75B5-761B07DF8250}"/>
              </a:ext>
            </a:extLst>
          </p:cNvPr>
          <p:cNvSpPr/>
          <p:nvPr/>
        </p:nvSpPr>
        <p:spPr>
          <a:xfrm>
            <a:off x="2745564" y="3238907"/>
            <a:ext cx="260798" cy="226223"/>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74" name="Ellips 73">
            <a:extLst>
              <a:ext uri="{FF2B5EF4-FFF2-40B4-BE49-F238E27FC236}">
                <a16:creationId xmlns:a16="http://schemas.microsoft.com/office/drawing/2014/main" id="{15BC60AC-F5D9-004D-A7B9-17EC1800E3C2}"/>
              </a:ext>
            </a:extLst>
          </p:cNvPr>
          <p:cNvSpPr/>
          <p:nvPr/>
        </p:nvSpPr>
        <p:spPr>
          <a:xfrm>
            <a:off x="4263990" y="3238907"/>
            <a:ext cx="260798" cy="226223"/>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75" name="Ellips 74">
            <a:extLst>
              <a:ext uri="{FF2B5EF4-FFF2-40B4-BE49-F238E27FC236}">
                <a16:creationId xmlns:a16="http://schemas.microsoft.com/office/drawing/2014/main" id="{CF22E862-0FA4-087A-C691-C9D541C3FF7F}"/>
              </a:ext>
            </a:extLst>
          </p:cNvPr>
          <p:cNvSpPr/>
          <p:nvPr/>
        </p:nvSpPr>
        <p:spPr>
          <a:xfrm>
            <a:off x="4847725" y="3531639"/>
            <a:ext cx="260798" cy="226223"/>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76" name="Ellips 75">
            <a:extLst>
              <a:ext uri="{FF2B5EF4-FFF2-40B4-BE49-F238E27FC236}">
                <a16:creationId xmlns:a16="http://schemas.microsoft.com/office/drawing/2014/main" id="{13C609C9-8E0F-457C-00A2-1C07092FF2C9}"/>
              </a:ext>
            </a:extLst>
          </p:cNvPr>
          <p:cNvSpPr/>
          <p:nvPr/>
        </p:nvSpPr>
        <p:spPr>
          <a:xfrm>
            <a:off x="6385544" y="3525100"/>
            <a:ext cx="260798" cy="226223"/>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77" name="Ellips 76">
            <a:extLst>
              <a:ext uri="{FF2B5EF4-FFF2-40B4-BE49-F238E27FC236}">
                <a16:creationId xmlns:a16="http://schemas.microsoft.com/office/drawing/2014/main" id="{2AD3FB0A-004A-C4A2-D978-B1D8A1FE1094}"/>
              </a:ext>
            </a:extLst>
          </p:cNvPr>
          <p:cNvSpPr/>
          <p:nvPr/>
        </p:nvSpPr>
        <p:spPr>
          <a:xfrm>
            <a:off x="7837751" y="3525100"/>
            <a:ext cx="260798" cy="226223"/>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78" name="Ellips 77">
            <a:extLst>
              <a:ext uri="{FF2B5EF4-FFF2-40B4-BE49-F238E27FC236}">
                <a16:creationId xmlns:a16="http://schemas.microsoft.com/office/drawing/2014/main" id="{A2156671-1FAE-44BF-83D0-C51D02E66380}"/>
              </a:ext>
            </a:extLst>
          </p:cNvPr>
          <p:cNvSpPr/>
          <p:nvPr/>
        </p:nvSpPr>
        <p:spPr>
          <a:xfrm>
            <a:off x="8455259" y="3810389"/>
            <a:ext cx="260798" cy="226223"/>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79" name="Ellips 78">
            <a:extLst>
              <a:ext uri="{FF2B5EF4-FFF2-40B4-BE49-F238E27FC236}">
                <a16:creationId xmlns:a16="http://schemas.microsoft.com/office/drawing/2014/main" id="{628EF56D-EB17-BD1E-DD00-193C329952ED}"/>
              </a:ext>
            </a:extLst>
          </p:cNvPr>
          <p:cNvSpPr/>
          <p:nvPr/>
        </p:nvSpPr>
        <p:spPr>
          <a:xfrm>
            <a:off x="9870430" y="3804291"/>
            <a:ext cx="260798" cy="226223"/>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80" name="Ellips 79">
            <a:extLst>
              <a:ext uri="{FF2B5EF4-FFF2-40B4-BE49-F238E27FC236}">
                <a16:creationId xmlns:a16="http://schemas.microsoft.com/office/drawing/2014/main" id="{5818AF7E-A3D8-5B7A-D132-F9780743B065}"/>
              </a:ext>
            </a:extLst>
          </p:cNvPr>
          <p:cNvSpPr/>
          <p:nvPr/>
        </p:nvSpPr>
        <p:spPr>
          <a:xfrm>
            <a:off x="11366391" y="3793558"/>
            <a:ext cx="260798" cy="226223"/>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cxnSp>
        <p:nvCxnSpPr>
          <p:cNvPr id="81" name="Rak koppling 80">
            <a:extLst>
              <a:ext uri="{FF2B5EF4-FFF2-40B4-BE49-F238E27FC236}">
                <a16:creationId xmlns:a16="http://schemas.microsoft.com/office/drawing/2014/main" id="{F3E49419-9DC5-2667-9800-54A45F005D0B}"/>
              </a:ext>
            </a:extLst>
          </p:cNvPr>
          <p:cNvCxnSpPr>
            <a:cxnSpLocks/>
            <a:stCxn id="10" idx="2"/>
          </p:cNvCxnSpPr>
          <p:nvPr/>
        </p:nvCxnSpPr>
        <p:spPr>
          <a:xfrm flipH="1">
            <a:off x="495980" y="4041154"/>
            <a:ext cx="1198486" cy="154690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2" name="Rak koppling 81">
            <a:extLst>
              <a:ext uri="{FF2B5EF4-FFF2-40B4-BE49-F238E27FC236}">
                <a16:creationId xmlns:a16="http://schemas.microsoft.com/office/drawing/2014/main" id="{7210BDD0-798E-900C-A74B-EA3314D2DBE1}"/>
              </a:ext>
            </a:extLst>
          </p:cNvPr>
          <p:cNvCxnSpPr>
            <a:cxnSpLocks/>
            <a:stCxn id="10" idx="2"/>
          </p:cNvCxnSpPr>
          <p:nvPr/>
        </p:nvCxnSpPr>
        <p:spPr>
          <a:xfrm flipH="1">
            <a:off x="1095223" y="4041154"/>
            <a:ext cx="599243" cy="153851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3" name="Rak koppling 82">
            <a:extLst>
              <a:ext uri="{FF2B5EF4-FFF2-40B4-BE49-F238E27FC236}">
                <a16:creationId xmlns:a16="http://schemas.microsoft.com/office/drawing/2014/main" id="{37DF71BA-04C7-260C-2E5D-38B1915456F5}"/>
              </a:ext>
            </a:extLst>
          </p:cNvPr>
          <p:cNvCxnSpPr>
            <a:cxnSpLocks/>
          </p:cNvCxnSpPr>
          <p:nvPr/>
        </p:nvCxnSpPr>
        <p:spPr>
          <a:xfrm>
            <a:off x="1693212" y="4046875"/>
            <a:ext cx="32880" cy="154118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4" name="Rak koppling 83">
            <a:extLst>
              <a:ext uri="{FF2B5EF4-FFF2-40B4-BE49-F238E27FC236}">
                <a16:creationId xmlns:a16="http://schemas.microsoft.com/office/drawing/2014/main" id="{12501495-905B-62AE-8866-36B6156686B1}"/>
              </a:ext>
            </a:extLst>
          </p:cNvPr>
          <p:cNvCxnSpPr>
            <a:cxnSpLocks/>
          </p:cNvCxnSpPr>
          <p:nvPr/>
        </p:nvCxnSpPr>
        <p:spPr>
          <a:xfrm flipH="1">
            <a:off x="1406971" y="4069564"/>
            <a:ext cx="284004" cy="153693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5" name="Rak koppling 84">
            <a:extLst>
              <a:ext uri="{FF2B5EF4-FFF2-40B4-BE49-F238E27FC236}">
                <a16:creationId xmlns:a16="http://schemas.microsoft.com/office/drawing/2014/main" id="{954FCA3A-A004-A78C-E78E-E07E0438238E}"/>
              </a:ext>
            </a:extLst>
          </p:cNvPr>
          <p:cNvCxnSpPr>
            <a:cxnSpLocks/>
            <a:stCxn id="10" idx="2"/>
          </p:cNvCxnSpPr>
          <p:nvPr/>
        </p:nvCxnSpPr>
        <p:spPr>
          <a:xfrm>
            <a:off x="1694466" y="4041154"/>
            <a:ext cx="304007" cy="154690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6" name="Rak koppling 85">
            <a:extLst>
              <a:ext uri="{FF2B5EF4-FFF2-40B4-BE49-F238E27FC236}">
                <a16:creationId xmlns:a16="http://schemas.microsoft.com/office/drawing/2014/main" id="{BC1D7A98-81EF-1F57-3928-2C6AFC5A6760}"/>
              </a:ext>
            </a:extLst>
          </p:cNvPr>
          <p:cNvCxnSpPr>
            <a:cxnSpLocks/>
            <a:stCxn id="10" idx="2"/>
          </p:cNvCxnSpPr>
          <p:nvPr/>
        </p:nvCxnSpPr>
        <p:spPr>
          <a:xfrm>
            <a:off x="1694466" y="4041154"/>
            <a:ext cx="568946" cy="153851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7" name="Rak koppling 86">
            <a:extLst>
              <a:ext uri="{FF2B5EF4-FFF2-40B4-BE49-F238E27FC236}">
                <a16:creationId xmlns:a16="http://schemas.microsoft.com/office/drawing/2014/main" id="{BEAB7231-8A4C-EC47-54B0-0F8984640531}"/>
              </a:ext>
            </a:extLst>
          </p:cNvPr>
          <p:cNvCxnSpPr>
            <a:cxnSpLocks/>
            <a:stCxn id="10" idx="2"/>
          </p:cNvCxnSpPr>
          <p:nvPr/>
        </p:nvCxnSpPr>
        <p:spPr>
          <a:xfrm>
            <a:off x="1694466" y="4041154"/>
            <a:ext cx="773810" cy="153851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8" name="Rak koppling 87">
            <a:extLst>
              <a:ext uri="{FF2B5EF4-FFF2-40B4-BE49-F238E27FC236}">
                <a16:creationId xmlns:a16="http://schemas.microsoft.com/office/drawing/2014/main" id="{883F8038-9689-997B-0FAB-72B79C7B514C}"/>
              </a:ext>
            </a:extLst>
          </p:cNvPr>
          <p:cNvCxnSpPr>
            <a:cxnSpLocks/>
            <a:stCxn id="10" idx="2"/>
          </p:cNvCxnSpPr>
          <p:nvPr/>
        </p:nvCxnSpPr>
        <p:spPr>
          <a:xfrm flipH="1">
            <a:off x="750603" y="4041154"/>
            <a:ext cx="943863" cy="153851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9" name="Rak koppling 88">
            <a:extLst>
              <a:ext uri="{FF2B5EF4-FFF2-40B4-BE49-F238E27FC236}">
                <a16:creationId xmlns:a16="http://schemas.microsoft.com/office/drawing/2014/main" id="{B6C07507-4256-FEF9-8E52-800A3378AEF5}"/>
              </a:ext>
            </a:extLst>
          </p:cNvPr>
          <p:cNvCxnSpPr>
            <a:cxnSpLocks/>
          </p:cNvCxnSpPr>
          <p:nvPr/>
        </p:nvCxnSpPr>
        <p:spPr>
          <a:xfrm flipH="1">
            <a:off x="1661174" y="4027743"/>
            <a:ext cx="1198486" cy="154690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0" name="Rak koppling 89">
            <a:extLst>
              <a:ext uri="{FF2B5EF4-FFF2-40B4-BE49-F238E27FC236}">
                <a16:creationId xmlns:a16="http://schemas.microsoft.com/office/drawing/2014/main" id="{5E1FAA8F-5CFE-CA9B-954E-437451321A12}"/>
              </a:ext>
            </a:extLst>
          </p:cNvPr>
          <p:cNvCxnSpPr>
            <a:cxnSpLocks/>
          </p:cNvCxnSpPr>
          <p:nvPr/>
        </p:nvCxnSpPr>
        <p:spPr>
          <a:xfrm flipH="1">
            <a:off x="2260417" y="4027743"/>
            <a:ext cx="599243" cy="153851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1" name="Rak koppling 90">
            <a:extLst>
              <a:ext uri="{FF2B5EF4-FFF2-40B4-BE49-F238E27FC236}">
                <a16:creationId xmlns:a16="http://schemas.microsoft.com/office/drawing/2014/main" id="{7BA10DAE-5CB9-01C4-9F84-855A632DCB7A}"/>
              </a:ext>
            </a:extLst>
          </p:cNvPr>
          <p:cNvCxnSpPr>
            <a:cxnSpLocks/>
          </p:cNvCxnSpPr>
          <p:nvPr/>
        </p:nvCxnSpPr>
        <p:spPr>
          <a:xfrm>
            <a:off x="2858406" y="4033464"/>
            <a:ext cx="32880" cy="154118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2" name="Rak koppling 91">
            <a:extLst>
              <a:ext uri="{FF2B5EF4-FFF2-40B4-BE49-F238E27FC236}">
                <a16:creationId xmlns:a16="http://schemas.microsoft.com/office/drawing/2014/main" id="{874434A7-3199-CC8D-28EC-D1DC03083A85}"/>
              </a:ext>
            </a:extLst>
          </p:cNvPr>
          <p:cNvCxnSpPr>
            <a:cxnSpLocks/>
          </p:cNvCxnSpPr>
          <p:nvPr/>
        </p:nvCxnSpPr>
        <p:spPr>
          <a:xfrm flipH="1">
            <a:off x="2572165" y="4056153"/>
            <a:ext cx="284004" cy="153693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3" name="Rak koppling 92">
            <a:extLst>
              <a:ext uri="{FF2B5EF4-FFF2-40B4-BE49-F238E27FC236}">
                <a16:creationId xmlns:a16="http://schemas.microsoft.com/office/drawing/2014/main" id="{5D5217B6-7EE5-05E1-42FC-6267A9E51252}"/>
              </a:ext>
            </a:extLst>
          </p:cNvPr>
          <p:cNvCxnSpPr>
            <a:cxnSpLocks/>
          </p:cNvCxnSpPr>
          <p:nvPr/>
        </p:nvCxnSpPr>
        <p:spPr>
          <a:xfrm>
            <a:off x="2859660" y="4027743"/>
            <a:ext cx="304007" cy="154690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4" name="Rak koppling 93">
            <a:extLst>
              <a:ext uri="{FF2B5EF4-FFF2-40B4-BE49-F238E27FC236}">
                <a16:creationId xmlns:a16="http://schemas.microsoft.com/office/drawing/2014/main" id="{B7BB3BD0-8C70-D166-6E00-686DE9B71AE0}"/>
              </a:ext>
            </a:extLst>
          </p:cNvPr>
          <p:cNvCxnSpPr>
            <a:cxnSpLocks/>
          </p:cNvCxnSpPr>
          <p:nvPr/>
        </p:nvCxnSpPr>
        <p:spPr>
          <a:xfrm>
            <a:off x="2859660" y="4027743"/>
            <a:ext cx="568946" cy="153851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5" name="Rak koppling 94">
            <a:extLst>
              <a:ext uri="{FF2B5EF4-FFF2-40B4-BE49-F238E27FC236}">
                <a16:creationId xmlns:a16="http://schemas.microsoft.com/office/drawing/2014/main" id="{D754B453-A863-B341-53CF-7E0688B125C8}"/>
              </a:ext>
            </a:extLst>
          </p:cNvPr>
          <p:cNvCxnSpPr>
            <a:cxnSpLocks/>
          </p:cNvCxnSpPr>
          <p:nvPr/>
        </p:nvCxnSpPr>
        <p:spPr>
          <a:xfrm>
            <a:off x="2859660" y="4027743"/>
            <a:ext cx="773810" cy="153851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6" name="Rak koppling 95">
            <a:extLst>
              <a:ext uri="{FF2B5EF4-FFF2-40B4-BE49-F238E27FC236}">
                <a16:creationId xmlns:a16="http://schemas.microsoft.com/office/drawing/2014/main" id="{A061EA04-E05B-1CF4-962A-834503F43ECC}"/>
              </a:ext>
            </a:extLst>
          </p:cNvPr>
          <p:cNvCxnSpPr>
            <a:cxnSpLocks/>
          </p:cNvCxnSpPr>
          <p:nvPr/>
        </p:nvCxnSpPr>
        <p:spPr>
          <a:xfrm flipH="1">
            <a:off x="1915797" y="4027743"/>
            <a:ext cx="943863" cy="153851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7" name="Rak koppling 96">
            <a:extLst>
              <a:ext uri="{FF2B5EF4-FFF2-40B4-BE49-F238E27FC236}">
                <a16:creationId xmlns:a16="http://schemas.microsoft.com/office/drawing/2014/main" id="{57B45B6A-795D-CCF7-60F2-9FE33784F81F}"/>
              </a:ext>
            </a:extLst>
          </p:cNvPr>
          <p:cNvCxnSpPr>
            <a:cxnSpLocks/>
          </p:cNvCxnSpPr>
          <p:nvPr/>
        </p:nvCxnSpPr>
        <p:spPr>
          <a:xfrm flipH="1">
            <a:off x="2917982" y="4026260"/>
            <a:ext cx="1198486" cy="154690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8" name="Rak koppling 97">
            <a:extLst>
              <a:ext uri="{FF2B5EF4-FFF2-40B4-BE49-F238E27FC236}">
                <a16:creationId xmlns:a16="http://schemas.microsoft.com/office/drawing/2014/main" id="{FB8EA54E-CDF2-B692-771B-54F8DBFE1A06}"/>
              </a:ext>
            </a:extLst>
          </p:cNvPr>
          <p:cNvCxnSpPr>
            <a:cxnSpLocks/>
          </p:cNvCxnSpPr>
          <p:nvPr/>
        </p:nvCxnSpPr>
        <p:spPr>
          <a:xfrm flipH="1">
            <a:off x="3517225" y="4026260"/>
            <a:ext cx="599243" cy="153851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9" name="Rak koppling 98">
            <a:extLst>
              <a:ext uri="{FF2B5EF4-FFF2-40B4-BE49-F238E27FC236}">
                <a16:creationId xmlns:a16="http://schemas.microsoft.com/office/drawing/2014/main" id="{965B5FB5-9893-4FBE-D41C-324319A37CF6}"/>
              </a:ext>
            </a:extLst>
          </p:cNvPr>
          <p:cNvCxnSpPr>
            <a:cxnSpLocks/>
          </p:cNvCxnSpPr>
          <p:nvPr/>
        </p:nvCxnSpPr>
        <p:spPr>
          <a:xfrm>
            <a:off x="4115214" y="4031981"/>
            <a:ext cx="32880" cy="154118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0" name="Rak koppling 99">
            <a:extLst>
              <a:ext uri="{FF2B5EF4-FFF2-40B4-BE49-F238E27FC236}">
                <a16:creationId xmlns:a16="http://schemas.microsoft.com/office/drawing/2014/main" id="{0510B15E-3B77-287C-13B5-AEBC453732D9}"/>
              </a:ext>
            </a:extLst>
          </p:cNvPr>
          <p:cNvCxnSpPr>
            <a:cxnSpLocks/>
          </p:cNvCxnSpPr>
          <p:nvPr/>
        </p:nvCxnSpPr>
        <p:spPr>
          <a:xfrm flipH="1">
            <a:off x="3828973" y="4054670"/>
            <a:ext cx="284004" cy="153693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1" name="Rak koppling 100">
            <a:extLst>
              <a:ext uri="{FF2B5EF4-FFF2-40B4-BE49-F238E27FC236}">
                <a16:creationId xmlns:a16="http://schemas.microsoft.com/office/drawing/2014/main" id="{651A952C-5CC8-6077-F533-E5E8D6068F7C}"/>
              </a:ext>
            </a:extLst>
          </p:cNvPr>
          <p:cNvCxnSpPr>
            <a:cxnSpLocks/>
          </p:cNvCxnSpPr>
          <p:nvPr/>
        </p:nvCxnSpPr>
        <p:spPr>
          <a:xfrm>
            <a:off x="4116468" y="4026260"/>
            <a:ext cx="304007" cy="154690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2" name="Rak koppling 101">
            <a:extLst>
              <a:ext uri="{FF2B5EF4-FFF2-40B4-BE49-F238E27FC236}">
                <a16:creationId xmlns:a16="http://schemas.microsoft.com/office/drawing/2014/main" id="{E78EEFE3-72CD-3AFA-39D1-DA0C4D9AFBBC}"/>
              </a:ext>
            </a:extLst>
          </p:cNvPr>
          <p:cNvCxnSpPr>
            <a:cxnSpLocks/>
          </p:cNvCxnSpPr>
          <p:nvPr/>
        </p:nvCxnSpPr>
        <p:spPr>
          <a:xfrm>
            <a:off x="4116468" y="4026260"/>
            <a:ext cx="568946" cy="153851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3" name="Rak koppling 102">
            <a:extLst>
              <a:ext uri="{FF2B5EF4-FFF2-40B4-BE49-F238E27FC236}">
                <a16:creationId xmlns:a16="http://schemas.microsoft.com/office/drawing/2014/main" id="{1C873226-6DE6-CBC9-933E-E6DE3AA2B7B1}"/>
              </a:ext>
            </a:extLst>
          </p:cNvPr>
          <p:cNvCxnSpPr>
            <a:cxnSpLocks/>
          </p:cNvCxnSpPr>
          <p:nvPr/>
        </p:nvCxnSpPr>
        <p:spPr>
          <a:xfrm>
            <a:off x="4116468" y="4026260"/>
            <a:ext cx="773810" cy="153851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4" name="Rak koppling 103">
            <a:extLst>
              <a:ext uri="{FF2B5EF4-FFF2-40B4-BE49-F238E27FC236}">
                <a16:creationId xmlns:a16="http://schemas.microsoft.com/office/drawing/2014/main" id="{AF0AB3B7-56B1-F76D-64B2-543DB334AD23}"/>
              </a:ext>
            </a:extLst>
          </p:cNvPr>
          <p:cNvCxnSpPr>
            <a:cxnSpLocks/>
          </p:cNvCxnSpPr>
          <p:nvPr/>
        </p:nvCxnSpPr>
        <p:spPr>
          <a:xfrm flipH="1">
            <a:off x="3172605" y="4026260"/>
            <a:ext cx="943863" cy="153851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5" name="Rak koppling 104">
            <a:extLst>
              <a:ext uri="{FF2B5EF4-FFF2-40B4-BE49-F238E27FC236}">
                <a16:creationId xmlns:a16="http://schemas.microsoft.com/office/drawing/2014/main" id="{A2F771C7-16A6-D1DB-9057-B441961A8A5D}"/>
              </a:ext>
            </a:extLst>
          </p:cNvPr>
          <p:cNvCxnSpPr>
            <a:cxnSpLocks/>
          </p:cNvCxnSpPr>
          <p:nvPr/>
        </p:nvCxnSpPr>
        <p:spPr>
          <a:xfrm flipH="1">
            <a:off x="4107550" y="4048251"/>
            <a:ext cx="1198486" cy="154690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6" name="Rak koppling 105">
            <a:extLst>
              <a:ext uri="{FF2B5EF4-FFF2-40B4-BE49-F238E27FC236}">
                <a16:creationId xmlns:a16="http://schemas.microsoft.com/office/drawing/2014/main" id="{03AEF0CB-0EDB-ABD5-0192-8EC6CD69773C}"/>
              </a:ext>
            </a:extLst>
          </p:cNvPr>
          <p:cNvCxnSpPr>
            <a:cxnSpLocks/>
          </p:cNvCxnSpPr>
          <p:nvPr/>
        </p:nvCxnSpPr>
        <p:spPr>
          <a:xfrm flipH="1">
            <a:off x="4706793" y="4048251"/>
            <a:ext cx="599243" cy="153851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7" name="Rak koppling 106">
            <a:extLst>
              <a:ext uri="{FF2B5EF4-FFF2-40B4-BE49-F238E27FC236}">
                <a16:creationId xmlns:a16="http://schemas.microsoft.com/office/drawing/2014/main" id="{9847E52A-F53B-2537-9846-972FEFEC6735}"/>
              </a:ext>
            </a:extLst>
          </p:cNvPr>
          <p:cNvCxnSpPr>
            <a:cxnSpLocks/>
          </p:cNvCxnSpPr>
          <p:nvPr/>
        </p:nvCxnSpPr>
        <p:spPr>
          <a:xfrm>
            <a:off x="5304782" y="4053972"/>
            <a:ext cx="32880" cy="154118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8" name="Rak koppling 107">
            <a:extLst>
              <a:ext uri="{FF2B5EF4-FFF2-40B4-BE49-F238E27FC236}">
                <a16:creationId xmlns:a16="http://schemas.microsoft.com/office/drawing/2014/main" id="{AC0CC41F-1DDB-739E-A3DB-FA9616EE97EC}"/>
              </a:ext>
            </a:extLst>
          </p:cNvPr>
          <p:cNvCxnSpPr>
            <a:cxnSpLocks/>
          </p:cNvCxnSpPr>
          <p:nvPr/>
        </p:nvCxnSpPr>
        <p:spPr>
          <a:xfrm flipH="1">
            <a:off x="5018541" y="4076661"/>
            <a:ext cx="284004" cy="153693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9" name="Rak koppling 108">
            <a:extLst>
              <a:ext uri="{FF2B5EF4-FFF2-40B4-BE49-F238E27FC236}">
                <a16:creationId xmlns:a16="http://schemas.microsoft.com/office/drawing/2014/main" id="{75FEAFA4-2FF4-FBAE-E1FE-57376A260FD0}"/>
              </a:ext>
            </a:extLst>
          </p:cNvPr>
          <p:cNvCxnSpPr>
            <a:cxnSpLocks/>
          </p:cNvCxnSpPr>
          <p:nvPr/>
        </p:nvCxnSpPr>
        <p:spPr>
          <a:xfrm>
            <a:off x="5306036" y="4048251"/>
            <a:ext cx="304007" cy="154690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0" name="Rak koppling 109">
            <a:extLst>
              <a:ext uri="{FF2B5EF4-FFF2-40B4-BE49-F238E27FC236}">
                <a16:creationId xmlns:a16="http://schemas.microsoft.com/office/drawing/2014/main" id="{8E8945C5-A366-E332-ED18-DB62816F57D2}"/>
              </a:ext>
            </a:extLst>
          </p:cNvPr>
          <p:cNvCxnSpPr>
            <a:cxnSpLocks/>
          </p:cNvCxnSpPr>
          <p:nvPr/>
        </p:nvCxnSpPr>
        <p:spPr>
          <a:xfrm>
            <a:off x="5306036" y="4048251"/>
            <a:ext cx="568946" cy="153851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1" name="Rak koppling 110">
            <a:extLst>
              <a:ext uri="{FF2B5EF4-FFF2-40B4-BE49-F238E27FC236}">
                <a16:creationId xmlns:a16="http://schemas.microsoft.com/office/drawing/2014/main" id="{B650495A-4ADE-3A4B-3192-BA118FC4710E}"/>
              </a:ext>
            </a:extLst>
          </p:cNvPr>
          <p:cNvCxnSpPr>
            <a:cxnSpLocks/>
          </p:cNvCxnSpPr>
          <p:nvPr/>
        </p:nvCxnSpPr>
        <p:spPr>
          <a:xfrm>
            <a:off x="5306036" y="4048251"/>
            <a:ext cx="773810" cy="153851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2" name="Rak koppling 111">
            <a:extLst>
              <a:ext uri="{FF2B5EF4-FFF2-40B4-BE49-F238E27FC236}">
                <a16:creationId xmlns:a16="http://schemas.microsoft.com/office/drawing/2014/main" id="{07093CA4-EF61-1ED2-8419-8280A4A8BEEB}"/>
              </a:ext>
            </a:extLst>
          </p:cNvPr>
          <p:cNvCxnSpPr>
            <a:cxnSpLocks/>
            <a:endCxn id="154" idx="0"/>
          </p:cNvCxnSpPr>
          <p:nvPr/>
        </p:nvCxnSpPr>
        <p:spPr>
          <a:xfrm flipH="1">
            <a:off x="4448318" y="4048251"/>
            <a:ext cx="857718" cy="168246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3" name="Rak koppling 112">
            <a:extLst>
              <a:ext uri="{FF2B5EF4-FFF2-40B4-BE49-F238E27FC236}">
                <a16:creationId xmlns:a16="http://schemas.microsoft.com/office/drawing/2014/main" id="{19C647D0-7497-1875-E628-9CFF870CCDC7}"/>
              </a:ext>
            </a:extLst>
          </p:cNvPr>
          <p:cNvCxnSpPr>
            <a:cxnSpLocks/>
          </p:cNvCxnSpPr>
          <p:nvPr/>
        </p:nvCxnSpPr>
        <p:spPr>
          <a:xfrm flipH="1">
            <a:off x="5327513" y="4041154"/>
            <a:ext cx="1198486" cy="154690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4" name="Rak koppling 113">
            <a:extLst>
              <a:ext uri="{FF2B5EF4-FFF2-40B4-BE49-F238E27FC236}">
                <a16:creationId xmlns:a16="http://schemas.microsoft.com/office/drawing/2014/main" id="{98A4BE71-AE99-B22B-172C-85A6871882CB}"/>
              </a:ext>
            </a:extLst>
          </p:cNvPr>
          <p:cNvCxnSpPr>
            <a:cxnSpLocks/>
          </p:cNvCxnSpPr>
          <p:nvPr/>
        </p:nvCxnSpPr>
        <p:spPr>
          <a:xfrm flipH="1">
            <a:off x="5926756" y="4041154"/>
            <a:ext cx="599243" cy="153851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5" name="Rak koppling 114">
            <a:extLst>
              <a:ext uri="{FF2B5EF4-FFF2-40B4-BE49-F238E27FC236}">
                <a16:creationId xmlns:a16="http://schemas.microsoft.com/office/drawing/2014/main" id="{0A18C368-F4BA-7FF8-A223-F05E53777484}"/>
              </a:ext>
            </a:extLst>
          </p:cNvPr>
          <p:cNvCxnSpPr>
            <a:cxnSpLocks/>
          </p:cNvCxnSpPr>
          <p:nvPr/>
        </p:nvCxnSpPr>
        <p:spPr>
          <a:xfrm>
            <a:off x="6524745" y="4046875"/>
            <a:ext cx="32880" cy="154118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6" name="Rak koppling 115">
            <a:extLst>
              <a:ext uri="{FF2B5EF4-FFF2-40B4-BE49-F238E27FC236}">
                <a16:creationId xmlns:a16="http://schemas.microsoft.com/office/drawing/2014/main" id="{56C8ABE4-CE6A-3DAF-ACBF-01FE7F732C6A}"/>
              </a:ext>
            </a:extLst>
          </p:cNvPr>
          <p:cNvCxnSpPr>
            <a:cxnSpLocks/>
          </p:cNvCxnSpPr>
          <p:nvPr/>
        </p:nvCxnSpPr>
        <p:spPr>
          <a:xfrm flipH="1">
            <a:off x="6238504" y="4069564"/>
            <a:ext cx="284004" cy="153693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7" name="Rak koppling 116">
            <a:extLst>
              <a:ext uri="{FF2B5EF4-FFF2-40B4-BE49-F238E27FC236}">
                <a16:creationId xmlns:a16="http://schemas.microsoft.com/office/drawing/2014/main" id="{60F9D3A0-F3EE-10BB-0DE4-5289F997E94B}"/>
              </a:ext>
            </a:extLst>
          </p:cNvPr>
          <p:cNvCxnSpPr>
            <a:cxnSpLocks/>
          </p:cNvCxnSpPr>
          <p:nvPr/>
        </p:nvCxnSpPr>
        <p:spPr>
          <a:xfrm>
            <a:off x="6525999" y="4041154"/>
            <a:ext cx="304007" cy="154690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8" name="Rak koppling 117">
            <a:extLst>
              <a:ext uri="{FF2B5EF4-FFF2-40B4-BE49-F238E27FC236}">
                <a16:creationId xmlns:a16="http://schemas.microsoft.com/office/drawing/2014/main" id="{17BAA4C4-9976-9EA5-5D10-01B2A65426D5}"/>
              </a:ext>
            </a:extLst>
          </p:cNvPr>
          <p:cNvCxnSpPr>
            <a:cxnSpLocks/>
          </p:cNvCxnSpPr>
          <p:nvPr/>
        </p:nvCxnSpPr>
        <p:spPr>
          <a:xfrm>
            <a:off x="6525999" y="4041154"/>
            <a:ext cx="568946" cy="153851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9" name="Rak koppling 118">
            <a:extLst>
              <a:ext uri="{FF2B5EF4-FFF2-40B4-BE49-F238E27FC236}">
                <a16:creationId xmlns:a16="http://schemas.microsoft.com/office/drawing/2014/main" id="{1B68528A-4C9A-38F4-EF41-66C29B431AAA}"/>
              </a:ext>
            </a:extLst>
          </p:cNvPr>
          <p:cNvCxnSpPr>
            <a:cxnSpLocks/>
          </p:cNvCxnSpPr>
          <p:nvPr/>
        </p:nvCxnSpPr>
        <p:spPr>
          <a:xfrm>
            <a:off x="6525999" y="4041154"/>
            <a:ext cx="773810" cy="153851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0" name="Rak koppling 119">
            <a:extLst>
              <a:ext uri="{FF2B5EF4-FFF2-40B4-BE49-F238E27FC236}">
                <a16:creationId xmlns:a16="http://schemas.microsoft.com/office/drawing/2014/main" id="{D2A659E6-E5C1-4E94-C554-861271494308}"/>
              </a:ext>
            </a:extLst>
          </p:cNvPr>
          <p:cNvCxnSpPr>
            <a:cxnSpLocks/>
          </p:cNvCxnSpPr>
          <p:nvPr/>
        </p:nvCxnSpPr>
        <p:spPr>
          <a:xfrm flipH="1">
            <a:off x="5582136" y="4041154"/>
            <a:ext cx="943863" cy="153851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1" name="Rak koppling 120">
            <a:extLst>
              <a:ext uri="{FF2B5EF4-FFF2-40B4-BE49-F238E27FC236}">
                <a16:creationId xmlns:a16="http://schemas.microsoft.com/office/drawing/2014/main" id="{27764B33-BF39-E175-2E42-C0DEF035DE1E}"/>
              </a:ext>
            </a:extLst>
          </p:cNvPr>
          <p:cNvCxnSpPr>
            <a:cxnSpLocks/>
          </p:cNvCxnSpPr>
          <p:nvPr/>
        </p:nvCxnSpPr>
        <p:spPr>
          <a:xfrm flipH="1">
            <a:off x="6481717" y="4059671"/>
            <a:ext cx="1198486" cy="154690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2" name="Rak koppling 121">
            <a:extLst>
              <a:ext uri="{FF2B5EF4-FFF2-40B4-BE49-F238E27FC236}">
                <a16:creationId xmlns:a16="http://schemas.microsoft.com/office/drawing/2014/main" id="{3113617C-2EF0-57A7-9A9F-ED1AC2AEE9E0}"/>
              </a:ext>
            </a:extLst>
          </p:cNvPr>
          <p:cNvCxnSpPr>
            <a:cxnSpLocks/>
          </p:cNvCxnSpPr>
          <p:nvPr/>
        </p:nvCxnSpPr>
        <p:spPr>
          <a:xfrm flipH="1">
            <a:off x="7080960" y="4059671"/>
            <a:ext cx="599243" cy="153851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3" name="Rak koppling 122">
            <a:extLst>
              <a:ext uri="{FF2B5EF4-FFF2-40B4-BE49-F238E27FC236}">
                <a16:creationId xmlns:a16="http://schemas.microsoft.com/office/drawing/2014/main" id="{5F674EF3-EF4C-6C30-D7E9-033C2C0098E4}"/>
              </a:ext>
            </a:extLst>
          </p:cNvPr>
          <p:cNvCxnSpPr>
            <a:cxnSpLocks/>
          </p:cNvCxnSpPr>
          <p:nvPr/>
        </p:nvCxnSpPr>
        <p:spPr>
          <a:xfrm>
            <a:off x="7678949" y="4065392"/>
            <a:ext cx="32880" cy="154118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4" name="Rak koppling 123">
            <a:extLst>
              <a:ext uri="{FF2B5EF4-FFF2-40B4-BE49-F238E27FC236}">
                <a16:creationId xmlns:a16="http://schemas.microsoft.com/office/drawing/2014/main" id="{2248A8E8-0DD7-3856-14FD-D0040225C238}"/>
              </a:ext>
            </a:extLst>
          </p:cNvPr>
          <p:cNvCxnSpPr>
            <a:cxnSpLocks/>
          </p:cNvCxnSpPr>
          <p:nvPr/>
        </p:nvCxnSpPr>
        <p:spPr>
          <a:xfrm flipH="1">
            <a:off x="7392708" y="4088081"/>
            <a:ext cx="284004" cy="153693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5" name="Rak koppling 124">
            <a:extLst>
              <a:ext uri="{FF2B5EF4-FFF2-40B4-BE49-F238E27FC236}">
                <a16:creationId xmlns:a16="http://schemas.microsoft.com/office/drawing/2014/main" id="{4DBCE55A-0094-8976-E960-D86530FB5807}"/>
              </a:ext>
            </a:extLst>
          </p:cNvPr>
          <p:cNvCxnSpPr>
            <a:cxnSpLocks/>
          </p:cNvCxnSpPr>
          <p:nvPr/>
        </p:nvCxnSpPr>
        <p:spPr>
          <a:xfrm>
            <a:off x="7680203" y="4059671"/>
            <a:ext cx="304007" cy="154690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6" name="Rak koppling 125">
            <a:extLst>
              <a:ext uri="{FF2B5EF4-FFF2-40B4-BE49-F238E27FC236}">
                <a16:creationId xmlns:a16="http://schemas.microsoft.com/office/drawing/2014/main" id="{F66E1A8B-5ABE-1648-1EDE-39F099043C31}"/>
              </a:ext>
            </a:extLst>
          </p:cNvPr>
          <p:cNvCxnSpPr>
            <a:cxnSpLocks/>
          </p:cNvCxnSpPr>
          <p:nvPr/>
        </p:nvCxnSpPr>
        <p:spPr>
          <a:xfrm>
            <a:off x="7680203" y="4059671"/>
            <a:ext cx="568946" cy="153851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7" name="Rak koppling 126">
            <a:extLst>
              <a:ext uri="{FF2B5EF4-FFF2-40B4-BE49-F238E27FC236}">
                <a16:creationId xmlns:a16="http://schemas.microsoft.com/office/drawing/2014/main" id="{57293994-FF4E-1A52-6342-A2DB0F6EB624}"/>
              </a:ext>
            </a:extLst>
          </p:cNvPr>
          <p:cNvCxnSpPr>
            <a:cxnSpLocks/>
          </p:cNvCxnSpPr>
          <p:nvPr/>
        </p:nvCxnSpPr>
        <p:spPr>
          <a:xfrm>
            <a:off x="7680203" y="4059671"/>
            <a:ext cx="773810" cy="153851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8" name="Rak koppling 127">
            <a:extLst>
              <a:ext uri="{FF2B5EF4-FFF2-40B4-BE49-F238E27FC236}">
                <a16:creationId xmlns:a16="http://schemas.microsoft.com/office/drawing/2014/main" id="{3B0ED9F7-388D-2284-FE6B-AAB6EC58C830}"/>
              </a:ext>
            </a:extLst>
          </p:cNvPr>
          <p:cNvCxnSpPr>
            <a:cxnSpLocks/>
          </p:cNvCxnSpPr>
          <p:nvPr/>
        </p:nvCxnSpPr>
        <p:spPr>
          <a:xfrm flipH="1">
            <a:off x="6736340" y="4059671"/>
            <a:ext cx="943863" cy="153851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9" name="Rak koppling 128">
            <a:extLst>
              <a:ext uri="{FF2B5EF4-FFF2-40B4-BE49-F238E27FC236}">
                <a16:creationId xmlns:a16="http://schemas.microsoft.com/office/drawing/2014/main" id="{6DC3C170-B990-3EC3-A456-02823FA12EB2}"/>
              </a:ext>
            </a:extLst>
          </p:cNvPr>
          <p:cNvCxnSpPr>
            <a:cxnSpLocks/>
          </p:cNvCxnSpPr>
          <p:nvPr/>
        </p:nvCxnSpPr>
        <p:spPr>
          <a:xfrm flipH="1">
            <a:off x="7697352" y="4064297"/>
            <a:ext cx="1198486" cy="154690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0" name="Rak koppling 129">
            <a:extLst>
              <a:ext uri="{FF2B5EF4-FFF2-40B4-BE49-F238E27FC236}">
                <a16:creationId xmlns:a16="http://schemas.microsoft.com/office/drawing/2014/main" id="{788D7BAF-E367-A998-8C3B-2838982A8B44}"/>
              </a:ext>
            </a:extLst>
          </p:cNvPr>
          <p:cNvCxnSpPr>
            <a:cxnSpLocks/>
          </p:cNvCxnSpPr>
          <p:nvPr/>
        </p:nvCxnSpPr>
        <p:spPr>
          <a:xfrm flipH="1">
            <a:off x="8296595" y="4064297"/>
            <a:ext cx="599243" cy="153851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1" name="Rak koppling 130">
            <a:extLst>
              <a:ext uri="{FF2B5EF4-FFF2-40B4-BE49-F238E27FC236}">
                <a16:creationId xmlns:a16="http://schemas.microsoft.com/office/drawing/2014/main" id="{C4213E5D-7A85-C01A-8786-432228EB316D}"/>
              </a:ext>
            </a:extLst>
          </p:cNvPr>
          <p:cNvCxnSpPr>
            <a:cxnSpLocks/>
          </p:cNvCxnSpPr>
          <p:nvPr/>
        </p:nvCxnSpPr>
        <p:spPr>
          <a:xfrm>
            <a:off x="8894584" y="4070018"/>
            <a:ext cx="32880" cy="154118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2" name="Rak koppling 131">
            <a:extLst>
              <a:ext uri="{FF2B5EF4-FFF2-40B4-BE49-F238E27FC236}">
                <a16:creationId xmlns:a16="http://schemas.microsoft.com/office/drawing/2014/main" id="{BBC0FF8C-4445-1F00-5B99-0D98DA4A0285}"/>
              </a:ext>
            </a:extLst>
          </p:cNvPr>
          <p:cNvCxnSpPr>
            <a:cxnSpLocks/>
          </p:cNvCxnSpPr>
          <p:nvPr/>
        </p:nvCxnSpPr>
        <p:spPr>
          <a:xfrm flipH="1">
            <a:off x="8608343" y="4092707"/>
            <a:ext cx="284004" cy="153693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3" name="Rak koppling 132">
            <a:extLst>
              <a:ext uri="{FF2B5EF4-FFF2-40B4-BE49-F238E27FC236}">
                <a16:creationId xmlns:a16="http://schemas.microsoft.com/office/drawing/2014/main" id="{2127A4BB-BDD3-B43C-1B68-9C505F60C14F}"/>
              </a:ext>
            </a:extLst>
          </p:cNvPr>
          <p:cNvCxnSpPr>
            <a:cxnSpLocks/>
          </p:cNvCxnSpPr>
          <p:nvPr/>
        </p:nvCxnSpPr>
        <p:spPr>
          <a:xfrm>
            <a:off x="8895838" y="4064297"/>
            <a:ext cx="304007" cy="154690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4" name="Rak koppling 133">
            <a:extLst>
              <a:ext uri="{FF2B5EF4-FFF2-40B4-BE49-F238E27FC236}">
                <a16:creationId xmlns:a16="http://schemas.microsoft.com/office/drawing/2014/main" id="{1E188466-B320-C290-4F1D-68E8017D73BE}"/>
              </a:ext>
            </a:extLst>
          </p:cNvPr>
          <p:cNvCxnSpPr>
            <a:cxnSpLocks/>
          </p:cNvCxnSpPr>
          <p:nvPr/>
        </p:nvCxnSpPr>
        <p:spPr>
          <a:xfrm>
            <a:off x="8895838" y="4064297"/>
            <a:ext cx="568946" cy="153851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5" name="Rak koppling 134">
            <a:extLst>
              <a:ext uri="{FF2B5EF4-FFF2-40B4-BE49-F238E27FC236}">
                <a16:creationId xmlns:a16="http://schemas.microsoft.com/office/drawing/2014/main" id="{B4045CD6-BAAE-3281-5F20-49BCE208DA00}"/>
              </a:ext>
            </a:extLst>
          </p:cNvPr>
          <p:cNvCxnSpPr>
            <a:cxnSpLocks/>
          </p:cNvCxnSpPr>
          <p:nvPr/>
        </p:nvCxnSpPr>
        <p:spPr>
          <a:xfrm>
            <a:off x="8895838" y="4064297"/>
            <a:ext cx="773810" cy="153851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6" name="Rak koppling 135">
            <a:extLst>
              <a:ext uri="{FF2B5EF4-FFF2-40B4-BE49-F238E27FC236}">
                <a16:creationId xmlns:a16="http://schemas.microsoft.com/office/drawing/2014/main" id="{527C4EA2-A808-D96D-B4E6-1304973A7554}"/>
              </a:ext>
            </a:extLst>
          </p:cNvPr>
          <p:cNvCxnSpPr>
            <a:cxnSpLocks/>
          </p:cNvCxnSpPr>
          <p:nvPr/>
        </p:nvCxnSpPr>
        <p:spPr>
          <a:xfrm flipH="1">
            <a:off x="7951975" y="4064297"/>
            <a:ext cx="943863" cy="153851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7" name="Rak koppling 136">
            <a:extLst>
              <a:ext uri="{FF2B5EF4-FFF2-40B4-BE49-F238E27FC236}">
                <a16:creationId xmlns:a16="http://schemas.microsoft.com/office/drawing/2014/main" id="{68DA8943-9CDD-665F-DC00-26E255886B72}"/>
              </a:ext>
            </a:extLst>
          </p:cNvPr>
          <p:cNvCxnSpPr>
            <a:cxnSpLocks/>
          </p:cNvCxnSpPr>
          <p:nvPr/>
        </p:nvCxnSpPr>
        <p:spPr>
          <a:xfrm flipH="1">
            <a:off x="8810454" y="4086986"/>
            <a:ext cx="1198486" cy="154690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8" name="Rak koppling 137">
            <a:extLst>
              <a:ext uri="{FF2B5EF4-FFF2-40B4-BE49-F238E27FC236}">
                <a16:creationId xmlns:a16="http://schemas.microsoft.com/office/drawing/2014/main" id="{C0F80A04-ABC4-82F4-00CB-6AFAC1AFAA8A}"/>
              </a:ext>
            </a:extLst>
          </p:cNvPr>
          <p:cNvCxnSpPr>
            <a:cxnSpLocks/>
          </p:cNvCxnSpPr>
          <p:nvPr/>
        </p:nvCxnSpPr>
        <p:spPr>
          <a:xfrm flipH="1">
            <a:off x="9409697" y="4086986"/>
            <a:ext cx="599243" cy="153851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9" name="Rak koppling 138">
            <a:extLst>
              <a:ext uri="{FF2B5EF4-FFF2-40B4-BE49-F238E27FC236}">
                <a16:creationId xmlns:a16="http://schemas.microsoft.com/office/drawing/2014/main" id="{774B786B-EEBC-407E-E06D-8DE540332724}"/>
              </a:ext>
            </a:extLst>
          </p:cNvPr>
          <p:cNvCxnSpPr>
            <a:cxnSpLocks/>
          </p:cNvCxnSpPr>
          <p:nvPr/>
        </p:nvCxnSpPr>
        <p:spPr>
          <a:xfrm>
            <a:off x="10007686" y="4092707"/>
            <a:ext cx="32880" cy="154118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0" name="Rak koppling 139">
            <a:extLst>
              <a:ext uri="{FF2B5EF4-FFF2-40B4-BE49-F238E27FC236}">
                <a16:creationId xmlns:a16="http://schemas.microsoft.com/office/drawing/2014/main" id="{30A06794-7B5D-36B0-E16F-BD2D9C616660}"/>
              </a:ext>
            </a:extLst>
          </p:cNvPr>
          <p:cNvCxnSpPr>
            <a:cxnSpLocks/>
          </p:cNvCxnSpPr>
          <p:nvPr/>
        </p:nvCxnSpPr>
        <p:spPr>
          <a:xfrm flipH="1">
            <a:off x="9721445" y="4115396"/>
            <a:ext cx="284004" cy="153693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1" name="Rak koppling 140">
            <a:extLst>
              <a:ext uri="{FF2B5EF4-FFF2-40B4-BE49-F238E27FC236}">
                <a16:creationId xmlns:a16="http://schemas.microsoft.com/office/drawing/2014/main" id="{81050CE4-6BF2-AB46-D7A2-E66FB9F885B3}"/>
              </a:ext>
            </a:extLst>
          </p:cNvPr>
          <p:cNvCxnSpPr>
            <a:cxnSpLocks/>
          </p:cNvCxnSpPr>
          <p:nvPr/>
        </p:nvCxnSpPr>
        <p:spPr>
          <a:xfrm>
            <a:off x="10008940" y="4086986"/>
            <a:ext cx="304007" cy="154690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2" name="Rak koppling 141">
            <a:extLst>
              <a:ext uri="{FF2B5EF4-FFF2-40B4-BE49-F238E27FC236}">
                <a16:creationId xmlns:a16="http://schemas.microsoft.com/office/drawing/2014/main" id="{2D792A90-DDA5-B1C1-B00F-9C526B1CE3D4}"/>
              </a:ext>
            </a:extLst>
          </p:cNvPr>
          <p:cNvCxnSpPr>
            <a:cxnSpLocks/>
          </p:cNvCxnSpPr>
          <p:nvPr/>
        </p:nvCxnSpPr>
        <p:spPr>
          <a:xfrm>
            <a:off x="10008940" y="4086986"/>
            <a:ext cx="568946" cy="153851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3" name="Rak koppling 142">
            <a:extLst>
              <a:ext uri="{FF2B5EF4-FFF2-40B4-BE49-F238E27FC236}">
                <a16:creationId xmlns:a16="http://schemas.microsoft.com/office/drawing/2014/main" id="{6B066CAD-D834-C483-AFFB-5ABA3609164A}"/>
              </a:ext>
            </a:extLst>
          </p:cNvPr>
          <p:cNvCxnSpPr>
            <a:cxnSpLocks/>
          </p:cNvCxnSpPr>
          <p:nvPr/>
        </p:nvCxnSpPr>
        <p:spPr>
          <a:xfrm>
            <a:off x="10008940" y="4086986"/>
            <a:ext cx="773810" cy="153851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4" name="Rak koppling 143">
            <a:extLst>
              <a:ext uri="{FF2B5EF4-FFF2-40B4-BE49-F238E27FC236}">
                <a16:creationId xmlns:a16="http://schemas.microsoft.com/office/drawing/2014/main" id="{68AF022F-D181-9924-C0D7-3EBD6355C034}"/>
              </a:ext>
            </a:extLst>
          </p:cNvPr>
          <p:cNvCxnSpPr>
            <a:cxnSpLocks/>
          </p:cNvCxnSpPr>
          <p:nvPr/>
        </p:nvCxnSpPr>
        <p:spPr>
          <a:xfrm flipH="1">
            <a:off x="9065077" y="4086986"/>
            <a:ext cx="943863" cy="153851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5" name="Rak koppling 144">
            <a:extLst>
              <a:ext uri="{FF2B5EF4-FFF2-40B4-BE49-F238E27FC236}">
                <a16:creationId xmlns:a16="http://schemas.microsoft.com/office/drawing/2014/main" id="{B3AE1731-1C92-E7F6-1D17-D11060DA0923}"/>
              </a:ext>
            </a:extLst>
          </p:cNvPr>
          <p:cNvCxnSpPr>
            <a:cxnSpLocks/>
          </p:cNvCxnSpPr>
          <p:nvPr/>
        </p:nvCxnSpPr>
        <p:spPr>
          <a:xfrm flipH="1">
            <a:off x="10025651" y="4071198"/>
            <a:ext cx="1198486" cy="154690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6" name="Rak koppling 145">
            <a:extLst>
              <a:ext uri="{FF2B5EF4-FFF2-40B4-BE49-F238E27FC236}">
                <a16:creationId xmlns:a16="http://schemas.microsoft.com/office/drawing/2014/main" id="{FAE5A56B-459B-479B-1B16-588809202CEF}"/>
              </a:ext>
            </a:extLst>
          </p:cNvPr>
          <p:cNvCxnSpPr>
            <a:cxnSpLocks/>
          </p:cNvCxnSpPr>
          <p:nvPr/>
        </p:nvCxnSpPr>
        <p:spPr>
          <a:xfrm flipH="1">
            <a:off x="10624894" y="4071198"/>
            <a:ext cx="599243" cy="153851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7" name="Rak koppling 146">
            <a:extLst>
              <a:ext uri="{FF2B5EF4-FFF2-40B4-BE49-F238E27FC236}">
                <a16:creationId xmlns:a16="http://schemas.microsoft.com/office/drawing/2014/main" id="{6AE936D4-1953-4A5D-E3EC-682279AB9712}"/>
              </a:ext>
            </a:extLst>
          </p:cNvPr>
          <p:cNvCxnSpPr>
            <a:cxnSpLocks/>
          </p:cNvCxnSpPr>
          <p:nvPr/>
        </p:nvCxnSpPr>
        <p:spPr>
          <a:xfrm>
            <a:off x="11222883" y="4076919"/>
            <a:ext cx="32880" cy="154118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8" name="Rak koppling 147">
            <a:extLst>
              <a:ext uri="{FF2B5EF4-FFF2-40B4-BE49-F238E27FC236}">
                <a16:creationId xmlns:a16="http://schemas.microsoft.com/office/drawing/2014/main" id="{870C7A94-3AA6-3CE5-5014-C35AB6BDB9CA}"/>
              </a:ext>
            </a:extLst>
          </p:cNvPr>
          <p:cNvCxnSpPr>
            <a:cxnSpLocks/>
          </p:cNvCxnSpPr>
          <p:nvPr/>
        </p:nvCxnSpPr>
        <p:spPr>
          <a:xfrm flipH="1">
            <a:off x="10936642" y="4099608"/>
            <a:ext cx="284004" cy="153693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9" name="Rak koppling 148">
            <a:extLst>
              <a:ext uri="{FF2B5EF4-FFF2-40B4-BE49-F238E27FC236}">
                <a16:creationId xmlns:a16="http://schemas.microsoft.com/office/drawing/2014/main" id="{54B6B89C-3ED6-A1BB-32AF-B7CC7E0B80BC}"/>
              </a:ext>
            </a:extLst>
          </p:cNvPr>
          <p:cNvCxnSpPr>
            <a:cxnSpLocks/>
          </p:cNvCxnSpPr>
          <p:nvPr/>
        </p:nvCxnSpPr>
        <p:spPr>
          <a:xfrm>
            <a:off x="11224137" y="4071198"/>
            <a:ext cx="304007" cy="154690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0" name="Rak koppling 149">
            <a:extLst>
              <a:ext uri="{FF2B5EF4-FFF2-40B4-BE49-F238E27FC236}">
                <a16:creationId xmlns:a16="http://schemas.microsoft.com/office/drawing/2014/main" id="{BE1D3AE6-C933-C109-B5E7-D6389577EE30}"/>
              </a:ext>
            </a:extLst>
          </p:cNvPr>
          <p:cNvCxnSpPr>
            <a:cxnSpLocks/>
          </p:cNvCxnSpPr>
          <p:nvPr/>
        </p:nvCxnSpPr>
        <p:spPr>
          <a:xfrm>
            <a:off x="11224137" y="4071198"/>
            <a:ext cx="568946" cy="153851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1" name="Rak koppling 150">
            <a:extLst>
              <a:ext uri="{FF2B5EF4-FFF2-40B4-BE49-F238E27FC236}">
                <a16:creationId xmlns:a16="http://schemas.microsoft.com/office/drawing/2014/main" id="{5E5BB318-83CB-15E9-3103-18882C3FE801}"/>
              </a:ext>
            </a:extLst>
          </p:cNvPr>
          <p:cNvCxnSpPr>
            <a:cxnSpLocks/>
          </p:cNvCxnSpPr>
          <p:nvPr/>
        </p:nvCxnSpPr>
        <p:spPr>
          <a:xfrm>
            <a:off x="11224137" y="4071198"/>
            <a:ext cx="773810" cy="153851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2" name="Rak koppling 151">
            <a:extLst>
              <a:ext uri="{FF2B5EF4-FFF2-40B4-BE49-F238E27FC236}">
                <a16:creationId xmlns:a16="http://schemas.microsoft.com/office/drawing/2014/main" id="{1E649CCD-7EEB-852B-334F-02E76731779B}"/>
              </a:ext>
            </a:extLst>
          </p:cNvPr>
          <p:cNvCxnSpPr>
            <a:cxnSpLocks/>
          </p:cNvCxnSpPr>
          <p:nvPr/>
        </p:nvCxnSpPr>
        <p:spPr>
          <a:xfrm flipH="1">
            <a:off x="10280274" y="4071198"/>
            <a:ext cx="943863" cy="153851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53" name="Grupp 152">
            <a:extLst>
              <a:ext uri="{FF2B5EF4-FFF2-40B4-BE49-F238E27FC236}">
                <a16:creationId xmlns:a16="http://schemas.microsoft.com/office/drawing/2014/main" id="{10F73810-E3EA-78C8-85AB-703D5776E7B4}"/>
              </a:ext>
            </a:extLst>
          </p:cNvPr>
          <p:cNvGrpSpPr/>
          <p:nvPr/>
        </p:nvGrpSpPr>
        <p:grpSpPr>
          <a:xfrm>
            <a:off x="3996827" y="5730718"/>
            <a:ext cx="893451" cy="846295"/>
            <a:chOff x="1202049" y="2080260"/>
            <a:chExt cx="893451" cy="846295"/>
          </a:xfrm>
          <a:solidFill>
            <a:schemeClr val="bg1"/>
          </a:solidFill>
        </p:grpSpPr>
        <p:sp>
          <p:nvSpPr>
            <p:cNvPr id="154" name="Rektangel 153">
              <a:extLst>
                <a:ext uri="{FF2B5EF4-FFF2-40B4-BE49-F238E27FC236}">
                  <a16:creationId xmlns:a16="http://schemas.microsoft.com/office/drawing/2014/main" id="{93AF6E6E-4478-C9D1-EB79-5179CAD8B823}"/>
                </a:ext>
              </a:extLst>
            </p:cNvPr>
            <p:cNvSpPr/>
            <p:nvPr/>
          </p:nvSpPr>
          <p:spPr>
            <a:xfrm>
              <a:off x="1211580" y="2080260"/>
              <a:ext cx="883920" cy="846295"/>
            </a:xfrm>
            <a:prstGeom prst="rect">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cxnSp>
          <p:nvCxnSpPr>
            <p:cNvPr id="155" name="Rak koppling 154">
              <a:extLst>
                <a:ext uri="{FF2B5EF4-FFF2-40B4-BE49-F238E27FC236}">
                  <a16:creationId xmlns:a16="http://schemas.microsoft.com/office/drawing/2014/main" id="{0340A9EF-5C4D-23AD-59BC-7FAC4908BC4E}"/>
                </a:ext>
              </a:extLst>
            </p:cNvPr>
            <p:cNvCxnSpPr>
              <a:cxnSpLocks/>
            </p:cNvCxnSpPr>
            <p:nvPr/>
          </p:nvCxnSpPr>
          <p:spPr>
            <a:xfrm flipV="1">
              <a:off x="1512091" y="2080260"/>
              <a:ext cx="0" cy="846295"/>
            </a:xfrm>
            <a:prstGeom prst="line">
              <a:avLst/>
            </a:prstGeom>
            <a:grpFill/>
            <a:ln>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56" name="Rak koppling 155">
              <a:extLst>
                <a:ext uri="{FF2B5EF4-FFF2-40B4-BE49-F238E27FC236}">
                  <a16:creationId xmlns:a16="http://schemas.microsoft.com/office/drawing/2014/main" id="{E1C08C7B-196E-8F19-A730-3D6FE48D6850}"/>
                </a:ext>
              </a:extLst>
            </p:cNvPr>
            <p:cNvCxnSpPr>
              <a:cxnSpLocks/>
            </p:cNvCxnSpPr>
            <p:nvPr/>
          </p:nvCxnSpPr>
          <p:spPr>
            <a:xfrm flipV="1">
              <a:off x="1809751" y="2080260"/>
              <a:ext cx="0" cy="846295"/>
            </a:xfrm>
            <a:prstGeom prst="line">
              <a:avLst/>
            </a:prstGeom>
            <a:grpFill/>
            <a:ln>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57" name="Rak koppling 156">
              <a:extLst>
                <a:ext uri="{FF2B5EF4-FFF2-40B4-BE49-F238E27FC236}">
                  <a16:creationId xmlns:a16="http://schemas.microsoft.com/office/drawing/2014/main" id="{05DD03C1-CAB0-325C-CAB2-C486DE1BB340}"/>
                </a:ext>
              </a:extLst>
            </p:cNvPr>
            <p:cNvCxnSpPr>
              <a:cxnSpLocks/>
            </p:cNvCxnSpPr>
            <p:nvPr/>
          </p:nvCxnSpPr>
          <p:spPr>
            <a:xfrm flipH="1">
              <a:off x="1213958" y="2375531"/>
              <a:ext cx="881542" cy="0"/>
            </a:xfrm>
            <a:prstGeom prst="line">
              <a:avLst/>
            </a:prstGeom>
            <a:grpFill/>
            <a:ln>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58" name="Rak koppling 157">
              <a:extLst>
                <a:ext uri="{FF2B5EF4-FFF2-40B4-BE49-F238E27FC236}">
                  <a16:creationId xmlns:a16="http://schemas.microsoft.com/office/drawing/2014/main" id="{62428C6E-4CBA-4D5C-90E3-4BA227342D36}"/>
                </a:ext>
              </a:extLst>
            </p:cNvPr>
            <p:cNvCxnSpPr>
              <a:cxnSpLocks/>
            </p:cNvCxnSpPr>
            <p:nvPr/>
          </p:nvCxnSpPr>
          <p:spPr>
            <a:xfrm flipH="1">
              <a:off x="1202049" y="2646993"/>
              <a:ext cx="881542" cy="0"/>
            </a:xfrm>
            <a:prstGeom prst="line">
              <a:avLst/>
            </a:prstGeom>
            <a:grpFill/>
            <a:ln>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grpSp>
      <p:sp>
        <p:nvSpPr>
          <p:cNvPr id="159" name="Ellips 158">
            <a:extLst>
              <a:ext uri="{FF2B5EF4-FFF2-40B4-BE49-F238E27FC236}">
                <a16:creationId xmlns:a16="http://schemas.microsoft.com/office/drawing/2014/main" id="{196BD3AE-0760-3BF7-78CE-0BBA1C69168E}"/>
              </a:ext>
            </a:extLst>
          </p:cNvPr>
          <p:cNvSpPr/>
          <p:nvPr/>
        </p:nvSpPr>
        <p:spPr>
          <a:xfrm>
            <a:off x="4020234" y="6040220"/>
            <a:ext cx="260798" cy="226223"/>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cxnSp>
        <p:nvCxnSpPr>
          <p:cNvPr id="160" name="Rak koppling 159">
            <a:extLst>
              <a:ext uri="{FF2B5EF4-FFF2-40B4-BE49-F238E27FC236}">
                <a16:creationId xmlns:a16="http://schemas.microsoft.com/office/drawing/2014/main" id="{6ACBD7FC-C206-150E-37E4-64C763C7620D}"/>
              </a:ext>
            </a:extLst>
          </p:cNvPr>
          <p:cNvCxnSpPr>
            <a:cxnSpLocks/>
          </p:cNvCxnSpPr>
          <p:nvPr/>
        </p:nvCxnSpPr>
        <p:spPr>
          <a:xfrm flipV="1">
            <a:off x="4329954" y="5766247"/>
            <a:ext cx="242922" cy="228734"/>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61" name="Rak koppling 160">
            <a:extLst>
              <a:ext uri="{FF2B5EF4-FFF2-40B4-BE49-F238E27FC236}">
                <a16:creationId xmlns:a16="http://schemas.microsoft.com/office/drawing/2014/main" id="{7D2BC2A2-C667-78B0-4D3A-B19DAA4AB472}"/>
              </a:ext>
            </a:extLst>
          </p:cNvPr>
          <p:cNvCxnSpPr>
            <a:cxnSpLocks/>
          </p:cNvCxnSpPr>
          <p:nvPr/>
        </p:nvCxnSpPr>
        <p:spPr>
          <a:xfrm flipH="1" flipV="1">
            <a:off x="4326881" y="5768950"/>
            <a:ext cx="238685" cy="226031"/>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sp>
        <p:nvSpPr>
          <p:cNvPr id="162" name="textruta 161">
            <a:extLst>
              <a:ext uri="{FF2B5EF4-FFF2-40B4-BE49-F238E27FC236}">
                <a16:creationId xmlns:a16="http://schemas.microsoft.com/office/drawing/2014/main" id="{8734D0A6-C029-A41A-9DB7-B2553197786C}"/>
              </a:ext>
            </a:extLst>
          </p:cNvPr>
          <p:cNvSpPr txBox="1"/>
          <p:nvPr/>
        </p:nvSpPr>
        <p:spPr>
          <a:xfrm>
            <a:off x="6686741" y="1051122"/>
            <a:ext cx="1373053" cy="369332"/>
          </a:xfrm>
          <a:prstGeom prst="rect">
            <a:avLst/>
          </a:prstGeom>
          <a:noFill/>
        </p:spPr>
        <p:txBody>
          <a:bodyPr wrap="square" rtlCol="0">
            <a:spAutoFit/>
          </a:bodyPr>
          <a:lstStyle/>
          <a:p>
            <a:r>
              <a:rPr lang="sv-SE" dirty="0" err="1">
                <a:solidFill>
                  <a:schemeClr val="tx1">
                    <a:lumMod val="95000"/>
                  </a:schemeClr>
                </a:solidFill>
              </a:rPr>
              <a:t>Rotnod</a:t>
            </a:r>
            <a:endParaRPr lang="sv-SE" dirty="0">
              <a:solidFill>
                <a:schemeClr val="tx1">
                  <a:lumMod val="95000"/>
                </a:schemeClr>
              </a:solidFill>
            </a:endParaRPr>
          </a:p>
        </p:txBody>
      </p:sp>
      <p:sp>
        <p:nvSpPr>
          <p:cNvPr id="164" name="Text 1">
            <a:extLst>
              <a:ext uri="{FF2B5EF4-FFF2-40B4-BE49-F238E27FC236}">
                <a16:creationId xmlns:a16="http://schemas.microsoft.com/office/drawing/2014/main" id="{473C2BD7-CCCA-5C60-5F67-598FAEF5ABCC}"/>
              </a:ext>
            </a:extLst>
          </p:cNvPr>
          <p:cNvSpPr/>
          <p:nvPr/>
        </p:nvSpPr>
        <p:spPr>
          <a:xfrm>
            <a:off x="338627" y="207867"/>
            <a:ext cx="5158709" cy="1083872"/>
          </a:xfrm>
          <a:prstGeom prst="rect">
            <a:avLst/>
          </a:prstGeom>
          <a:noFill/>
          <a:ln/>
        </p:spPr>
        <p:txBody>
          <a:bodyPr wrap="square" lIns="0" tIns="0" rIns="0" bIns="0" rtlCol="0" anchor="t"/>
          <a:lstStyle/>
          <a:p>
            <a:pPr>
              <a:lnSpc>
                <a:spcPts val="6375"/>
              </a:lnSpc>
            </a:pPr>
            <a:r>
              <a:rPr lang="en-US" sz="3600" b="1" dirty="0" err="1">
                <a:solidFill>
                  <a:srgbClr val="00002E"/>
                </a:solidFill>
                <a:latin typeface="Nunito" pitchFamily="34" charset="0"/>
                <a:ea typeface="Nunito" pitchFamily="34" charset="-122"/>
                <a:cs typeface="Nunito" pitchFamily="34" charset="-120"/>
              </a:rPr>
              <a:t>Beslutsträd</a:t>
            </a:r>
            <a:r>
              <a:rPr lang="en-US" sz="3600" b="1" dirty="0">
                <a:solidFill>
                  <a:srgbClr val="00002E"/>
                </a:solidFill>
                <a:latin typeface="Nunito" pitchFamily="34" charset="0"/>
                <a:ea typeface="Nunito" pitchFamily="34" charset="-122"/>
                <a:cs typeface="Nunito" pitchFamily="34" charset="-120"/>
              </a:rPr>
              <a:t> för 3-i-rad</a:t>
            </a:r>
            <a:endParaRPr lang="en-US" sz="3600" b="1" dirty="0"/>
          </a:p>
        </p:txBody>
      </p:sp>
      <p:sp>
        <p:nvSpPr>
          <p:cNvPr id="2" name="Platshållare för sidfot 1">
            <a:extLst>
              <a:ext uri="{FF2B5EF4-FFF2-40B4-BE49-F238E27FC236}">
                <a16:creationId xmlns:a16="http://schemas.microsoft.com/office/drawing/2014/main" id="{5CC394A7-45AB-6DCA-4294-6CF10D25145E}"/>
              </a:ext>
            </a:extLst>
          </p:cNvPr>
          <p:cNvSpPr>
            <a:spLocks noGrp="1"/>
          </p:cNvSpPr>
          <p:nvPr/>
        </p:nvSpPr>
        <p:spPr>
          <a:xfrm>
            <a:off x="2787730" y="6497719"/>
            <a:ext cx="5588812" cy="438150"/>
          </a:xfrm>
          <a:prstGeom prst="rect">
            <a:avLst/>
          </a:prstGeom>
        </p:spPr>
        <p:txBody>
          <a:bodyPr vert="horz" lIns="91440" tIns="45720" rIns="91440" bIns="45720" rtlCol="0" anchor="ctr"/>
          <a:lstStyle>
            <a:defPPr>
              <a:defRPr lang="en-US"/>
            </a:defPPr>
            <a:lvl1pPr marL="0" algn="ctr" defTabSz="457200" rtl="0" eaLnBrk="1" latinLnBrk="0" hangingPunct="1">
              <a:defRPr sz="144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dirty="0"/>
              <a:t>Presentation av David Hedengren</a:t>
            </a:r>
          </a:p>
        </p:txBody>
      </p:sp>
    </p:spTree>
    <p:extLst>
      <p:ext uri="{BB962C8B-B14F-4D97-AF65-F5344CB8AC3E}">
        <p14:creationId xmlns:p14="http://schemas.microsoft.com/office/powerpoint/2010/main" val="7813541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62"/>
                                        </p:tgtEl>
                                        <p:attrNameLst>
                                          <p:attrName>style.visibility</p:attrName>
                                        </p:attrNameLst>
                                      </p:cBhvr>
                                      <p:to>
                                        <p:strVal val="visible"/>
                                      </p:to>
                                    </p:set>
                                    <p:animEffect transition="in" filter="fade">
                                      <p:cBhvr>
                                        <p:cTn id="10" dur="500"/>
                                        <p:tgtEl>
                                          <p:spTgt spid="162"/>
                                        </p:tgtEl>
                                      </p:cBhvr>
                                    </p:animEffec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3"/>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9"/>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7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4"/>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5"/>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7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65"/>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21"/>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74"/>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66"/>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27"/>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75"/>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67"/>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33"/>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76"/>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68"/>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39"/>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77"/>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69"/>
                                        </p:tgtEl>
                                        <p:attrNameLst>
                                          <p:attrName>style.visibility</p:attrName>
                                        </p:attrNameLst>
                                      </p:cBhvr>
                                      <p:to>
                                        <p:strVal val="visible"/>
                                      </p:to>
                                    </p:set>
                                  </p:childTnLst>
                                </p:cTn>
                              </p:par>
                              <p:par>
                                <p:cTn id="63" presetID="1" presetClass="entr" presetSubtype="0" fill="hold" nodeType="withEffect">
                                  <p:stCondLst>
                                    <p:cond delay="0"/>
                                  </p:stCondLst>
                                  <p:childTnLst>
                                    <p:set>
                                      <p:cBhvr>
                                        <p:cTn id="64" dur="1" fill="hold">
                                          <p:stCondLst>
                                            <p:cond delay="0"/>
                                          </p:stCondLst>
                                        </p:cTn>
                                        <p:tgtEl>
                                          <p:spTgt spid="45"/>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78"/>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70"/>
                                        </p:tgtEl>
                                        <p:attrNameLst>
                                          <p:attrName>style.visibility</p:attrName>
                                        </p:attrNameLst>
                                      </p:cBhvr>
                                      <p:to>
                                        <p:strVal val="visible"/>
                                      </p:to>
                                    </p:set>
                                  </p:childTnLst>
                                </p:cTn>
                              </p:par>
                              <p:par>
                                <p:cTn id="71" presetID="1" presetClass="entr" presetSubtype="0" fill="hold" nodeType="withEffect">
                                  <p:stCondLst>
                                    <p:cond delay="0"/>
                                  </p:stCondLst>
                                  <p:childTnLst>
                                    <p:set>
                                      <p:cBhvr>
                                        <p:cTn id="72" dur="1" fill="hold">
                                          <p:stCondLst>
                                            <p:cond delay="0"/>
                                          </p:stCondLst>
                                        </p:cTn>
                                        <p:tgtEl>
                                          <p:spTgt spid="51"/>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79"/>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nodeType="clickEffect">
                                  <p:stCondLst>
                                    <p:cond delay="0"/>
                                  </p:stCondLst>
                                  <p:childTnLst>
                                    <p:set>
                                      <p:cBhvr>
                                        <p:cTn id="78" dur="1" fill="hold">
                                          <p:stCondLst>
                                            <p:cond delay="0"/>
                                          </p:stCondLst>
                                        </p:cTn>
                                        <p:tgtEl>
                                          <p:spTgt spid="71"/>
                                        </p:tgtEl>
                                        <p:attrNameLst>
                                          <p:attrName>style.visibility</p:attrName>
                                        </p:attrNameLst>
                                      </p:cBhvr>
                                      <p:to>
                                        <p:strVal val="visible"/>
                                      </p:to>
                                    </p:set>
                                  </p:childTnLst>
                                </p:cTn>
                              </p:par>
                              <p:par>
                                <p:cTn id="79" presetID="1" presetClass="entr" presetSubtype="0" fill="hold" nodeType="withEffect">
                                  <p:stCondLst>
                                    <p:cond delay="0"/>
                                  </p:stCondLst>
                                  <p:childTnLst>
                                    <p:set>
                                      <p:cBhvr>
                                        <p:cTn id="80" dur="1" fill="hold">
                                          <p:stCondLst>
                                            <p:cond delay="0"/>
                                          </p:stCondLst>
                                        </p:cTn>
                                        <p:tgtEl>
                                          <p:spTgt spid="57"/>
                                        </p:tgtEl>
                                        <p:attrNameLst>
                                          <p:attrName>style.visibility</p:attrName>
                                        </p:attrNameLst>
                                      </p:cBhvr>
                                      <p:to>
                                        <p:strVal val="visible"/>
                                      </p:to>
                                    </p:set>
                                  </p:childTnLst>
                                </p:cTn>
                              </p:par>
                              <p:par>
                                <p:cTn id="81" presetID="1" presetClass="entr" presetSubtype="0" fill="hold" grpId="0" nodeType="withEffect">
                                  <p:stCondLst>
                                    <p:cond delay="0"/>
                                  </p:stCondLst>
                                  <p:childTnLst>
                                    <p:set>
                                      <p:cBhvr>
                                        <p:cTn id="82" dur="1" fill="hold">
                                          <p:stCondLst>
                                            <p:cond delay="0"/>
                                          </p:stCondLst>
                                        </p:cTn>
                                        <p:tgtEl>
                                          <p:spTgt spid="80"/>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nodeType="clickEffect">
                                  <p:stCondLst>
                                    <p:cond delay="0"/>
                                  </p:stCondLst>
                                  <p:childTnLst>
                                    <p:set>
                                      <p:cBhvr>
                                        <p:cTn id="86" dur="1" fill="hold">
                                          <p:stCondLst>
                                            <p:cond delay="0"/>
                                          </p:stCondLst>
                                        </p:cTn>
                                        <p:tgtEl>
                                          <p:spTgt spid="81"/>
                                        </p:tgtEl>
                                        <p:attrNameLst>
                                          <p:attrName>style.visibility</p:attrName>
                                        </p:attrNameLst>
                                      </p:cBhvr>
                                      <p:to>
                                        <p:strVal val="visible"/>
                                      </p:to>
                                    </p:set>
                                  </p:childTnLst>
                                </p:cTn>
                              </p:par>
                              <p:par>
                                <p:cTn id="87" presetID="1" presetClass="entr" presetSubtype="0" fill="hold" nodeType="withEffect">
                                  <p:stCondLst>
                                    <p:cond delay="0"/>
                                  </p:stCondLst>
                                  <p:childTnLst>
                                    <p:set>
                                      <p:cBhvr>
                                        <p:cTn id="88" dur="1" fill="hold">
                                          <p:stCondLst>
                                            <p:cond delay="0"/>
                                          </p:stCondLst>
                                        </p:cTn>
                                        <p:tgtEl>
                                          <p:spTgt spid="82"/>
                                        </p:tgtEl>
                                        <p:attrNameLst>
                                          <p:attrName>style.visibility</p:attrName>
                                        </p:attrNameLst>
                                      </p:cBhvr>
                                      <p:to>
                                        <p:strVal val="visible"/>
                                      </p:to>
                                    </p:set>
                                  </p:childTnLst>
                                </p:cTn>
                              </p:par>
                              <p:par>
                                <p:cTn id="89" presetID="1" presetClass="entr" presetSubtype="0" fill="hold" nodeType="withEffect">
                                  <p:stCondLst>
                                    <p:cond delay="0"/>
                                  </p:stCondLst>
                                  <p:childTnLst>
                                    <p:set>
                                      <p:cBhvr>
                                        <p:cTn id="90" dur="1" fill="hold">
                                          <p:stCondLst>
                                            <p:cond delay="0"/>
                                          </p:stCondLst>
                                        </p:cTn>
                                        <p:tgtEl>
                                          <p:spTgt spid="83"/>
                                        </p:tgtEl>
                                        <p:attrNameLst>
                                          <p:attrName>style.visibility</p:attrName>
                                        </p:attrNameLst>
                                      </p:cBhvr>
                                      <p:to>
                                        <p:strVal val="visible"/>
                                      </p:to>
                                    </p:set>
                                  </p:childTnLst>
                                </p:cTn>
                              </p:par>
                              <p:par>
                                <p:cTn id="91" presetID="1" presetClass="entr" presetSubtype="0" fill="hold" nodeType="withEffect">
                                  <p:stCondLst>
                                    <p:cond delay="0"/>
                                  </p:stCondLst>
                                  <p:childTnLst>
                                    <p:set>
                                      <p:cBhvr>
                                        <p:cTn id="92" dur="1" fill="hold">
                                          <p:stCondLst>
                                            <p:cond delay="0"/>
                                          </p:stCondLst>
                                        </p:cTn>
                                        <p:tgtEl>
                                          <p:spTgt spid="84"/>
                                        </p:tgtEl>
                                        <p:attrNameLst>
                                          <p:attrName>style.visibility</p:attrName>
                                        </p:attrNameLst>
                                      </p:cBhvr>
                                      <p:to>
                                        <p:strVal val="visible"/>
                                      </p:to>
                                    </p:set>
                                  </p:childTnLst>
                                </p:cTn>
                              </p:par>
                              <p:par>
                                <p:cTn id="93" presetID="1" presetClass="entr" presetSubtype="0" fill="hold" nodeType="withEffect">
                                  <p:stCondLst>
                                    <p:cond delay="0"/>
                                  </p:stCondLst>
                                  <p:childTnLst>
                                    <p:set>
                                      <p:cBhvr>
                                        <p:cTn id="94" dur="1" fill="hold">
                                          <p:stCondLst>
                                            <p:cond delay="0"/>
                                          </p:stCondLst>
                                        </p:cTn>
                                        <p:tgtEl>
                                          <p:spTgt spid="85"/>
                                        </p:tgtEl>
                                        <p:attrNameLst>
                                          <p:attrName>style.visibility</p:attrName>
                                        </p:attrNameLst>
                                      </p:cBhvr>
                                      <p:to>
                                        <p:strVal val="visible"/>
                                      </p:to>
                                    </p:set>
                                  </p:childTnLst>
                                </p:cTn>
                              </p:par>
                              <p:par>
                                <p:cTn id="95" presetID="1" presetClass="entr" presetSubtype="0" fill="hold" nodeType="withEffect">
                                  <p:stCondLst>
                                    <p:cond delay="0"/>
                                  </p:stCondLst>
                                  <p:childTnLst>
                                    <p:set>
                                      <p:cBhvr>
                                        <p:cTn id="96" dur="1" fill="hold">
                                          <p:stCondLst>
                                            <p:cond delay="0"/>
                                          </p:stCondLst>
                                        </p:cTn>
                                        <p:tgtEl>
                                          <p:spTgt spid="86"/>
                                        </p:tgtEl>
                                        <p:attrNameLst>
                                          <p:attrName>style.visibility</p:attrName>
                                        </p:attrNameLst>
                                      </p:cBhvr>
                                      <p:to>
                                        <p:strVal val="visible"/>
                                      </p:to>
                                    </p:set>
                                  </p:childTnLst>
                                </p:cTn>
                              </p:par>
                              <p:par>
                                <p:cTn id="97" presetID="1" presetClass="entr" presetSubtype="0" fill="hold" nodeType="withEffect">
                                  <p:stCondLst>
                                    <p:cond delay="0"/>
                                  </p:stCondLst>
                                  <p:childTnLst>
                                    <p:set>
                                      <p:cBhvr>
                                        <p:cTn id="98" dur="1" fill="hold">
                                          <p:stCondLst>
                                            <p:cond delay="0"/>
                                          </p:stCondLst>
                                        </p:cTn>
                                        <p:tgtEl>
                                          <p:spTgt spid="87"/>
                                        </p:tgtEl>
                                        <p:attrNameLst>
                                          <p:attrName>style.visibility</p:attrName>
                                        </p:attrNameLst>
                                      </p:cBhvr>
                                      <p:to>
                                        <p:strVal val="visible"/>
                                      </p:to>
                                    </p:set>
                                  </p:childTnLst>
                                </p:cTn>
                              </p:par>
                              <p:par>
                                <p:cTn id="99" presetID="1" presetClass="entr" presetSubtype="0" fill="hold" nodeType="withEffect">
                                  <p:stCondLst>
                                    <p:cond delay="0"/>
                                  </p:stCondLst>
                                  <p:childTnLst>
                                    <p:set>
                                      <p:cBhvr>
                                        <p:cTn id="100" dur="1" fill="hold">
                                          <p:stCondLst>
                                            <p:cond delay="0"/>
                                          </p:stCondLst>
                                        </p:cTn>
                                        <p:tgtEl>
                                          <p:spTgt spid="88"/>
                                        </p:tgtEl>
                                        <p:attrNameLst>
                                          <p:attrName>style.visibility</p:attrName>
                                        </p:attrNameLst>
                                      </p:cBhvr>
                                      <p:to>
                                        <p:strVal val="visible"/>
                                      </p:to>
                                    </p:set>
                                  </p:childTnLst>
                                </p:cTn>
                              </p:par>
                            </p:childTnLst>
                          </p:cTn>
                        </p:par>
                      </p:childTnLst>
                    </p:cTn>
                  </p:par>
                  <p:par>
                    <p:cTn id="101" fill="hold">
                      <p:stCondLst>
                        <p:cond delay="indefinite"/>
                      </p:stCondLst>
                      <p:childTnLst>
                        <p:par>
                          <p:cTn id="102" fill="hold">
                            <p:stCondLst>
                              <p:cond delay="0"/>
                            </p:stCondLst>
                            <p:childTnLst>
                              <p:par>
                                <p:cTn id="103" presetID="1" presetClass="entr" presetSubtype="0" fill="hold" nodeType="clickEffect">
                                  <p:stCondLst>
                                    <p:cond delay="0"/>
                                  </p:stCondLst>
                                  <p:childTnLst>
                                    <p:set>
                                      <p:cBhvr>
                                        <p:cTn id="104" dur="1" fill="hold">
                                          <p:stCondLst>
                                            <p:cond delay="0"/>
                                          </p:stCondLst>
                                        </p:cTn>
                                        <p:tgtEl>
                                          <p:spTgt spid="89"/>
                                        </p:tgtEl>
                                        <p:attrNameLst>
                                          <p:attrName>style.visibility</p:attrName>
                                        </p:attrNameLst>
                                      </p:cBhvr>
                                      <p:to>
                                        <p:strVal val="visible"/>
                                      </p:to>
                                    </p:set>
                                  </p:childTnLst>
                                </p:cTn>
                              </p:par>
                              <p:par>
                                <p:cTn id="105" presetID="1" presetClass="entr" presetSubtype="0" fill="hold" nodeType="withEffect">
                                  <p:stCondLst>
                                    <p:cond delay="0"/>
                                  </p:stCondLst>
                                  <p:childTnLst>
                                    <p:set>
                                      <p:cBhvr>
                                        <p:cTn id="106" dur="1" fill="hold">
                                          <p:stCondLst>
                                            <p:cond delay="0"/>
                                          </p:stCondLst>
                                        </p:cTn>
                                        <p:tgtEl>
                                          <p:spTgt spid="96"/>
                                        </p:tgtEl>
                                        <p:attrNameLst>
                                          <p:attrName>style.visibility</p:attrName>
                                        </p:attrNameLst>
                                      </p:cBhvr>
                                      <p:to>
                                        <p:strVal val="visible"/>
                                      </p:to>
                                    </p:set>
                                  </p:childTnLst>
                                </p:cTn>
                              </p:par>
                              <p:par>
                                <p:cTn id="107" presetID="1" presetClass="entr" presetSubtype="0" fill="hold" nodeType="withEffect">
                                  <p:stCondLst>
                                    <p:cond delay="0"/>
                                  </p:stCondLst>
                                  <p:childTnLst>
                                    <p:set>
                                      <p:cBhvr>
                                        <p:cTn id="108" dur="1" fill="hold">
                                          <p:stCondLst>
                                            <p:cond delay="0"/>
                                          </p:stCondLst>
                                        </p:cTn>
                                        <p:tgtEl>
                                          <p:spTgt spid="90"/>
                                        </p:tgtEl>
                                        <p:attrNameLst>
                                          <p:attrName>style.visibility</p:attrName>
                                        </p:attrNameLst>
                                      </p:cBhvr>
                                      <p:to>
                                        <p:strVal val="visible"/>
                                      </p:to>
                                    </p:set>
                                  </p:childTnLst>
                                </p:cTn>
                              </p:par>
                              <p:par>
                                <p:cTn id="109" presetID="1" presetClass="entr" presetSubtype="0" fill="hold" nodeType="withEffect">
                                  <p:stCondLst>
                                    <p:cond delay="0"/>
                                  </p:stCondLst>
                                  <p:childTnLst>
                                    <p:set>
                                      <p:cBhvr>
                                        <p:cTn id="110" dur="1" fill="hold">
                                          <p:stCondLst>
                                            <p:cond delay="0"/>
                                          </p:stCondLst>
                                        </p:cTn>
                                        <p:tgtEl>
                                          <p:spTgt spid="92"/>
                                        </p:tgtEl>
                                        <p:attrNameLst>
                                          <p:attrName>style.visibility</p:attrName>
                                        </p:attrNameLst>
                                      </p:cBhvr>
                                      <p:to>
                                        <p:strVal val="visible"/>
                                      </p:to>
                                    </p:set>
                                  </p:childTnLst>
                                </p:cTn>
                              </p:par>
                              <p:par>
                                <p:cTn id="111" presetID="1" presetClass="entr" presetSubtype="0" fill="hold" nodeType="withEffect">
                                  <p:stCondLst>
                                    <p:cond delay="0"/>
                                  </p:stCondLst>
                                  <p:childTnLst>
                                    <p:set>
                                      <p:cBhvr>
                                        <p:cTn id="112" dur="1" fill="hold">
                                          <p:stCondLst>
                                            <p:cond delay="0"/>
                                          </p:stCondLst>
                                        </p:cTn>
                                        <p:tgtEl>
                                          <p:spTgt spid="91"/>
                                        </p:tgtEl>
                                        <p:attrNameLst>
                                          <p:attrName>style.visibility</p:attrName>
                                        </p:attrNameLst>
                                      </p:cBhvr>
                                      <p:to>
                                        <p:strVal val="visible"/>
                                      </p:to>
                                    </p:set>
                                  </p:childTnLst>
                                </p:cTn>
                              </p:par>
                              <p:par>
                                <p:cTn id="113" presetID="1" presetClass="entr" presetSubtype="0" fill="hold" nodeType="withEffect">
                                  <p:stCondLst>
                                    <p:cond delay="0"/>
                                  </p:stCondLst>
                                  <p:childTnLst>
                                    <p:set>
                                      <p:cBhvr>
                                        <p:cTn id="114" dur="1" fill="hold">
                                          <p:stCondLst>
                                            <p:cond delay="0"/>
                                          </p:stCondLst>
                                        </p:cTn>
                                        <p:tgtEl>
                                          <p:spTgt spid="93"/>
                                        </p:tgtEl>
                                        <p:attrNameLst>
                                          <p:attrName>style.visibility</p:attrName>
                                        </p:attrNameLst>
                                      </p:cBhvr>
                                      <p:to>
                                        <p:strVal val="visible"/>
                                      </p:to>
                                    </p:set>
                                  </p:childTnLst>
                                </p:cTn>
                              </p:par>
                              <p:par>
                                <p:cTn id="115" presetID="1" presetClass="entr" presetSubtype="0" fill="hold" nodeType="withEffect">
                                  <p:stCondLst>
                                    <p:cond delay="0"/>
                                  </p:stCondLst>
                                  <p:childTnLst>
                                    <p:set>
                                      <p:cBhvr>
                                        <p:cTn id="116" dur="1" fill="hold">
                                          <p:stCondLst>
                                            <p:cond delay="0"/>
                                          </p:stCondLst>
                                        </p:cTn>
                                        <p:tgtEl>
                                          <p:spTgt spid="94"/>
                                        </p:tgtEl>
                                        <p:attrNameLst>
                                          <p:attrName>style.visibility</p:attrName>
                                        </p:attrNameLst>
                                      </p:cBhvr>
                                      <p:to>
                                        <p:strVal val="visible"/>
                                      </p:to>
                                    </p:set>
                                  </p:childTnLst>
                                </p:cTn>
                              </p:par>
                              <p:par>
                                <p:cTn id="117" presetID="1" presetClass="entr" presetSubtype="0" fill="hold" nodeType="withEffect">
                                  <p:stCondLst>
                                    <p:cond delay="0"/>
                                  </p:stCondLst>
                                  <p:childTnLst>
                                    <p:set>
                                      <p:cBhvr>
                                        <p:cTn id="118" dur="1" fill="hold">
                                          <p:stCondLst>
                                            <p:cond delay="0"/>
                                          </p:stCondLst>
                                        </p:cTn>
                                        <p:tgtEl>
                                          <p:spTgt spid="95"/>
                                        </p:tgtEl>
                                        <p:attrNameLst>
                                          <p:attrName>style.visibility</p:attrName>
                                        </p:attrNameLst>
                                      </p:cBhvr>
                                      <p:to>
                                        <p:strVal val="visible"/>
                                      </p:to>
                                    </p:set>
                                  </p:childTnLst>
                                </p:cTn>
                              </p:par>
                            </p:childTnLst>
                          </p:cTn>
                        </p:par>
                      </p:childTnLst>
                    </p:cTn>
                  </p:par>
                  <p:par>
                    <p:cTn id="119" fill="hold">
                      <p:stCondLst>
                        <p:cond delay="indefinite"/>
                      </p:stCondLst>
                      <p:childTnLst>
                        <p:par>
                          <p:cTn id="120" fill="hold">
                            <p:stCondLst>
                              <p:cond delay="0"/>
                            </p:stCondLst>
                            <p:childTnLst>
                              <p:par>
                                <p:cTn id="121" presetID="1" presetClass="entr" presetSubtype="0" fill="hold" nodeType="clickEffect">
                                  <p:stCondLst>
                                    <p:cond delay="0"/>
                                  </p:stCondLst>
                                  <p:childTnLst>
                                    <p:set>
                                      <p:cBhvr>
                                        <p:cTn id="122" dur="1" fill="hold">
                                          <p:stCondLst>
                                            <p:cond delay="0"/>
                                          </p:stCondLst>
                                        </p:cTn>
                                        <p:tgtEl>
                                          <p:spTgt spid="97"/>
                                        </p:tgtEl>
                                        <p:attrNameLst>
                                          <p:attrName>style.visibility</p:attrName>
                                        </p:attrNameLst>
                                      </p:cBhvr>
                                      <p:to>
                                        <p:strVal val="visible"/>
                                      </p:to>
                                    </p:set>
                                  </p:childTnLst>
                                </p:cTn>
                              </p:par>
                              <p:par>
                                <p:cTn id="123" presetID="1" presetClass="entr" presetSubtype="0" fill="hold" nodeType="withEffect">
                                  <p:stCondLst>
                                    <p:cond delay="0"/>
                                  </p:stCondLst>
                                  <p:childTnLst>
                                    <p:set>
                                      <p:cBhvr>
                                        <p:cTn id="124" dur="1" fill="hold">
                                          <p:stCondLst>
                                            <p:cond delay="0"/>
                                          </p:stCondLst>
                                        </p:cTn>
                                        <p:tgtEl>
                                          <p:spTgt spid="104"/>
                                        </p:tgtEl>
                                        <p:attrNameLst>
                                          <p:attrName>style.visibility</p:attrName>
                                        </p:attrNameLst>
                                      </p:cBhvr>
                                      <p:to>
                                        <p:strVal val="visible"/>
                                      </p:to>
                                    </p:set>
                                  </p:childTnLst>
                                </p:cTn>
                              </p:par>
                              <p:par>
                                <p:cTn id="125" presetID="1" presetClass="entr" presetSubtype="0" fill="hold" nodeType="withEffect">
                                  <p:stCondLst>
                                    <p:cond delay="0"/>
                                  </p:stCondLst>
                                  <p:childTnLst>
                                    <p:set>
                                      <p:cBhvr>
                                        <p:cTn id="126" dur="1" fill="hold">
                                          <p:stCondLst>
                                            <p:cond delay="0"/>
                                          </p:stCondLst>
                                        </p:cTn>
                                        <p:tgtEl>
                                          <p:spTgt spid="98"/>
                                        </p:tgtEl>
                                        <p:attrNameLst>
                                          <p:attrName>style.visibility</p:attrName>
                                        </p:attrNameLst>
                                      </p:cBhvr>
                                      <p:to>
                                        <p:strVal val="visible"/>
                                      </p:to>
                                    </p:set>
                                  </p:childTnLst>
                                </p:cTn>
                              </p:par>
                              <p:par>
                                <p:cTn id="127" presetID="1" presetClass="entr" presetSubtype="0" fill="hold" nodeType="withEffect">
                                  <p:stCondLst>
                                    <p:cond delay="0"/>
                                  </p:stCondLst>
                                  <p:childTnLst>
                                    <p:set>
                                      <p:cBhvr>
                                        <p:cTn id="128" dur="1" fill="hold">
                                          <p:stCondLst>
                                            <p:cond delay="0"/>
                                          </p:stCondLst>
                                        </p:cTn>
                                        <p:tgtEl>
                                          <p:spTgt spid="100"/>
                                        </p:tgtEl>
                                        <p:attrNameLst>
                                          <p:attrName>style.visibility</p:attrName>
                                        </p:attrNameLst>
                                      </p:cBhvr>
                                      <p:to>
                                        <p:strVal val="visible"/>
                                      </p:to>
                                    </p:set>
                                  </p:childTnLst>
                                </p:cTn>
                              </p:par>
                              <p:par>
                                <p:cTn id="129" presetID="1" presetClass="entr" presetSubtype="0" fill="hold" nodeType="withEffect">
                                  <p:stCondLst>
                                    <p:cond delay="0"/>
                                  </p:stCondLst>
                                  <p:childTnLst>
                                    <p:set>
                                      <p:cBhvr>
                                        <p:cTn id="130" dur="1" fill="hold">
                                          <p:stCondLst>
                                            <p:cond delay="0"/>
                                          </p:stCondLst>
                                        </p:cTn>
                                        <p:tgtEl>
                                          <p:spTgt spid="99"/>
                                        </p:tgtEl>
                                        <p:attrNameLst>
                                          <p:attrName>style.visibility</p:attrName>
                                        </p:attrNameLst>
                                      </p:cBhvr>
                                      <p:to>
                                        <p:strVal val="visible"/>
                                      </p:to>
                                    </p:set>
                                  </p:childTnLst>
                                </p:cTn>
                              </p:par>
                              <p:par>
                                <p:cTn id="131" presetID="1" presetClass="entr" presetSubtype="0" fill="hold" nodeType="withEffect">
                                  <p:stCondLst>
                                    <p:cond delay="0"/>
                                  </p:stCondLst>
                                  <p:childTnLst>
                                    <p:set>
                                      <p:cBhvr>
                                        <p:cTn id="132" dur="1" fill="hold">
                                          <p:stCondLst>
                                            <p:cond delay="0"/>
                                          </p:stCondLst>
                                        </p:cTn>
                                        <p:tgtEl>
                                          <p:spTgt spid="101"/>
                                        </p:tgtEl>
                                        <p:attrNameLst>
                                          <p:attrName>style.visibility</p:attrName>
                                        </p:attrNameLst>
                                      </p:cBhvr>
                                      <p:to>
                                        <p:strVal val="visible"/>
                                      </p:to>
                                    </p:set>
                                  </p:childTnLst>
                                </p:cTn>
                              </p:par>
                              <p:par>
                                <p:cTn id="133" presetID="1" presetClass="entr" presetSubtype="0" fill="hold" nodeType="withEffect">
                                  <p:stCondLst>
                                    <p:cond delay="0"/>
                                  </p:stCondLst>
                                  <p:childTnLst>
                                    <p:set>
                                      <p:cBhvr>
                                        <p:cTn id="134" dur="1" fill="hold">
                                          <p:stCondLst>
                                            <p:cond delay="0"/>
                                          </p:stCondLst>
                                        </p:cTn>
                                        <p:tgtEl>
                                          <p:spTgt spid="102"/>
                                        </p:tgtEl>
                                        <p:attrNameLst>
                                          <p:attrName>style.visibility</p:attrName>
                                        </p:attrNameLst>
                                      </p:cBhvr>
                                      <p:to>
                                        <p:strVal val="visible"/>
                                      </p:to>
                                    </p:set>
                                  </p:childTnLst>
                                </p:cTn>
                              </p:par>
                              <p:par>
                                <p:cTn id="135" presetID="1" presetClass="entr" presetSubtype="0" fill="hold" nodeType="withEffect">
                                  <p:stCondLst>
                                    <p:cond delay="0"/>
                                  </p:stCondLst>
                                  <p:childTnLst>
                                    <p:set>
                                      <p:cBhvr>
                                        <p:cTn id="136" dur="1" fill="hold">
                                          <p:stCondLst>
                                            <p:cond delay="0"/>
                                          </p:stCondLst>
                                        </p:cTn>
                                        <p:tgtEl>
                                          <p:spTgt spid="103"/>
                                        </p:tgtEl>
                                        <p:attrNameLst>
                                          <p:attrName>style.visibility</p:attrName>
                                        </p:attrNameLst>
                                      </p:cBhvr>
                                      <p:to>
                                        <p:strVal val="visible"/>
                                      </p:to>
                                    </p:set>
                                  </p:childTnLst>
                                </p:cTn>
                              </p:par>
                            </p:childTnLst>
                          </p:cTn>
                        </p:par>
                      </p:childTnLst>
                    </p:cTn>
                  </p:par>
                  <p:par>
                    <p:cTn id="137" fill="hold">
                      <p:stCondLst>
                        <p:cond delay="indefinite"/>
                      </p:stCondLst>
                      <p:childTnLst>
                        <p:par>
                          <p:cTn id="138" fill="hold">
                            <p:stCondLst>
                              <p:cond delay="0"/>
                            </p:stCondLst>
                            <p:childTnLst>
                              <p:par>
                                <p:cTn id="139" presetID="1" presetClass="entr" presetSubtype="0" fill="hold" nodeType="clickEffect">
                                  <p:stCondLst>
                                    <p:cond delay="0"/>
                                  </p:stCondLst>
                                  <p:childTnLst>
                                    <p:set>
                                      <p:cBhvr>
                                        <p:cTn id="140" dur="1" fill="hold">
                                          <p:stCondLst>
                                            <p:cond delay="0"/>
                                          </p:stCondLst>
                                        </p:cTn>
                                        <p:tgtEl>
                                          <p:spTgt spid="105"/>
                                        </p:tgtEl>
                                        <p:attrNameLst>
                                          <p:attrName>style.visibility</p:attrName>
                                        </p:attrNameLst>
                                      </p:cBhvr>
                                      <p:to>
                                        <p:strVal val="visible"/>
                                      </p:to>
                                    </p:set>
                                  </p:childTnLst>
                                </p:cTn>
                              </p:par>
                              <p:par>
                                <p:cTn id="141" presetID="1" presetClass="entr" presetSubtype="0" fill="hold" nodeType="withEffect">
                                  <p:stCondLst>
                                    <p:cond delay="0"/>
                                  </p:stCondLst>
                                  <p:childTnLst>
                                    <p:set>
                                      <p:cBhvr>
                                        <p:cTn id="142" dur="1" fill="hold">
                                          <p:stCondLst>
                                            <p:cond delay="0"/>
                                          </p:stCondLst>
                                        </p:cTn>
                                        <p:tgtEl>
                                          <p:spTgt spid="106"/>
                                        </p:tgtEl>
                                        <p:attrNameLst>
                                          <p:attrName>style.visibility</p:attrName>
                                        </p:attrNameLst>
                                      </p:cBhvr>
                                      <p:to>
                                        <p:strVal val="visible"/>
                                      </p:to>
                                    </p:set>
                                  </p:childTnLst>
                                </p:cTn>
                              </p:par>
                              <p:par>
                                <p:cTn id="143" presetID="1" presetClass="entr" presetSubtype="0" fill="hold" nodeType="withEffect">
                                  <p:stCondLst>
                                    <p:cond delay="0"/>
                                  </p:stCondLst>
                                  <p:childTnLst>
                                    <p:set>
                                      <p:cBhvr>
                                        <p:cTn id="144" dur="1" fill="hold">
                                          <p:stCondLst>
                                            <p:cond delay="0"/>
                                          </p:stCondLst>
                                        </p:cTn>
                                        <p:tgtEl>
                                          <p:spTgt spid="112"/>
                                        </p:tgtEl>
                                        <p:attrNameLst>
                                          <p:attrName>style.visibility</p:attrName>
                                        </p:attrNameLst>
                                      </p:cBhvr>
                                      <p:to>
                                        <p:strVal val="visible"/>
                                      </p:to>
                                    </p:set>
                                  </p:childTnLst>
                                </p:cTn>
                              </p:par>
                              <p:par>
                                <p:cTn id="145" presetID="1" presetClass="entr" presetSubtype="0" fill="hold" nodeType="withEffect">
                                  <p:stCondLst>
                                    <p:cond delay="0"/>
                                  </p:stCondLst>
                                  <p:childTnLst>
                                    <p:set>
                                      <p:cBhvr>
                                        <p:cTn id="146" dur="1" fill="hold">
                                          <p:stCondLst>
                                            <p:cond delay="0"/>
                                          </p:stCondLst>
                                        </p:cTn>
                                        <p:tgtEl>
                                          <p:spTgt spid="108"/>
                                        </p:tgtEl>
                                        <p:attrNameLst>
                                          <p:attrName>style.visibility</p:attrName>
                                        </p:attrNameLst>
                                      </p:cBhvr>
                                      <p:to>
                                        <p:strVal val="visible"/>
                                      </p:to>
                                    </p:set>
                                  </p:childTnLst>
                                </p:cTn>
                              </p:par>
                              <p:par>
                                <p:cTn id="147" presetID="1" presetClass="entr" presetSubtype="0" fill="hold" nodeType="withEffect">
                                  <p:stCondLst>
                                    <p:cond delay="0"/>
                                  </p:stCondLst>
                                  <p:childTnLst>
                                    <p:set>
                                      <p:cBhvr>
                                        <p:cTn id="148" dur="1" fill="hold">
                                          <p:stCondLst>
                                            <p:cond delay="0"/>
                                          </p:stCondLst>
                                        </p:cTn>
                                        <p:tgtEl>
                                          <p:spTgt spid="107"/>
                                        </p:tgtEl>
                                        <p:attrNameLst>
                                          <p:attrName>style.visibility</p:attrName>
                                        </p:attrNameLst>
                                      </p:cBhvr>
                                      <p:to>
                                        <p:strVal val="visible"/>
                                      </p:to>
                                    </p:set>
                                  </p:childTnLst>
                                </p:cTn>
                              </p:par>
                              <p:par>
                                <p:cTn id="149" presetID="1" presetClass="entr" presetSubtype="0" fill="hold" nodeType="withEffect">
                                  <p:stCondLst>
                                    <p:cond delay="0"/>
                                  </p:stCondLst>
                                  <p:childTnLst>
                                    <p:set>
                                      <p:cBhvr>
                                        <p:cTn id="150" dur="1" fill="hold">
                                          <p:stCondLst>
                                            <p:cond delay="0"/>
                                          </p:stCondLst>
                                        </p:cTn>
                                        <p:tgtEl>
                                          <p:spTgt spid="109"/>
                                        </p:tgtEl>
                                        <p:attrNameLst>
                                          <p:attrName>style.visibility</p:attrName>
                                        </p:attrNameLst>
                                      </p:cBhvr>
                                      <p:to>
                                        <p:strVal val="visible"/>
                                      </p:to>
                                    </p:set>
                                  </p:childTnLst>
                                </p:cTn>
                              </p:par>
                              <p:par>
                                <p:cTn id="151" presetID="1" presetClass="entr" presetSubtype="0" fill="hold" nodeType="withEffect">
                                  <p:stCondLst>
                                    <p:cond delay="0"/>
                                  </p:stCondLst>
                                  <p:childTnLst>
                                    <p:set>
                                      <p:cBhvr>
                                        <p:cTn id="152" dur="1" fill="hold">
                                          <p:stCondLst>
                                            <p:cond delay="0"/>
                                          </p:stCondLst>
                                        </p:cTn>
                                        <p:tgtEl>
                                          <p:spTgt spid="110"/>
                                        </p:tgtEl>
                                        <p:attrNameLst>
                                          <p:attrName>style.visibility</p:attrName>
                                        </p:attrNameLst>
                                      </p:cBhvr>
                                      <p:to>
                                        <p:strVal val="visible"/>
                                      </p:to>
                                    </p:set>
                                  </p:childTnLst>
                                </p:cTn>
                              </p:par>
                              <p:par>
                                <p:cTn id="153" presetID="1" presetClass="entr" presetSubtype="0" fill="hold" nodeType="withEffect">
                                  <p:stCondLst>
                                    <p:cond delay="0"/>
                                  </p:stCondLst>
                                  <p:childTnLst>
                                    <p:set>
                                      <p:cBhvr>
                                        <p:cTn id="154" dur="1" fill="hold">
                                          <p:stCondLst>
                                            <p:cond delay="0"/>
                                          </p:stCondLst>
                                        </p:cTn>
                                        <p:tgtEl>
                                          <p:spTgt spid="111"/>
                                        </p:tgtEl>
                                        <p:attrNameLst>
                                          <p:attrName>style.visibility</p:attrName>
                                        </p:attrNameLst>
                                      </p:cBhvr>
                                      <p:to>
                                        <p:strVal val="visible"/>
                                      </p:to>
                                    </p:set>
                                  </p:childTnLst>
                                </p:cTn>
                              </p:par>
                            </p:childTnLst>
                          </p:cTn>
                        </p:par>
                      </p:childTnLst>
                    </p:cTn>
                  </p:par>
                  <p:par>
                    <p:cTn id="155" fill="hold">
                      <p:stCondLst>
                        <p:cond delay="indefinite"/>
                      </p:stCondLst>
                      <p:childTnLst>
                        <p:par>
                          <p:cTn id="156" fill="hold">
                            <p:stCondLst>
                              <p:cond delay="0"/>
                            </p:stCondLst>
                            <p:childTnLst>
                              <p:par>
                                <p:cTn id="157" presetID="1" presetClass="entr" presetSubtype="0" fill="hold" nodeType="clickEffect">
                                  <p:stCondLst>
                                    <p:cond delay="0"/>
                                  </p:stCondLst>
                                  <p:childTnLst>
                                    <p:set>
                                      <p:cBhvr>
                                        <p:cTn id="158" dur="1" fill="hold">
                                          <p:stCondLst>
                                            <p:cond delay="0"/>
                                          </p:stCondLst>
                                        </p:cTn>
                                        <p:tgtEl>
                                          <p:spTgt spid="113"/>
                                        </p:tgtEl>
                                        <p:attrNameLst>
                                          <p:attrName>style.visibility</p:attrName>
                                        </p:attrNameLst>
                                      </p:cBhvr>
                                      <p:to>
                                        <p:strVal val="visible"/>
                                      </p:to>
                                    </p:set>
                                  </p:childTnLst>
                                </p:cTn>
                              </p:par>
                              <p:par>
                                <p:cTn id="159" presetID="1" presetClass="entr" presetSubtype="0" fill="hold" nodeType="withEffect">
                                  <p:stCondLst>
                                    <p:cond delay="0"/>
                                  </p:stCondLst>
                                  <p:childTnLst>
                                    <p:set>
                                      <p:cBhvr>
                                        <p:cTn id="160" dur="1" fill="hold">
                                          <p:stCondLst>
                                            <p:cond delay="0"/>
                                          </p:stCondLst>
                                        </p:cTn>
                                        <p:tgtEl>
                                          <p:spTgt spid="120"/>
                                        </p:tgtEl>
                                        <p:attrNameLst>
                                          <p:attrName>style.visibility</p:attrName>
                                        </p:attrNameLst>
                                      </p:cBhvr>
                                      <p:to>
                                        <p:strVal val="visible"/>
                                      </p:to>
                                    </p:set>
                                  </p:childTnLst>
                                </p:cTn>
                              </p:par>
                              <p:par>
                                <p:cTn id="161" presetID="1" presetClass="entr" presetSubtype="0" fill="hold" nodeType="withEffect">
                                  <p:stCondLst>
                                    <p:cond delay="0"/>
                                  </p:stCondLst>
                                  <p:childTnLst>
                                    <p:set>
                                      <p:cBhvr>
                                        <p:cTn id="162" dur="1" fill="hold">
                                          <p:stCondLst>
                                            <p:cond delay="0"/>
                                          </p:stCondLst>
                                        </p:cTn>
                                        <p:tgtEl>
                                          <p:spTgt spid="114"/>
                                        </p:tgtEl>
                                        <p:attrNameLst>
                                          <p:attrName>style.visibility</p:attrName>
                                        </p:attrNameLst>
                                      </p:cBhvr>
                                      <p:to>
                                        <p:strVal val="visible"/>
                                      </p:to>
                                    </p:set>
                                  </p:childTnLst>
                                </p:cTn>
                              </p:par>
                              <p:par>
                                <p:cTn id="163" presetID="1" presetClass="entr" presetSubtype="0" fill="hold" nodeType="withEffect">
                                  <p:stCondLst>
                                    <p:cond delay="0"/>
                                  </p:stCondLst>
                                  <p:childTnLst>
                                    <p:set>
                                      <p:cBhvr>
                                        <p:cTn id="164" dur="1" fill="hold">
                                          <p:stCondLst>
                                            <p:cond delay="0"/>
                                          </p:stCondLst>
                                        </p:cTn>
                                        <p:tgtEl>
                                          <p:spTgt spid="116"/>
                                        </p:tgtEl>
                                        <p:attrNameLst>
                                          <p:attrName>style.visibility</p:attrName>
                                        </p:attrNameLst>
                                      </p:cBhvr>
                                      <p:to>
                                        <p:strVal val="visible"/>
                                      </p:to>
                                    </p:set>
                                  </p:childTnLst>
                                </p:cTn>
                              </p:par>
                              <p:par>
                                <p:cTn id="165" presetID="1" presetClass="entr" presetSubtype="0" fill="hold" nodeType="withEffect">
                                  <p:stCondLst>
                                    <p:cond delay="0"/>
                                  </p:stCondLst>
                                  <p:childTnLst>
                                    <p:set>
                                      <p:cBhvr>
                                        <p:cTn id="166" dur="1" fill="hold">
                                          <p:stCondLst>
                                            <p:cond delay="0"/>
                                          </p:stCondLst>
                                        </p:cTn>
                                        <p:tgtEl>
                                          <p:spTgt spid="115"/>
                                        </p:tgtEl>
                                        <p:attrNameLst>
                                          <p:attrName>style.visibility</p:attrName>
                                        </p:attrNameLst>
                                      </p:cBhvr>
                                      <p:to>
                                        <p:strVal val="visible"/>
                                      </p:to>
                                    </p:set>
                                  </p:childTnLst>
                                </p:cTn>
                              </p:par>
                              <p:par>
                                <p:cTn id="167" presetID="1" presetClass="entr" presetSubtype="0" fill="hold" nodeType="withEffect">
                                  <p:stCondLst>
                                    <p:cond delay="0"/>
                                  </p:stCondLst>
                                  <p:childTnLst>
                                    <p:set>
                                      <p:cBhvr>
                                        <p:cTn id="168" dur="1" fill="hold">
                                          <p:stCondLst>
                                            <p:cond delay="0"/>
                                          </p:stCondLst>
                                        </p:cTn>
                                        <p:tgtEl>
                                          <p:spTgt spid="117"/>
                                        </p:tgtEl>
                                        <p:attrNameLst>
                                          <p:attrName>style.visibility</p:attrName>
                                        </p:attrNameLst>
                                      </p:cBhvr>
                                      <p:to>
                                        <p:strVal val="visible"/>
                                      </p:to>
                                    </p:set>
                                  </p:childTnLst>
                                </p:cTn>
                              </p:par>
                              <p:par>
                                <p:cTn id="169" presetID="1" presetClass="entr" presetSubtype="0" fill="hold" nodeType="withEffect">
                                  <p:stCondLst>
                                    <p:cond delay="0"/>
                                  </p:stCondLst>
                                  <p:childTnLst>
                                    <p:set>
                                      <p:cBhvr>
                                        <p:cTn id="170" dur="1" fill="hold">
                                          <p:stCondLst>
                                            <p:cond delay="0"/>
                                          </p:stCondLst>
                                        </p:cTn>
                                        <p:tgtEl>
                                          <p:spTgt spid="118"/>
                                        </p:tgtEl>
                                        <p:attrNameLst>
                                          <p:attrName>style.visibility</p:attrName>
                                        </p:attrNameLst>
                                      </p:cBhvr>
                                      <p:to>
                                        <p:strVal val="visible"/>
                                      </p:to>
                                    </p:set>
                                  </p:childTnLst>
                                </p:cTn>
                              </p:par>
                              <p:par>
                                <p:cTn id="171" presetID="1" presetClass="entr" presetSubtype="0" fill="hold" nodeType="withEffect">
                                  <p:stCondLst>
                                    <p:cond delay="0"/>
                                  </p:stCondLst>
                                  <p:childTnLst>
                                    <p:set>
                                      <p:cBhvr>
                                        <p:cTn id="172" dur="1" fill="hold">
                                          <p:stCondLst>
                                            <p:cond delay="0"/>
                                          </p:stCondLst>
                                        </p:cTn>
                                        <p:tgtEl>
                                          <p:spTgt spid="119"/>
                                        </p:tgtEl>
                                        <p:attrNameLst>
                                          <p:attrName>style.visibility</p:attrName>
                                        </p:attrNameLst>
                                      </p:cBhvr>
                                      <p:to>
                                        <p:strVal val="visible"/>
                                      </p:to>
                                    </p:set>
                                  </p:childTnLst>
                                </p:cTn>
                              </p:par>
                            </p:childTnLst>
                          </p:cTn>
                        </p:par>
                      </p:childTnLst>
                    </p:cTn>
                  </p:par>
                  <p:par>
                    <p:cTn id="173" fill="hold">
                      <p:stCondLst>
                        <p:cond delay="indefinite"/>
                      </p:stCondLst>
                      <p:childTnLst>
                        <p:par>
                          <p:cTn id="174" fill="hold">
                            <p:stCondLst>
                              <p:cond delay="0"/>
                            </p:stCondLst>
                            <p:childTnLst>
                              <p:par>
                                <p:cTn id="175" presetID="1" presetClass="entr" presetSubtype="0" fill="hold" nodeType="clickEffect">
                                  <p:stCondLst>
                                    <p:cond delay="0"/>
                                  </p:stCondLst>
                                  <p:childTnLst>
                                    <p:set>
                                      <p:cBhvr>
                                        <p:cTn id="176" dur="1" fill="hold">
                                          <p:stCondLst>
                                            <p:cond delay="0"/>
                                          </p:stCondLst>
                                        </p:cTn>
                                        <p:tgtEl>
                                          <p:spTgt spid="121"/>
                                        </p:tgtEl>
                                        <p:attrNameLst>
                                          <p:attrName>style.visibility</p:attrName>
                                        </p:attrNameLst>
                                      </p:cBhvr>
                                      <p:to>
                                        <p:strVal val="visible"/>
                                      </p:to>
                                    </p:set>
                                  </p:childTnLst>
                                </p:cTn>
                              </p:par>
                              <p:par>
                                <p:cTn id="177" presetID="1" presetClass="entr" presetSubtype="0" fill="hold" nodeType="withEffect">
                                  <p:stCondLst>
                                    <p:cond delay="0"/>
                                  </p:stCondLst>
                                  <p:childTnLst>
                                    <p:set>
                                      <p:cBhvr>
                                        <p:cTn id="178" dur="1" fill="hold">
                                          <p:stCondLst>
                                            <p:cond delay="0"/>
                                          </p:stCondLst>
                                        </p:cTn>
                                        <p:tgtEl>
                                          <p:spTgt spid="128"/>
                                        </p:tgtEl>
                                        <p:attrNameLst>
                                          <p:attrName>style.visibility</p:attrName>
                                        </p:attrNameLst>
                                      </p:cBhvr>
                                      <p:to>
                                        <p:strVal val="visible"/>
                                      </p:to>
                                    </p:set>
                                  </p:childTnLst>
                                </p:cTn>
                              </p:par>
                              <p:par>
                                <p:cTn id="179" presetID="1" presetClass="entr" presetSubtype="0" fill="hold" nodeType="withEffect">
                                  <p:stCondLst>
                                    <p:cond delay="0"/>
                                  </p:stCondLst>
                                  <p:childTnLst>
                                    <p:set>
                                      <p:cBhvr>
                                        <p:cTn id="180" dur="1" fill="hold">
                                          <p:stCondLst>
                                            <p:cond delay="0"/>
                                          </p:stCondLst>
                                        </p:cTn>
                                        <p:tgtEl>
                                          <p:spTgt spid="122"/>
                                        </p:tgtEl>
                                        <p:attrNameLst>
                                          <p:attrName>style.visibility</p:attrName>
                                        </p:attrNameLst>
                                      </p:cBhvr>
                                      <p:to>
                                        <p:strVal val="visible"/>
                                      </p:to>
                                    </p:set>
                                  </p:childTnLst>
                                </p:cTn>
                              </p:par>
                              <p:par>
                                <p:cTn id="181" presetID="1" presetClass="entr" presetSubtype="0" fill="hold" nodeType="withEffect">
                                  <p:stCondLst>
                                    <p:cond delay="0"/>
                                  </p:stCondLst>
                                  <p:childTnLst>
                                    <p:set>
                                      <p:cBhvr>
                                        <p:cTn id="182" dur="1" fill="hold">
                                          <p:stCondLst>
                                            <p:cond delay="0"/>
                                          </p:stCondLst>
                                        </p:cTn>
                                        <p:tgtEl>
                                          <p:spTgt spid="124"/>
                                        </p:tgtEl>
                                        <p:attrNameLst>
                                          <p:attrName>style.visibility</p:attrName>
                                        </p:attrNameLst>
                                      </p:cBhvr>
                                      <p:to>
                                        <p:strVal val="visible"/>
                                      </p:to>
                                    </p:set>
                                  </p:childTnLst>
                                </p:cTn>
                              </p:par>
                              <p:par>
                                <p:cTn id="183" presetID="1" presetClass="entr" presetSubtype="0" fill="hold" nodeType="withEffect">
                                  <p:stCondLst>
                                    <p:cond delay="0"/>
                                  </p:stCondLst>
                                  <p:childTnLst>
                                    <p:set>
                                      <p:cBhvr>
                                        <p:cTn id="184" dur="1" fill="hold">
                                          <p:stCondLst>
                                            <p:cond delay="0"/>
                                          </p:stCondLst>
                                        </p:cTn>
                                        <p:tgtEl>
                                          <p:spTgt spid="123"/>
                                        </p:tgtEl>
                                        <p:attrNameLst>
                                          <p:attrName>style.visibility</p:attrName>
                                        </p:attrNameLst>
                                      </p:cBhvr>
                                      <p:to>
                                        <p:strVal val="visible"/>
                                      </p:to>
                                    </p:set>
                                  </p:childTnLst>
                                </p:cTn>
                              </p:par>
                              <p:par>
                                <p:cTn id="185" presetID="1" presetClass="entr" presetSubtype="0" fill="hold" nodeType="withEffect">
                                  <p:stCondLst>
                                    <p:cond delay="0"/>
                                  </p:stCondLst>
                                  <p:childTnLst>
                                    <p:set>
                                      <p:cBhvr>
                                        <p:cTn id="186" dur="1" fill="hold">
                                          <p:stCondLst>
                                            <p:cond delay="0"/>
                                          </p:stCondLst>
                                        </p:cTn>
                                        <p:tgtEl>
                                          <p:spTgt spid="125"/>
                                        </p:tgtEl>
                                        <p:attrNameLst>
                                          <p:attrName>style.visibility</p:attrName>
                                        </p:attrNameLst>
                                      </p:cBhvr>
                                      <p:to>
                                        <p:strVal val="visible"/>
                                      </p:to>
                                    </p:set>
                                  </p:childTnLst>
                                </p:cTn>
                              </p:par>
                              <p:par>
                                <p:cTn id="187" presetID="1" presetClass="entr" presetSubtype="0" fill="hold" nodeType="withEffect">
                                  <p:stCondLst>
                                    <p:cond delay="0"/>
                                  </p:stCondLst>
                                  <p:childTnLst>
                                    <p:set>
                                      <p:cBhvr>
                                        <p:cTn id="188" dur="1" fill="hold">
                                          <p:stCondLst>
                                            <p:cond delay="0"/>
                                          </p:stCondLst>
                                        </p:cTn>
                                        <p:tgtEl>
                                          <p:spTgt spid="126"/>
                                        </p:tgtEl>
                                        <p:attrNameLst>
                                          <p:attrName>style.visibility</p:attrName>
                                        </p:attrNameLst>
                                      </p:cBhvr>
                                      <p:to>
                                        <p:strVal val="visible"/>
                                      </p:to>
                                    </p:set>
                                  </p:childTnLst>
                                </p:cTn>
                              </p:par>
                              <p:par>
                                <p:cTn id="189" presetID="1" presetClass="entr" presetSubtype="0" fill="hold" nodeType="withEffect">
                                  <p:stCondLst>
                                    <p:cond delay="0"/>
                                  </p:stCondLst>
                                  <p:childTnLst>
                                    <p:set>
                                      <p:cBhvr>
                                        <p:cTn id="190" dur="1" fill="hold">
                                          <p:stCondLst>
                                            <p:cond delay="0"/>
                                          </p:stCondLst>
                                        </p:cTn>
                                        <p:tgtEl>
                                          <p:spTgt spid="127"/>
                                        </p:tgtEl>
                                        <p:attrNameLst>
                                          <p:attrName>style.visibility</p:attrName>
                                        </p:attrNameLst>
                                      </p:cBhvr>
                                      <p:to>
                                        <p:strVal val="visible"/>
                                      </p:to>
                                    </p:set>
                                  </p:childTnLst>
                                </p:cTn>
                              </p:par>
                            </p:childTnLst>
                          </p:cTn>
                        </p:par>
                      </p:childTnLst>
                    </p:cTn>
                  </p:par>
                  <p:par>
                    <p:cTn id="191" fill="hold">
                      <p:stCondLst>
                        <p:cond delay="indefinite"/>
                      </p:stCondLst>
                      <p:childTnLst>
                        <p:par>
                          <p:cTn id="192" fill="hold">
                            <p:stCondLst>
                              <p:cond delay="0"/>
                            </p:stCondLst>
                            <p:childTnLst>
                              <p:par>
                                <p:cTn id="193" presetID="1" presetClass="entr" presetSubtype="0" fill="hold" nodeType="clickEffect">
                                  <p:stCondLst>
                                    <p:cond delay="0"/>
                                  </p:stCondLst>
                                  <p:childTnLst>
                                    <p:set>
                                      <p:cBhvr>
                                        <p:cTn id="194" dur="1" fill="hold">
                                          <p:stCondLst>
                                            <p:cond delay="0"/>
                                          </p:stCondLst>
                                        </p:cTn>
                                        <p:tgtEl>
                                          <p:spTgt spid="129"/>
                                        </p:tgtEl>
                                        <p:attrNameLst>
                                          <p:attrName>style.visibility</p:attrName>
                                        </p:attrNameLst>
                                      </p:cBhvr>
                                      <p:to>
                                        <p:strVal val="visible"/>
                                      </p:to>
                                    </p:set>
                                  </p:childTnLst>
                                </p:cTn>
                              </p:par>
                              <p:par>
                                <p:cTn id="195" presetID="1" presetClass="entr" presetSubtype="0" fill="hold" nodeType="withEffect">
                                  <p:stCondLst>
                                    <p:cond delay="0"/>
                                  </p:stCondLst>
                                  <p:childTnLst>
                                    <p:set>
                                      <p:cBhvr>
                                        <p:cTn id="196" dur="1" fill="hold">
                                          <p:stCondLst>
                                            <p:cond delay="0"/>
                                          </p:stCondLst>
                                        </p:cTn>
                                        <p:tgtEl>
                                          <p:spTgt spid="136"/>
                                        </p:tgtEl>
                                        <p:attrNameLst>
                                          <p:attrName>style.visibility</p:attrName>
                                        </p:attrNameLst>
                                      </p:cBhvr>
                                      <p:to>
                                        <p:strVal val="visible"/>
                                      </p:to>
                                    </p:set>
                                  </p:childTnLst>
                                </p:cTn>
                              </p:par>
                              <p:par>
                                <p:cTn id="197" presetID="1" presetClass="entr" presetSubtype="0" fill="hold" nodeType="withEffect">
                                  <p:stCondLst>
                                    <p:cond delay="0"/>
                                  </p:stCondLst>
                                  <p:childTnLst>
                                    <p:set>
                                      <p:cBhvr>
                                        <p:cTn id="198" dur="1" fill="hold">
                                          <p:stCondLst>
                                            <p:cond delay="0"/>
                                          </p:stCondLst>
                                        </p:cTn>
                                        <p:tgtEl>
                                          <p:spTgt spid="130"/>
                                        </p:tgtEl>
                                        <p:attrNameLst>
                                          <p:attrName>style.visibility</p:attrName>
                                        </p:attrNameLst>
                                      </p:cBhvr>
                                      <p:to>
                                        <p:strVal val="visible"/>
                                      </p:to>
                                    </p:set>
                                  </p:childTnLst>
                                </p:cTn>
                              </p:par>
                              <p:par>
                                <p:cTn id="199" presetID="1" presetClass="entr" presetSubtype="0" fill="hold" nodeType="withEffect">
                                  <p:stCondLst>
                                    <p:cond delay="0"/>
                                  </p:stCondLst>
                                  <p:childTnLst>
                                    <p:set>
                                      <p:cBhvr>
                                        <p:cTn id="200" dur="1" fill="hold">
                                          <p:stCondLst>
                                            <p:cond delay="0"/>
                                          </p:stCondLst>
                                        </p:cTn>
                                        <p:tgtEl>
                                          <p:spTgt spid="132"/>
                                        </p:tgtEl>
                                        <p:attrNameLst>
                                          <p:attrName>style.visibility</p:attrName>
                                        </p:attrNameLst>
                                      </p:cBhvr>
                                      <p:to>
                                        <p:strVal val="visible"/>
                                      </p:to>
                                    </p:set>
                                  </p:childTnLst>
                                </p:cTn>
                              </p:par>
                              <p:par>
                                <p:cTn id="201" presetID="1" presetClass="entr" presetSubtype="0" fill="hold" nodeType="withEffect">
                                  <p:stCondLst>
                                    <p:cond delay="0"/>
                                  </p:stCondLst>
                                  <p:childTnLst>
                                    <p:set>
                                      <p:cBhvr>
                                        <p:cTn id="202" dur="1" fill="hold">
                                          <p:stCondLst>
                                            <p:cond delay="0"/>
                                          </p:stCondLst>
                                        </p:cTn>
                                        <p:tgtEl>
                                          <p:spTgt spid="131"/>
                                        </p:tgtEl>
                                        <p:attrNameLst>
                                          <p:attrName>style.visibility</p:attrName>
                                        </p:attrNameLst>
                                      </p:cBhvr>
                                      <p:to>
                                        <p:strVal val="visible"/>
                                      </p:to>
                                    </p:set>
                                  </p:childTnLst>
                                </p:cTn>
                              </p:par>
                              <p:par>
                                <p:cTn id="203" presetID="1" presetClass="entr" presetSubtype="0" fill="hold" nodeType="withEffect">
                                  <p:stCondLst>
                                    <p:cond delay="0"/>
                                  </p:stCondLst>
                                  <p:childTnLst>
                                    <p:set>
                                      <p:cBhvr>
                                        <p:cTn id="204" dur="1" fill="hold">
                                          <p:stCondLst>
                                            <p:cond delay="0"/>
                                          </p:stCondLst>
                                        </p:cTn>
                                        <p:tgtEl>
                                          <p:spTgt spid="133"/>
                                        </p:tgtEl>
                                        <p:attrNameLst>
                                          <p:attrName>style.visibility</p:attrName>
                                        </p:attrNameLst>
                                      </p:cBhvr>
                                      <p:to>
                                        <p:strVal val="visible"/>
                                      </p:to>
                                    </p:set>
                                  </p:childTnLst>
                                </p:cTn>
                              </p:par>
                              <p:par>
                                <p:cTn id="205" presetID="1" presetClass="entr" presetSubtype="0" fill="hold" nodeType="withEffect">
                                  <p:stCondLst>
                                    <p:cond delay="0"/>
                                  </p:stCondLst>
                                  <p:childTnLst>
                                    <p:set>
                                      <p:cBhvr>
                                        <p:cTn id="206" dur="1" fill="hold">
                                          <p:stCondLst>
                                            <p:cond delay="0"/>
                                          </p:stCondLst>
                                        </p:cTn>
                                        <p:tgtEl>
                                          <p:spTgt spid="135"/>
                                        </p:tgtEl>
                                        <p:attrNameLst>
                                          <p:attrName>style.visibility</p:attrName>
                                        </p:attrNameLst>
                                      </p:cBhvr>
                                      <p:to>
                                        <p:strVal val="visible"/>
                                      </p:to>
                                    </p:set>
                                  </p:childTnLst>
                                </p:cTn>
                              </p:par>
                              <p:par>
                                <p:cTn id="207" presetID="1" presetClass="entr" presetSubtype="0" fill="hold" nodeType="withEffect">
                                  <p:stCondLst>
                                    <p:cond delay="0"/>
                                  </p:stCondLst>
                                  <p:childTnLst>
                                    <p:set>
                                      <p:cBhvr>
                                        <p:cTn id="208" dur="1" fill="hold">
                                          <p:stCondLst>
                                            <p:cond delay="0"/>
                                          </p:stCondLst>
                                        </p:cTn>
                                        <p:tgtEl>
                                          <p:spTgt spid="134"/>
                                        </p:tgtEl>
                                        <p:attrNameLst>
                                          <p:attrName>style.visibility</p:attrName>
                                        </p:attrNameLst>
                                      </p:cBhvr>
                                      <p:to>
                                        <p:strVal val="visible"/>
                                      </p:to>
                                    </p:set>
                                  </p:childTnLst>
                                </p:cTn>
                              </p:par>
                            </p:childTnLst>
                          </p:cTn>
                        </p:par>
                      </p:childTnLst>
                    </p:cTn>
                  </p:par>
                  <p:par>
                    <p:cTn id="209" fill="hold">
                      <p:stCondLst>
                        <p:cond delay="indefinite"/>
                      </p:stCondLst>
                      <p:childTnLst>
                        <p:par>
                          <p:cTn id="210" fill="hold">
                            <p:stCondLst>
                              <p:cond delay="0"/>
                            </p:stCondLst>
                            <p:childTnLst>
                              <p:par>
                                <p:cTn id="211" presetID="1" presetClass="entr" presetSubtype="0" fill="hold" nodeType="clickEffect">
                                  <p:stCondLst>
                                    <p:cond delay="0"/>
                                  </p:stCondLst>
                                  <p:childTnLst>
                                    <p:set>
                                      <p:cBhvr>
                                        <p:cTn id="212" dur="1" fill="hold">
                                          <p:stCondLst>
                                            <p:cond delay="0"/>
                                          </p:stCondLst>
                                        </p:cTn>
                                        <p:tgtEl>
                                          <p:spTgt spid="137"/>
                                        </p:tgtEl>
                                        <p:attrNameLst>
                                          <p:attrName>style.visibility</p:attrName>
                                        </p:attrNameLst>
                                      </p:cBhvr>
                                      <p:to>
                                        <p:strVal val="visible"/>
                                      </p:to>
                                    </p:set>
                                  </p:childTnLst>
                                </p:cTn>
                              </p:par>
                              <p:par>
                                <p:cTn id="213" presetID="1" presetClass="entr" presetSubtype="0" fill="hold" nodeType="withEffect">
                                  <p:stCondLst>
                                    <p:cond delay="0"/>
                                  </p:stCondLst>
                                  <p:childTnLst>
                                    <p:set>
                                      <p:cBhvr>
                                        <p:cTn id="214" dur="1" fill="hold">
                                          <p:stCondLst>
                                            <p:cond delay="0"/>
                                          </p:stCondLst>
                                        </p:cTn>
                                        <p:tgtEl>
                                          <p:spTgt spid="144"/>
                                        </p:tgtEl>
                                        <p:attrNameLst>
                                          <p:attrName>style.visibility</p:attrName>
                                        </p:attrNameLst>
                                      </p:cBhvr>
                                      <p:to>
                                        <p:strVal val="visible"/>
                                      </p:to>
                                    </p:set>
                                  </p:childTnLst>
                                </p:cTn>
                              </p:par>
                              <p:par>
                                <p:cTn id="215" presetID="1" presetClass="entr" presetSubtype="0" fill="hold" nodeType="withEffect">
                                  <p:stCondLst>
                                    <p:cond delay="0"/>
                                  </p:stCondLst>
                                  <p:childTnLst>
                                    <p:set>
                                      <p:cBhvr>
                                        <p:cTn id="216" dur="1" fill="hold">
                                          <p:stCondLst>
                                            <p:cond delay="0"/>
                                          </p:stCondLst>
                                        </p:cTn>
                                        <p:tgtEl>
                                          <p:spTgt spid="138"/>
                                        </p:tgtEl>
                                        <p:attrNameLst>
                                          <p:attrName>style.visibility</p:attrName>
                                        </p:attrNameLst>
                                      </p:cBhvr>
                                      <p:to>
                                        <p:strVal val="visible"/>
                                      </p:to>
                                    </p:set>
                                  </p:childTnLst>
                                </p:cTn>
                              </p:par>
                              <p:par>
                                <p:cTn id="217" presetID="1" presetClass="entr" presetSubtype="0" fill="hold" nodeType="withEffect">
                                  <p:stCondLst>
                                    <p:cond delay="0"/>
                                  </p:stCondLst>
                                  <p:childTnLst>
                                    <p:set>
                                      <p:cBhvr>
                                        <p:cTn id="218" dur="1" fill="hold">
                                          <p:stCondLst>
                                            <p:cond delay="0"/>
                                          </p:stCondLst>
                                        </p:cTn>
                                        <p:tgtEl>
                                          <p:spTgt spid="140"/>
                                        </p:tgtEl>
                                        <p:attrNameLst>
                                          <p:attrName>style.visibility</p:attrName>
                                        </p:attrNameLst>
                                      </p:cBhvr>
                                      <p:to>
                                        <p:strVal val="visible"/>
                                      </p:to>
                                    </p:set>
                                  </p:childTnLst>
                                </p:cTn>
                              </p:par>
                              <p:par>
                                <p:cTn id="219" presetID="1" presetClass="entr" presetSubtype="0" fill="hold" nodeType="withEffect">
                                  <p:stCondLst>
                                    <p:cond delay="0"/>
                                  </p:stCondLst>
                                  <p:childTnLst>
                                    <p:set>
                                      <p:cBhvr>
                                        <p:cTn id="220" dur="1" fill="hold">
                                          <p:stCondLst>
                                            <p:cond delay="0"/>
                                          </p:stCondLst>
                                        </p:cTn>
                                        <p:tgtEl>
                                          <p:spTgt spid="139"/>
                                        </p:tgtEl>
                                        <p:attrNameLst>
                                          <p:attrName>style.visibility</p:attrName>
                                        </p:attrNameLst>
                                      </p:cBhvr>
                                      <p:to>
                                        <p:strVal val="visible"/>
                                      </p:to>
                                    </p:set>
                                  </p:childTnLst>
                                </p:cTn>
                              </p:par>
                              <p:par>
                                <p:cTn id="221" presetID="1" presetClass="entr" presetSubtype="0" fill="hold" nodeType="withEffect">
                                  <p:stCondLst>
                                    <p:cond delay="0"/>
                                  </p:stCondLst>
                                  <p:childTnLst>
                                    <p:set>
                                      <p:cBhvr>
                                        <p:cTn id="222" dur="1" fill="hold">
                                          <p:stCondLst>
                                            <p:cond delay="0"/>
                                          </p:stCondLst>
                                        </p:cTn>
                                        <p:tgtEl>
                                          <p:spTgt spid="141"/>
                                        </p:tgtEl>
                                        <p:attrNameLst>
                                          <p:attrName>style.visibility</p:attrName>
                                        </p:attrNameLst>
                                      </p:cBhvr>
                                      <p:to>
                                        <p:strVal val="visible"/>
                                      </p:to>
                                    </p:set>
                                  </p:childTnLst>
                                </p:cTn>
                              </p:par>
                              <p:par>
                                <p:cTn id="223" presetID="1" presetClass="entr" presetSubtype="0" fill="hold" nodeType="withEffect">
                                  <p:stCondLst>
                                    <p:cond delay="0"/>
                                  </p:stCondLst>
                                  <p:childTnLst>
                                    <p:set>
                                      <p:cBhvr>
                                        <p:cTn id="224" dur="1" fill="hold">
                                          <p:stCondLst>
                                            <p:cond delay="0"/>
                                          </p:stCondLst>
                                        </p:cTn>
                                        <p:tgtEl>
                                          <p:spTgt spid="142"/>
                                        </p:tgtEl>
                                        <p:attrNameLst>
                                          <p:attrName>style.visibility</p:attrName>
                                        </p:attrNameLst>
                                      </p:cBhvr>
                                      <p:to>
                                        <p:strVal val="visible"/>
                                      </p:to>
                                    </p:set>
                                  </p:childTnLst>
                                </p:cTn>
                              </p:par>
                              <p:par>
                                <p:cTn id="225" presetID="1" presetClass="entr" presetSubtype="0" fill="hold" nodeType="withEffect">
                                  <p:stCondLst>
                                    <p:cond delay="0"/>
                                  </p:stCondLst>
                                  <p:childTnLst>
                                    <p:set>
                                      <p:cBhvr>
                                        <p:cTn id="226" dur="1" fill="hold">
                                          <p:stCondLst>
                                            <p:cond delay="0"/>
                                          </p:stCondLst>
                                        </p:cTn>
                                        <p:tgtEl>
                                          <p:spTgt spid="143"/>
                                        </p:tgtEl>
                                        <p:attrNameLst>
                                          <p:attrName>style.visibility</p:attrName>
                                        </p:attrNameLst>
                                      </p:cBhvr>
                                      <p:to>
                                        <p:strVal val="visible"/>
                                      </p:to>
                                    </p:set>
                                  </p:childTnLst>
                                </p:cTn>
                              </p:par>
                            </p:childTnLst>
                          </p:cTn>
                        </p:par>
                      </p:childTnLst>
                    </p:cTn>
                  </p:par>
                  <p:par>
                    <p:cTn id="227" fill="hold">
                      <p:stCondLst>
                        <p:cond delay="indefinite"/>
                      </p:stCondLst>
                      <p:childTnLst>
                        <p:par>
                          <p:cTn id="228" fill="hold">
                            <p:stCondLst>
                              <p:cond delay="0"/>
                            </p:stCondLst>
                            <p:childTnLst>
                              <p:par>
                                <p:cTn id="229" presetID="1" presetClass="entr" presetSubtype="0" fill="hold" nodeType="clickEffect">
                                  <p:stCondLst>
                                    <p:cond delay="0"/>
                                  </p:stCondLst>
                                  <p:childTnLst>
                                    <p:set>
                                      <p:cBhvr>
                                        <p:cTn id="230" dur="1" fill="hold">
                                          <p:stCondLst>
                                            <p:cond delay="0"/>
                                          </p:stCondLst>
                                        </p:cTn>
                                        <p:tgtEl>
                                          <p:spTgt spid="145"/>
                                        </p:tgtEl>
                                        <p:attrNameLst>
                                          <p:attrName>style.visibility</p:attrName>
                                        </p:attrNameLst>
                                      </p:cBhvr>
                                      <p:to>
                                        <p:strVal val="visible"/>
                                      </p:to>
                                    </p:set>
                                  </p:childTnLst>
                                </p:cTn>
                              </p:par>
                              <p:par>
                                <p:cTn id="231" presetID="1" presetClass="entr" presetSubtype="0" fill="hold" nodeType="withEffect">
                                  <p:stCondLst>
                                    <p:cond delay="0"/>
                                  </p:stCondLst>
                                  <p:childTnLst>
                                    <p:set>
                                      <p:cBhvr>
                                        <p:cTn id="232" dur="1" fill="hold">
                                          <p:stCondLst>
                                            <p:cond delay="0"/>
                                          </p:stCondLst>
                                        </p:cTn>
                                        <p:tgtEl>
                                          <p:spTgt spid="152"/>
                                        </p:tgtEl>
                                        <p:attrNameLst>
                                          <p:attrName>style.visibility</p:attrName>
                                        </p:attrNameLst>
                                      </p:cBhvr>
                                      <p:to>
                                        <p:strVal val="visible"/>
                                      </p:to>
                                    </p:set>
                                  </p:childTnLst>
                                </p:cTn>
                              </p:par>
                              <p:par>
                                <p:cTn id="233" presetID="1" presetClass="entr" presetSubtype="0" fill="hold" nodeType="withEffect">
                                  <p:stCondLst>
                                    <p:cond delay="0"/>
                                  </p:stCondLst>
                                  <p:childTnLst>
                                    <p:set>
                                      <p:cBhvr>
                                        <p:cTn id="234" dur="1" fill="hold">
                                          <p:stCondLst>
                                            <p:cond delay="0"/>
                                          </p:stCondLst>
                                        </p:cTn>
                                        <p:tgtEl>
                                          <p:spTgt spid="146"/>
                                        </p:tgtEl>
                                        <p:attrNameLst>
                                          <p:attrName>style.visibility</p:attrName>
                                        </p:attrNameLst>
                                      </p:cBhvr>
                                      <p:to>
                                        <p:strVal val="visible"/>
                                      </p:to>
                                    </p:set>
                                  </p:childTnLst>
                                </p:cTn>
                              </p:par>
                              <p:par>
                                <p:cTn id="235" presetID="1" presetClass="entr" presetSubtype="0" fill="hold" nodeType="withEffect">
                                  <p:stCondLst>
                                    <p:cond delay="0"/>
                                  </p:stCondLst>
                                  <p:childTnLst>
                                    <p:set>
                                      <p:cBhvr>
                                        <p:cTn id="236" dur="1" fill="hold">
                                          <p:stCondLst>
                                            <p:cond delay="0"/>
                                          </p:stCondLst>
                                        </p:cTn>
                                        <p:tgtEl>
                                          <p:spTgt spid="148"/>
                                        </p:tgtEl>
                                        <p:attrNameLst>
                                          <p:attrName>style.visibility</p:attrName>
                                        </p:attrNameLst>
                                      </p:cBhvr>
                                      <p:to>
                                        <p:strVal val="visible"/>
                                      </p:to>
                                    </p:set>
                                  </p:childTnLst>
                                </p:cTn>
                              </p:par>
                              <p:par>
                                <p:cTn id="237" presetID="1" presetClass="entr" presetSubtype="0" fill="hold" nodeType="withEffect">
                                  <p:stCondLst>
                                    <p:cond delay="0"/>
                                  </p:stCondLst>
                                  <p:childTnLst>
                                    <p:set>
                                      <p:cBhvr>
                                        <p:cTn id="238" dur="1" fill="hold">
                                          <p:stCondLst>
                                            <p:cond delay="0"/>
                                          </p:stCondLst>
                                        </p:cTn>
                                        <p:tgtEl>
                                          <p:spTgt spid="147"/>
                                        </p:tgtEl>
                                        <p:attrNameLst>
                                          <p:attrName>style.visibility</p:attrName>
                                        </p:attrNameLst>
                                      </p:cBhvr>
                                      <p:to>
                                        <p:strVal val="visible"/>
                                      </p:to>
                                    </p:set>
                                  </p:childTnLst>
                                </p:cTn>
                              </p:par>
                              <p:par>
                                <p:cTn id="239" presetID="1" presetClass="entr" presetSubtype="0" fill="hold" nodeType="withEffect">
                                  <p:stCondLst>
                                    <p:cond delay="0"/>
                                  </p:stCondLst>
                                  <p:childTnLst>
                                    <p:set>
                                      <p:cBhvr>
                                        <p:cTn id="240" dur="1" fill="hold">
                                          <p:stCondLst>
                                            <p:cond delay="0"/>
                                          </p:stCondLst>
                                        </p:cTn>
                                        <p:tgtEl>
                                          <p:spTgt spid="149"/>
                                        </p:tgtEl>
                                        <p:attrNameLst>
                                          <p:attrName>style.visibility</p:attrName>
                                        </p:attrNameLst>
                                      </p:cBhvr>
                                      <p:to>
                                        <p:strVal val="visible"/>
                                      </p:to>
                                    </p:set>
                                  </p:childTnLst>
                                </p:cTn>
                              </p:par>
                              <p:par>
                                <p:cTn id="241" presetID="1" presetClass="entr" presetSubtype="0" fill="hold" nodeType="withEffect">
                                  <p:stCondLst>
                                    <p:cond delay="0"/>
                                  </p:stCondLst>
                                  <p:childTnLst>
                                    <p:set>
                                      <p:cBhvr>
                                        <p:cTn id="242" dur="1" fill="hold">
                                          <p:stCondLst>
                                            <p:cond delay="0"/>
                                          </p:stCondLst>
                                        </p:cTn>
                                        <p:tgtEl>
                                          <p:spTgt spid="150"/>
                                        </p:tgtEl>
                                        <p:attrNameLst>
                                          <p:attrName>style.visibility</p:attrName>
                                        </p:attrNameLst>
                                      </p:cBhvr>
                                      <p:to>
                                        <p:strVal val="visible"/>
                                      </p:to>
                                    </p:set>
                                  </p:childTnLst>
                                </p:cTn>
                              </p:par>
                              <p:par>
                                <p:cTn id="243" presetID="1" presetClass="entr" presetSubtype="0" fill="hold" nodeType="withEffect">
                                  <p:stCondLst>
                                    <p:cond delay="0"/>
                                  </p:stCondLst>
                                  <p:childTnLst>
                                    <p:set>
                                      <p:cBhvr>
                                        <p:cTn id="244" dur="1" fill="hold">
                                          <p:stCondLst>
                                            <p:cond delay="0"/>
                                          </p:stCondLst>
                                        </p:cTn>
                                        <p:tgtEl>
                                          <p:spTgt spid="151"/>
                                        </p:tgtEl>
                                        <p:attrNameLst>
                                          <p:attrName>style.visibility</p:attrName>
                                        </p:attrNameLst>
                                      </p:cBhvr>
                                      <p:to>
                                        <p:strVal val="visible"/>
                                      </p:to>
                                    </p:set>
                                  </p:childTnLst>
                                </p:cTn>
                              </p:par>
                            </p:childTnLst>
                          </p:cTn>
                        </p:par>
                      </p:childTnLst>
                    </p:cTn>
                  </p:par>
                  <p:par>
                    <p:cTn id="245" fill="hold">
                      <p:stCondLst>
                        <p:cond delay="indefinite"/>
                      </p:stCondLst>
                      <p:childTnLst>
                        <p:par>
                          <p:cTn id="246" fill="hold">
                            <p:stCondLst>
                              <p:cond delay="0"/>
                            </p:stCondLst>
                            <p:childTnLst>
                              <p:par>
                                <p:cTn id="247" presetID="1" presetClass="entr" presetSubtype="0" fill="hold" nodeType="clickEffect">
                                  <p:stCondLst>
                                    <p:cond delay="0"/>
                                  </p:stCondLst>
                                  <p:childTnLst>
                                    <p:set>
                                      <p:cBhvr>
                                        <p:cTn id="248" dur="1" fill="hold">
                                          <p:stCondLst>
                                            <p:cond delay="0"/>
                                          </p:stCondLst>
                                        </p:cTn>
                                        <p:tgtEl>
                                          <p:spTgt spid="153"/>
                                        </p:tgtEl>
                                        <p:attrNameLst>
                                          <p:attrName>style.visibility</p:attrName>
                                        </p:attrNameLst>
                                      </p:cBhvr>
                                      <p:to>
                                        <p:strVal val="visible"/>
                                      </p:to>
                                    </p:set>
                                  </p:childTnLst>
                                </p:cTn>
                              </p:par>
                              <p:par>
                                <p:cTn id="249" presetID="1" presetClass="entr" presetSubtype="0" fill="hold" grpId="0" nodeType="withEffect">
                                  <p:stCondLst>
                                    <p:cond delay="0"/>
                                  </p:stCondLst>
                                  <p:childTnLst>
                                    <p:set>
                                      <p:cBhvr>
                                        <p:cTn id="250" dur="1" fill="hold">
                                          <p:stCondLst>
                                            <p:cond delay="0"/>
                                          </p:stCondLst>
                                        </p:cTn>
                                        <p:tgtEl>
                                          <p:spTgt spid="159"/>
                                        </p:tgtEl>
                                        <p:attrNameLst>
                                          <p:attrName>style.visibility</p:attrName>
                                        </p:attrNameLst>
                                      </p:cBhvr>
                                      <p:to>
                                        <p:strVal val="visible"/>
                                      </p:to>
                                    </p:set>
                                  </p:childTnLst>
                                </p:cTn>
                              </p:par>
                              <p:par>
                                <p:cTn id="251" presetID="1" presetClass="entr" presetSubtype="0" fill="hold" nodeType="withEffect">
                                  <p:stCondLst>
                                    <p:cond delay="0"/>
                                  </p:stCondLst>
                                  <p:childTnLst>
                                    <p:set>
                                      <p:cBhvr>
                                        <p:cTn id="252" dur="1" fill="hold">
                                          <p:stCondLst>
                                            <p:cond delay="0"/>
                                          </p:stCondLst>
                                        </p:cTn>
                                        <p:tgtEl>
                                          <p:spTgt spid="160"/>
                                        </p:tgtEl>
                                        <p:attrNameLst>
                                          <p:attrName>style.visibility</p:attrName>
                                        </p:attrNameLst>
                                      </p:cBhvr>
                                      <p:to>
                                        <p:strVal val="visible"/>
                                      </p:to>
                                    </p:set>
                                  </p:childTnLst>
                                </p:cTn>
                              </p:par>
                              <p:par>
                                <p:cTn id="253" presetID="1" presetClass="entr" presetSubtype="0" fill="hold" nodeType="withEffect">
                                  <p:stCondLst>
                                    <p:cond delay="0"/>
                                  </p:stCondLst>
                                  <p:childTnLst>
                                    <p:set>
                                      <p:cBhvr>
                                        <p:cTn id="254" dur="1" fill="hold">
                                          <p:stCondLst>
                                            <p:cond delay="0"/>
                                          </p:stCondLst>
                                        </p:cTn>
                                        <p:tgtEl>
                                          <p:spTgt spid="16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2" grpId="0" animBg="1"/>
      <p:bldP spid="73" grpId="0" animBg="1"/>
      <p:bldP spid="74" grpId="0" animBg="1"/>
      <p:bldP spid="75" grpId="0" animBg="1"/>
      <p:bldP spid="76" grpId="0" animBg="1"/>
      <p:bldP spid="77" grpId="0" animBg="1"/>
      <p:bldP spid="78" grpId="0" animBg="1"/>
      <p:bldP spid="79" grpId="0" animBg="1"/>
      <p:bldP spid="80" grpId="0" animBg="1"/>
      <p:bldP spid="159" grpId="0" animBg="1"/>
      <p:bldP spid="162"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 name="Rektangel: rundade hörn 133">
            <a:extLst>
              <a:ext uri="{FF2B5EF4-FFF2-40B4-BE49-F238E27FC236}">
                <a16:creationId xmlns:a16="http://schemas.microsoft.com/office/drawing/2014/main" id="{AD483C53-D09A-A30B-28E5-BCD2D7960D96}"/>
              </a:ext>
            </a:extLst>
          </p:cNvPr>
          <p:cNvSpPr/>
          <p:nvPr/>
        </p:nvSpPr>
        <p:spPr>
          <a:xfrm>
            <a:off x="127870" y="5600139"/>
            <a:ext cx="8149590" cy="794087"/>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2" name="textruta 1">
            <a:extLst>
              <a:ext uri="{FF2B5EF4-FFF2-40B4-BE49-F238E27FC236}">
                <a16:creationId xmlns:a16="http://schemas.microsoft.com/office/drawing/2014/main" id="{7C60E436-7CE0-6CEE-5E41-EF3881EACDBE}"/>
              </a:ext>
            </a:extLst>
          </p:cNvPr>
          <p:cNvSpPr txBox="1"/>
          <p:nvPr/>
        </p:nvSpPr>
        <p:spPr>
          <a:xfrm>
            <a:off x="265221" y="5645888"/>
            <a:ext cx="8149590" cy="646331"/>
          </a:xfrm>
          <a:prstGeom prst="rect">
            <a:avLst/>
          </a:prstGeom>
          <a:noFill/>
        </p:spPr>
        <p:txBody>
          <a:bodyPr wrap="square" rtlCol="0">
            <a:spAutoFit/>
          </a:bodyPr>
          <a:lstStyle/>
          <a:p>
            <a:r>
              <a:rPr lang="sv-SE" dirty="0"/>
              <a:t>”Jag baserar mitt drag nu på vad min motståndare kommer göra i nästa drag och för att göra det funderar jag över vad jag skulle göra efter det och så vidare”</a:t>
            </a:r>
          </a:p>
        </p:txBody>
      </p:sp>
      <p:grpSp>
        <p:nvGrpSpPr>
          <p:cNvPr id="3" name="Grupp 2">
            <a:extLst>
              <a:ext uri="{FF2B5EF4-FFF2-40B4-BE49-F238E27FC236}">
                <a16:creationId xmlns:a16="http://schemas.microsoft.com/office/drawing/2014/main" id="{F7B31A1F-E441-6878-B2C7-6AE5977EACDC}"/>
              </a:ext>
            </a:extLst>
          </p:cNvPr>
          <p:cNvGrpSpPr/>
          <p:nvPr/>
        </p:nvGrpSpPr>
        <p:grpSpPr>
          <a:xfrm>
            <a:off x="8737441" y="673059"/>
            <a:ext cx="893451" cy="852645"/>
            <a:chOff x="1202049" y="2073910"/>
            <a:chExt cx="893451" cy="852645"/>
          </a:xfrm>
          <a:solidFill>
            <a:schemeClr val="bg1"/>
          </a:solidFill>
        </p:grpSpPr>
        <p:sp>
          <p:nvSpPr>
            <p:cNvPr id="4" name="Rektangel 3">
              <a:extLst>
                <a:ext uri="{FF2B5EF4-FFF2-40B4-BE49-F238E27FC236}">
                  <a16:creationId xmlns:a16="http://schemas.microsoft.com/office/drawing/2014/main" id="{F9E6AB44-1DF5-4DC0-4D3C-18879FB7544B}"/>
                </a:ext>
              </a:extLst>
            </p:cNvPr>
            <p:cNvSpPr/>
            <p:nvPr/>
          </p:nvSpPr>
          <p:spPr>
            <a:xfrm>
              <a:off x="1211580" y="2073910"/>
              <a:ext cx="883920" cy="846295"/>
            </a:xfrm>
            <a:prstGeom prst="rect">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cxnSp>
          <p:nvCxnSpPr>
            <p:cNvPr id="5" name="Rak koppling 4">
              <a:extLst>
                <a:ext uri="{FF2B5EF4-FFF2-40B4-BE49-F238E27FC236}">
                  <a16:creationId xmlns:a16="http://schemas.microsoft.com/office/drawing/2014/main" id="{BB90B0C9-6A1C-27BE-8CBB-E7AA35771B34}"/>
                </a:ext>
              </a:extLst>
            </p:cNvPr>
            <p:cNvCxnSpPr>
              <a:cxnSpLocks/>
            </p:cNvCxnSpPr>
            <p:nvPr/>
          </p:nvCxnSpPr>
          <p:spPr>
            <a:xfrm flipV="1">
              <a:off x="1512091" y="2080260"/>
              <a:ext cx="0" cy="846295"/>
            </a:xfrm>
            <a:prstGeom prst="line">
              <a:avLst/>
            </a:prstGeom>
            <a:grpFill/>
            <a:ln>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cxnSp>
          <p:nvCxnSpPr>
            <p:cNvPr id="6" name="Rak koppling 5">
              <a:extLst>
                <a:ext uri="{FF2B5EF4-FFF2-40B4-BE49-F238E27FC236}">
                  <a16:creationId xmlns:a16="http://schemas.microsoft.com/office/drawing/2014/main" id="{4A8BC2FB-BCB7-AEE4-B3FE-7AE3CC9F35B9}"/>
                </a:ext>
              </a:extLst>
            </p:cNvPr>
            <p:cNvCxnSpPr>
              <a:cxnSpLocks/>
            </p:cNvCxnSpPr>
            <p:nvPr/>
          </p:nvCxnSpPr>
          <p:spPr>
            <a:xfrm flipV="1">
              <a:off x="1809751" y="2080260"/>
              <a:ext cx="0" cy="846295"/>
            </a:xfrm>
            <a:prstGeom prst="line">
              <a:avLst/>
            </a:prstGeom>
            <a:grpFill/>
            <a:ln>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cxnSp>
          <p:nvCxnSpPr>
            <p:cNvPr id="7" name="Rak koppling 6">
              <a:extLst>
                <a:ext uri="{FF2B5EF4-FFF2-40B4-BE49-F238E27FC236}">
                  <a16:creationId xmlns:a16="http://schemas.microsoft.com/office/drawing/2014/main" id="{FBEBAFC8-D491-CF25-C286-1170EC1C8127}"/>
                </a:ext>
              </a:extLst>
            </p:cNvPr>
            <p:cNvCxnSpPr>
              <a:cxnSpLocks/>
            </p:cNvCxnSpPr>
            <p:nvPr/>
          </p:nvCxnSpPr>
          <p:spPr>
            <a:xfrm flipH="1">
              <a:off x="1213958" y="2375531"/>
              <a:ext cx="881542" cy="0"/>
            </a:xfrm>
            <a:prstGeom prst="line">
              <a:avLst/>
            </a:prstGeom>
            <a:grpFill/>
            <a:ln>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cxnSp>
          <p:nvCxnSpPr>
            <p:cNvPr id="8" name="Rak koppling 7">
              <a:extLst>
                <a:ext uri="{FF2B5EF4-FFF2-40B4-BE49-F238E27FC236}">
                  <a16:creationId xmlns:a16="http://schemas.microsoft.com/office/drawing/2014/main" id="{4DC669A5-9B48-7AA3-FDF1-074A93F6AFF4}"/>
                </a:ext>
              </a:extLst>
            </p:cNvPr>
            <p:cNvCxnSpPr>
              <a:cxnSpLocks/>
            </p:cNvCxnSpPr>
            <p:nvPr/>
          </p:nvCxnSpPr>
          <p:spPr>
            <a:xfrm flipH="1">
              <a:off x="1202049" y="2646993"/>
              <a:ext cx="881542" cy="0"/>
            </a:xfrm>
            <a:prstGeom prst="line">
              <a:avLst/>
            </a:prstGeom>
            <a:grpFill/>
            <a:ln>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grpSp>
      <p:sp>
        <p:nvSpPr>
          <p:cNvPr id="9" name="Ellips 8">
            <a:extLst>
              <a:ext uri="{FF2B5EF4-FFF2-40B4-BE49-F238E27FC236}">
                <a16:creationId xmlns:a16="http://schemas.microsoft.com/office/drawing/2014/main" id="{F6B787BE-8A77-8254-8F7B-A8DCBC3DE91F}"/>
              </a:ext>
            </a:extLst>
          </p:cNvPr>
          <p:cNvSpPr/>
          <p:nvPr/>
        </p:nvSpPr>
        <p:spPr>
          <a:xfrm>
            <a:off x="9358185" y="710758"/>
            <a:ext cx="260798" cy="226223"/>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grpSp>
        <p:nvGrpSpPr>
          <p:cNvPr id="12" name="Grupp 11">
            <a:extLst>
              <a:ext uri="{FF2B5EF4-FFF2-40B4-BE49-F238E27FC236}">
                <a16:creationId xmlns:a16="http://schemas.microsoft.com/office/drawing/2014/main" id="{A9B2E0C9-395F-C83A-E1D5-765408A408BB}"/>
              </a:ext>
            </a:extLst>
          </p:cNvPr>
          <p:cNvGrpSpPr/>
          <p:nvPr/>
        </p:nvGrpSpPr>
        <p:grpSpPr>
          <a:xfrm>
            <a:off x="9066540" y="715058"/>
            <a:ext cx="245995" cy="228734"/>
            <a:chOff x="3995411" y="5766247"/>
            <a:chExt cx="245995" cy="228734"/>
          </a:xfrm>
        </p:grpSpPr>
        <p:cxnSp>
          <p:nvCxnSpPr>
            <p:cNvPr id="10" name="Rak koppling 9">
              <a:extLst>
                <a:ext uri="{FF2B5EF4-FFF2-40B4-BE49-F238E27FC236}">
                  <a16:creationId xmlns:a16="http://schemas.microsoft.com/office/drawing/2014/main" id="{C1ED782B-D2C0-3589-C1CF-D8EEF6856A24}"/>
                </a:ext>
              </a:extLst>
            </p:cNvPr>
            <p:cNvCxnSpPr>
              <a:cxnSpLocks/>
            </p:cNvCxnSpPr>
            <p:nvPr/>
          </p:nvCxnSpPr>
          <p:spPr>
            <a:xfrm flipV="1">
              <a:off x="3998484" y="5766247"/>
              <a:ext cx="242922" cy="22873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Rak koppling 10">
              <a:extLst>
                <a:ext uri="{FF2B5EF4-FFF2-40B4-BE49-F238E27FC236}">
                  <a16:creationId xmlns:a16="http://schemas.microsoft.com/office/drawing/2014/main" id="{39B7559B-86C3-CACC-9E2B-C93682D5E987}"/>
                </a:ext>
              </a:extLst>
            </p:cNvPr>
            <p:cNvCxnSpPr>
              <a:cxnSpLocks/>
            </p:cNvCxnSpPr>
            <p:nvPr/>
          </p:nvCxnSpPr>
          <p:spPr>
            <a:xfrm flipH="1" flipV="1">
              <a:off x="3995411" y="5768950"/>
              <a:ext cx="238685" cy="22603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3" name="Grupp 12">
            <a:extLst>
              <a:ext uri="{FF2B5EF4-FFF2-40B4-BE49-F238E27FC236}">
                <a16:creationId xmlns:a16="http://schemas.microsoft.com/office/drawing/2014/main" id="{287D0CFF-C554-4A41-CC5D-D7A0F94A295E}"/>
              </a:ext>
            </a:extLst>
          </p:cNvPr>
          <p:cNvGrpSpPr/>
          <p:nvPr/>
        </p:nvGrpSpPr>
        <p:grpSpPr>
          <a:xfrm>
            <a:off x="9073316" y="996044"/>
            <a:ext cx="245995" cy="228734"/>
            <a:chOff x="3995411" y="5766247"/>
            <a:chExt cx="245995" cy="228734"/>
          </a:xfrm>
        </p:grpSpPr>
        <p:cxnSp>
          <p:nvCxnSpPr>
            <p:cNvPr id="14" name="Rak koppling 13">
              <a:extLst>
                <a:ext uri="{FF2B5EF4-FFF2-40B4-BE49-F238E27FC236}">
                  <a16:creationId xmlns:a16="http://schemas.microsoft.com/office/drawing/2014/main" id="{082EB40F-BE0F-83AB-5046-EC445D208156}"/>
                </a:ext>
              </a:extLst>
            </p:cNvPr>
            <p:cNvCxnSpPr>
              <a:cxnSpLocks/>
            </p:cNvCxnSpPr>
            <p:nvPr/>
          </p:nvCxnSpPr>
          <p:spPr>
            <a:xfrm flipV="1">
              <a:off x="3998484" y="5766247"/>
              <a:ext cx="242922" cy="22873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Rak koppling 14">
              <a:extLst>
                <a:ext uri="{FF2B5EF4-FFF2-40B4-BE49-F238E27FC236}">
                  <a16:creationId xmlns:a16="http://schemas.microsoft.com/office/drawing/2014/main" id="{747800BD-B356-200A-359D-E0819DF32F17}"/>
                </a:ext>
              </a:extLst>
            </p:cNvPr>
            <p:cNvCxnSpPr>
              <a:cxnSpLocks/>
            </p:cNvCxnSpPr>
            <p:nvPr/>
          </p:nvCxnSpPr>
          <p:spPr>
            <a:xfrm flipH="1" flipV="1">
              <a:off x="3995411" y="5768950"/>
              <a:ext cx="238685" cy="22603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6" name="Grupp 15">
            <a:extLst>
              <a:ext uri="{FF2B5EF4-FFF2-40B4-BE49-F238E27FC236}">
                <a16:creationId xmlns:a16="http://schemas.microsoft.com/office/drawing/2014/main" id="{A0B175FD-220C-494F-D479-4AE90167A665}"/>
              </a:ext>
            </a:extLst>
          </p:cNvPr>
          <p:cNvGrpSpPr/>
          <p:nvPr/>
        </p:nvGrpSpPr>
        <p:grpSpPr>
          <a:xfrm>
            <a:off x="8779359" y="1267507"/>
            <a:ext cx="245995" cy="228734"/>
            <a:chOff x="3995411" y="5766247"/>
            <a:chExt cx="245995" cy="228734"/>
          </a:xfrm>
        </p:grpSpPr>
        <p:cxnSp>
          <p:nvCxnSpPr>
            <p:cNvPr id="17" name="Rak koppling 16">
              <a:extLst>
                <a:ext uri="{FF2B5EF4-FFF2-40B4-BE49-F238E27FC236}">
                  <a16:creationId xmlns:a16="http://schemas.microsoft.com/office/drawing/2014/main" id="{6C04C79D-BCC7-BADD-0573-416F04E9D406}"/>
                </a:ext>
              </a:extLst>
            </p:cNvPr>
            <p:cNvCxnSpPr>
              <a:cxnSpLocks/>
            </p:cNvCxnSpPr>
            <p:nvPr/>
          </p:nvCxnSpPr>
          <p:spPr>
            <a:xfrm flipV="1">
              <a:off x="3998484" y="5766247"/>
              <a:ext cx="242922" cy="22873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Rak koppling 17">
              <a:extLst>
                <a:ext uri="{FF2B5EF4-FFF2-40B4-BE49-F238E27FC236}">
                  <a16:creationId xmlns:a16="http://schemas.microsoft.com/office/drawing/2014/main" id="{FF12BF94-A3A5-0619-FDB6-64E3AAA65CF8}"/>
                </a:ext>
              </a:extLst>
            </p:cNvPr>
            <p:cNvCxnSpPr>
              <a:cxnSpLocks/>
            </p:cNvCxnSpPr>
            <p:nvPr/>
          </p:nvCxnSpPr>
          <p:spPr>
            <a:xfrm flipH="1" flipV="1">
              <a:off x="3995411" y="5768950"/>
              <a:ext cx="238685" cy="22603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9" name="Ellips 18">
            <a:extLst>
              <a:ext uri="{FF2B5EF4-FFF2-40B4-BE49-F238E27FC236}">
                <a16:creationId xmlns:a16="http://schemas.microsoft.com/office/drawing/2014/main" id="{0EFA45F0-7874-2C66-400E-2CDEC109C20A}"/>
              </a:ext>
            </a:extLst>
          </p:cNvPr>
          <p:cNvSpPr/>
          <p:nvPr/>
        </p:nvSpPr>
        <p:spPr>
          <a:xfrm>
            <a:off x="8768255" y="995852"/>
            <a:ext cx="260798" cy="226223"/>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20" name="Ellips 19">
            <a:extLst>
              <a:ext uri="{FF2B5EF4-FFF2-40B4-BE49-F238E27FC236}">
                <a16:creationId xmlns:a16="http://schemas.microsoft.com/office/drawing/2014/main" id="{C885BC62-B398-0C87-70CD-6B8854A55EFA}"/>
              </a:ext>
            </a:extLst>
          </p:cNvPr>
          <p:cNvSpPr/>
          <p:nvPr/>
        </p:nvSpPr>
        <p:spPr>
          <a:xfrm>
            <a:off x="9358185" y="1267507"/>
            <a:ext cx="260798" cy="226223"/>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grpSp>
        <p:nvGrpSpPr>
          <p:cNvPr id="21" name="Grupp 20">
            <a:extLst>
              <a:ext uri="{FF2B5EF4-FFF2-40B4-BE49-F238E27FC236}">
                <a16:creationId xmlns:a16="http://schemas.microsoft.com/office/drawing/2014/main" id="{32C18506-5893-78A5-D721-000B91A97555}"/>
              </a:ext>
            </a:extLst>
          </p:cNvPr>
          <p:cNvGrpSpPr/>
          <p:nvPr/>
        </p:nvGrpSpPr>
        <p:grpSpPr>
          <a:xfrm>
            <a:off x="9363665" y="997518"/>
            <a:ext cx="245995" cy="228734"/>
            <a:chOff x="3995411" y="5766247"/>
            <a:chExt cx="245995" cy="228734"/>
          </a:xfrm>
        </p:grpSpPr>
        <p:cxnSp>
          <p:nvCxnSpPr>
            <p:cNvPr id="22" name="Rak koppling 21">
              <a:extLst>
                <a:ext uri="{FF2B5EF4-FFF2-40B4-BE49-F238E27FC236}">
                  <a16:creationId xmlns:a16="http://schemas.microsoft.com/office/drawing/2014/main" id="{2009A055-81F9-6277-427F-DCB9C18BA5A3}"/>
                </a:ext>
              </a:extLst>
            </p:cNvPr>
            <p:cNvCxnSpPr>
              <a:cxnSpLocks/>
            </p:cNvCxnSpPr>
            <p:nvPr/>
          </p:nvCxnSpPr>
          <p:spPr>
            <a:xfrm flipV="1">
              <a:off x="3998484" y="5766247"/>
              <a:ext cx="242922" cy="228734"/>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3" name="Rak koppling 22">
              <a:extLst>
                <a:ext uri="{FF2B5EF4-FFF2-40B4-BE49-F238E27FC236}">
                  <a16:creationId xmlns:a16="http://schemas.microsoft.com/office/drawing/2014/main" id="{8AFC4E55-88F6-2A8D-71AC-92C564E20787}"/>
                </a:ext>
              </a:extLst>
            </p:cNvPr>
            <p:cNvCxnSpPr>
              <a:cxnSpLocks/>
            </p:cNvCxnSpPr>
            <p:nvPr/>
          </p:nvCxnSpPr>
          <p:spPr>
            <a:xfrm flipH="1" flipV="1">
              <a:off x="3995411" y="5768950"/>
              <a:ext cx="238685" cy="226031"/>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grpSp>
      <p:cxnSp>
        <p:nvCxnSpPr>
          <p:cNvPr id="25" name="Rak pilkoppling 24">
            <a:extLst>
              <a:ext uri="{FF2B5EF4-FFF2-40B4-BE49-F238E27FC236}">
                <a16:creationId xmlns:a16="http://schemas.microsoft.com/office/drawing/2014/main" id="{15A0D409-9A09-3A38-51B8-80CBCE907025}"/>
              </a:ext>
            </a:extLst>
          </p:cNvPr>
          <p:cNvCxnSpPr/>
          <p:nvPr/>
        </p:nvCxnSpPr>
        <p:spPr>
          <a:xfrm flipH="1">
            <a:off x="7763274" y="1589824"/>
            <a:ext cx="655320" cy="502613"/>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26" name="Rak pilkoppling 25">
            <a:extLst>
              <a:ext uri="{FF2B5EF4-FFF2-40B4-BE49-F238E27FC236}">
                <a16:creationId xmlns:a16="http://schemas.microsoft.com/office/drawing/2014/main" id="{E59E3071-8C92-10FA-CAAB-0F464148981E}"/>
              </a:ext>
            </a:extLst>
          </p:cNvPr>
          <p:cNvCxnSpPr>
            <a:cxnSpLocks/>
          </p:cNvCxnSpPr>
          <p:nvPr/>
        </p:nvCxnSpPr>
        <p:spPr>
          <a:xfrm>
            <a:off x="9934132" y="1589824"/>
            <a:ext cx="676040" cy="502613"/>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grpSp>
        <p:nvGrpSpPr>
          <p:cNvPr id="28" name="Grupp 27">
            <a:extLst>
              <a:ext uri="{FF2B5EF4-FFF2-40B4-BE49-F238E27FC236}">
                <a16:creationId xmlns:a16="http://schemas.microsoft.com/office/drawing/2014/main" id="{AEFE77EE-50B9-8CA7-7935-97A8CFFB3886}"/>
              </a:ext>
            </a:extLst>
          </p:cNvPr>
          <p:cNvGrpSpPr/>
          <p:nvPr/>
        </p:nvGrpSpPr>
        <p:grpSpPr>
          <a:xfrm>
            <a:off x="6954981" y="2178353"/>
            <a:ext cx="893451" cy="852645"/>
            <a:chOff x="1202049" y="2073910"/>
            <a:chExt cx="893451" cy="852645"/>
          </a:xfrm>
          <a:solidFill>
            <a:schemeClr val="bg1"/>
          </a:solidFill>
        </p:grpSpPr>
        <p:sp>
          <p:nvSpPr>
            <p:cNvPr id="29" name="Rektangel 28">
              <a:extLst>
                <a:ext uri="{FF2B5EF4-FFF2-40B4-BE49-F238E27FC236}">
                  <a16:creationId xmlns:a16="http://schemas.microsoft.com/office/drawing/2014/main" id="{93C696AB-6F96-44E3-A3D7-986FAFC75763}"/>
                </a:ext>
              </a:extLst>
            </p:cNvPr>
            <p:cNvSpPr/>
            <p:nvPr/>
          </p:nvSpPr>
          <p:spPr>
            <a:xfrm>
              <a:off x="1211580" y="2073910"/>
              <a:ext cx="883920" cy="846295"/>
            </a:xfrm>
            <a:prstGeom prst="rect">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cxnSp>
          <p:nvCxnSpPr>
            <p:cNvPr id="30" name="Rak koppling 29">
              <a:extLst>
                <a:ext uri="{FF2B5EF4-FFF2-40B4-BE49-F238E27FC236}">
                  <a16:creationId xmlns:a16="http://schemas.microsoft.com/office/drawing/2014/main" id="{71F0995A-697C-354C-10D8-0EF3DA704FE7}"/>
                </a:ext>
              </a:extLst>
            </p:cNvPr>
            <p:cNvCxnSpPr>
              <a:cxnSpLocks/>
            </p:cNvCxnSpPr>
            <p:nvPr/>
          </p:nvCxnSpPr>
          <p:spPr>
            <a:xfrm flipV="1">
              <a:off x="1512091" y="2080260"/>
              <a:ext cx="0" cy="846295"/>
            </a:xfrm>
            <a:prstGeom prst="line">
              <a:avLst/>
            </a:prstGeom>
            <a:grpFill/>
            <a:ln>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cxnSp>
          <p:nvCxnSpPr>
            <p:cNvPr id="31" name="Rak koppling 30">
              <a:extLst>
                <a:ext uri="{FF2B5EF4-FFF2-40B4-BE49-F238E27FC236}">
                  <a16:creationId xmlns:a16="http://schemas.microsoft.com/office/drawing/2014/main" id="{FF128878-F312-7AF5-3B4E-A33885E5F7A4}"/>
                </a:ext>
              </a:extLst>
            </p:cNvPr>
            <p:cNvCxnSpPr>
              <a:cxnSpLocks/>
            </p:cNvCxnSpPr>
            <p:nvPr/>
          </p:nvCxnSpPr>
          <p:spPr>
            <a:xfrm flipV="1">
              <a:off x="1809751" y="2080260"/>
              <a:ext cx="0" cy="846295"/>
            </a:xfrm>
            <a:prstGeom prst="line">
              <a:avLst/>
            </a:prstGeom>
            <a:grpFill/>
            <a:ln>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cxnSp>
          <p:nvCxnSpPr>
            <p:cNvPr id="32" name="Rak koppling 31">
              <a:extLst>
                <a:ext uri="{FF2B5EF4-FFF2-40B4-BE49-F238E27FC236}">
                  <a16:creationId xmlns:a16="http://schemas.microsoft.com/office/drawing/2014/main" id="{CDCB1611-4206-9F6A-74D8-002F3A452CE4}"/>
                </a:ext>
              </a:extLst>
            </p:cNvPr>
            <p:cNvCxnSpPr>
              <a:cxnSpLocks/>
            </p:cNvCxnSpPr>
            <p:nvPr/>
          </p:nvCxnSpPr>
          <p:spPr>
            <a:xfrm flipH="1">
              <a:off x="1213958" y="2375531"/>
              <a:ext cx="881542" cy="0"/>
            </a:xfrm>
            <a:prstGeom prst="line">
              <a:avLst/>
            </a:prstGeom>
            <a:grpFill/>
            <a:ln>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cxnSp>
          <p:nvCxnSpPr>
            <p:cNvPr id="33" name="Rak koppling 32">
              <a:extLst>
                <a:ext uri="{FF2B5EF4-FFF2-40B4-BE49-F238E27FC236}">
                  <a16:creationId xmlns:a16="http://schemas.microsoft.com/office/drawing/2014/main" id="{63D70E05-3D0B-C5C0-CA6F-75D18EF19CD8}"/>
                </a:ext>
              </a:extLst>
            </p:cNvPr>
            <p:cNvCxnSpPr>
              <a:cxnSpLocks/>
            </p:cNvCxnSpPr>
            <p:nvPr/>
          </p:nvCxnSpPr>
          <p:spPr>
            <a:xfrm flipH="1">
              <a:off x="1202049" y="2646993"/>
              <a:ext cx="881542" cy="0"/>
            </a:xfrm>
            <a:prstGeom prst="line">
              <a:avLst/>
            </a:prstGeom>
            <a:grpFill/>
            <a:ln>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grpSp>
      <p:sp>
        <p:nvSpPr>
          <p:cNvPr id="34" name="Ellips 33">
            <a:extLst>
              <a:ext uri="{FF2B5EF4-FFF2-40B4-BE49-F238E27FC236}">
                <a16:creationId xmlns:a16="http://schemas.microsoft.com/office/drawing/2014/main" id="{09DF6B6E-E5A5-6833-EF67-448CAB99E281}"/>
              </a:ext>
            </a:extLst>
          </p:cNvPr>
          <p:cNvSpPr/>
          <p:nvPr/>
        </p:nvSpPr>
        <p:spPr>
          <a:xfrm>
            <a:off x="7575725" y="2216052"/>
            <a:ext cx="260798" cy="226223"/>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grpSp>
        <p:nvGrpSpPr>
          <p:cNvPr id="35" name="Grupp 34">
            <a:extLst>
              <a:ext uri="{FF2B5EF4-FFF2-40B4-BE49-F238E27FC236}">
                <a16:creationId xmlns:a16="http://schemas.microsoft.com/office/drawing/2014/main" id="{0A8C5A68-7028-A691-B7C2-5891DEB19EC4}"/>
              </a:ext>
            </a:extLst>
          </p:cNvPr>
          <p:cNvGrpSpPr/>
          <p:nvPr/>
        </p:nvGrpSpPr>
        <p:grpSpPr>
          <a:xfrm>
            <a:off x="7284080" y="2220352"/>
            <a:ext cx="245995" cy="228734"/>
            <a:chOff x="3995411" y="5766247"/>
            <a:chExt cx="245995" cy="228734"/>
          </a:xfrm>
        </p:grpSpPr>
        <p:cxnSp>
          <p:nvCxnSpPr>
            <p:cNvPr id="36" name="Rak koppling 35">
              <a:extLst>
                <a:ext uri="{FF2B5EF4-FFF2-40B4-BE49-F238E27FC236}">
                  <a16:creationId xmlns:a16="http://schemas.microsoft.com/office/drawing/2014/main" id="{89968797-39EE-EBA9-C44B-BD774A9B18F7}"/>
                </a:ext>
              </a:extLst>
            </p:cNvPr>
            <p:cNvCxnSpPr>
              <a:cxnSpLocks/>
            </p:cNvCxnSpPr>
            <p:nvPr/>
          </p:nvCxnSpPr>
          <p:spPr>
            <a:xfrm flipV="1">
              <a:off x="3998484" y="5766247"/>
              <a:ext cx="242922" cy="22873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7" name="Rak koppling 36">
              <a:extLst>
                <a:ext uri="{FF2B5EF4-FFF2-40B4-BE49-F238E27FC236}">
                  <a16:creationId xmlns:a16="http://schemas.microsoft.com/office/drawing/2014/main" id="{A8C8B074-5C97-D197-30AA-5C18D56F8498}"/>
                </a:ext>
              </a:extLst>
            </p:cNvPr>
            <p:cNvCxnSpPr>
              <a:cxnSpLocks/>
            </p:cNvCxnSpPr>
            <p:nvPr/>
          </p:nvCxnSpPr>
          <p:spPr>
            <a:xfrm flipH="1" flipV="1">
              <a:off x="3995411" y="5768950"/>
              <a:ext cx="238685" cy="22603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38" name="Grupp 37">
            <a:extLst>
              <a:ext uri="{FF2B5EF4-FFF2-40B4-BE49-F238E27FC236}">
                <a16:creationId xmlns:a16="http://schemas.microsoft.com/office/drawing/2014/main" id="{05A6D19A-27FD-AFF5-84A6-38C7C9D5E901}"/>
              </a:ext>
            </a:extLst>
          </p:cNvPr>
          <p:cNvGrpSpPr/>
          <p:nvPr/>
        </p:nvGrpSpPr>
        <p:grpSpPr>
          <a:xfrm>
            <a:off x="7290856" y="2501338"/>
            <a:ext cx="245995" cy="228734"/>
            <a:chOff x="3995411" y="5766247"/>
            <a:chExt cx="245995" cy="228734"/>
          </a:xfrm>
        </p:grpSpPr>
        <p:cxnSp>
          <p:nvCxnSpPr>
            <p:cNvPr id="39" name="Rak koppling 38">
              <a:extLst>
                <a:ext uri="{FF2B5EF4-FFF2-40B4-BE49-F238E27FC236}">
                  <a16:creationId xmlns:a16="http://schemas.microsoft.com/office/drawing/2014/main" id="{12DFA2E1-E524-EFF2-6F7B-0399AB00C2F2}"/>
                </a:ext>
              </a:extLst>
            </p:cNvPr>
            <p:cNvCxnSpPr>
              <a:cxnSpLocks/>
            </p:cNvCxnSpPr>
            <p:nvPr/>
          </p:nvCxnSpPr>
          <p:spPr>
            <a:xfrm flipV="1">
              <a:off x="3998484" y="5766247"/>
              <a:ext cx="242922" cy="22873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 name="Rak koppling 39">
              <a:extLst>
                <a:ext uri="{FF2B5EF4-FFF2-40B4-BE49-F238E27FC236}">
                  <a16:creationId xmlns:a16="http://schemas.microsoft.com/office/drawing/2014/main" id="{142FF6A6-AFDC-AC38-8571-D9AA69B31CCA}"/>
                </a:ext>
              </a:extLst>
            </p:cNvPr>
            <p:cNvCxnSpPr>
              <a:cxnSpLocks/>
            </p:cNvCxnSpPr>
            <p:nvPr/>
          </p:nvCxnSpPr>
          <p:spPr>
            <a:xfrm flipH="1" flipV="1">
              <a:off x="3995411" y="5768950"/>
              <a:ext cx="238685" cy="22603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41" name="Grupp 40">
            <a:extLst>
              <a:ext uri="{FF2B5EF4-FFF2-40B4-BE49-F238E27FC236}">
                <a16:creationId xmlns:a16="http://schemas.microsoft.com/office/drawing/2014/main" id="{734DB89E-DBB9-7AC2-1741-1A2CDD4D2966}"/>
              </a:ext>
            </a:extLst>
          </p:cNvPr>
          <p:cNvGrpSpPr/>
          <p:nvPr/>
        </p:nvGrpSpPr>
        <p:grpSpPr>
          <a:xfrm>
            <a:off x="6996899" y="2772801"/>
            <a:ext cx="245995" cy="228734"/>
            <a:chOff x="3995411" y="5766247"/>
            <a:chExt cx="245995" cy="228734"/>
          </a:xfrm>
        </p:grpSpPr>
        <p:cxnSp>
          <p:nvCxnSpPr>
            <p:cNvPr id="42" name="Rak koppling 41">
              <a:extLst>
                <a:ext uri="{FF2B5EF4-FFF2-40B4-BE49-F238E27FC236}">
                  <a16:creationId xmlns:a16="http://schemas.microsoft.com/office/drawing/2014/main" id="{E1937E07-C565-E298-3E4C-1EC4644134D5}"/>
                </a:ext>
              </a:extLst>
            </p:cNvPr>
            <p:cNvCxnSpPr>
              <a:cxnSpLocks/>
            </p:cNvCxnSpPr>
            <p:nvPr/>
          </p:nvCxnSpPr>
          <p:spPr>
            <a:xfrm flipV="1">
              <a:off x="3998484" y="5766247"/>
              <a:ext cx="242922" cy="22873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 name="Rak koppling 42">
              <a:extLst>
                <a:ext uri="{FF2B5EF4-FFF2-40B4-BE49-F238E27FC236}">
                  <a16:creationId xmlns:a16="http://schemas.microsoft.com/office/drawing/2014/main" id="{BE198FDF-1650-AD12-B892-A941E8EEE100}"/>
                </a:ext>
              </a:extLst>
            </p:cNvPr>
            <p:cNvCxnSpPr>
              <a:cxnSpLocks/>
            </p:cNvCxnSpPr>
            <p:nvPr/>
          </p:nvCxnSpPr>
          <p:spPr>
            <a:xfrm flipH="1" flipV="1">
              <a:off x="3995411" y="5768950"/>
              <a:ext cx="238685" cy="22603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44" name="Ellips 43">
            <a:extLst>
              <a:ext uri="{FF2B5EF4-FFF2-40B4-BE49-F238E27FC236}">
                <a16:creationId xmlns:a16="http://schemas.microsoft.com/office/drawing/2014/main" id="{DB8D6F8D-6A02-D0A0-673B-CDFB2F616B83}"/>
              </a:ext>
            </a:extLst>
          </p:cNvPr>
          <p:cNvSpPr/>
          <p:nvPr/>
        </p:nvSpPr>
        <p:spPr>
          <a:xfrm>
            <a:off x="6985795" y="2501146"/>
            <a:ext cx="260798" cy="226223"/>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45" name="Ellips 44">
            <a:extLst>
              <a:ext uri="{FF2B5EF4-FFF2-40B4-BE49-F238E27FC236}">
                <a16:creationId xmlns:a16="http://schemas.microsoft.com/office/drawing/2014/main" id="{FD656EB1-529D-AF22-250A-B29BB61D0AB0}"/>
              </a:ext>
            </a:extLst>
          </p:cNvPr>
          <p:cNvSpPr/>
          <p:nvPr/>
        </p:nvSpPr>
        <p:spPr>
          <a:xfrm>
            <a:off x="7575725" y="2772801"/>
            <a:ext cx="260798" cy="226223"/>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grpSp>
        <p:nvGrpSpPr>
          <p:cNvPr id="46" name="Grupp 45">
            <a:extLst>
              <a:ext uri="{FF2B5EF4-FFF2-40B4-BE49-F238E27FC236}">
                <a16:creationId xmlns:a16="http://schemas.microsoft.com/office/drawing/2014/main" id="{3EE3FA5E-DDB2-5A95-C6BB-792FD4A54554}"/>
              </a:ext>
            </a:extLst>
          </p:cNvPr>
          <p:cNvGrpSpPr/>
          <p:nvPr/>
        </p:nvGrpSpPr>
        <p:grpSpPr>
          <a:xfrm>
            <a:off x="7581205" y="2502812"/>
            <a:ext cx="245995" cy="228734"/>
            <a:chOff x="3995411" y="5766247"/>
            <a:chExt cx="245995" cy="228734"/>
          </a:xfrm>
        </p:grpSpPr>
        <p:cxnSp>
          <p:nvCxnSpPr>
            <p:cNvPr id="47" name="Rak koppling 46">
              <a:extLst>
                <a:ext uri="{FF2B5EF4-FFF2-40B4-BE49-F238E27FC236}">
                  <a16:creationId xmlns:a16="http://schemas.microsoft.com/office/drawing/2014/main" id="{F8A463AF-C117-F271-5E63-43FABC1917D4}"/>
                </a:ext>
              </a:extLst>
            </p:cNvPr>
            <p:cNvCxnSpPr>
              <a:cxnSpLocks/>
            </p:cNvCxnSpPr>
            <p:nvPr/>
          </p:nvCxnSpPr>
          <p:spPr>
            <a:xfrm flipV="1">
              <a:off x="3998484" y="5766247"/>
              <a:ext cx="242922" cy="22873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8" name="Rak koppling 47">
              <a:extLst>
                <a:ext uri="{FF2B5EF4-FFF2-40B4-BE49-F238E27FC236}">
                  <a16:creationId xmlns:a16="http://schemas.microsoft.com/office/drawing/2014/main" id="{D340C714-29DA-D0B6-8F9A-1998064ECB57}"/>
                </a:ext>
              </a:extLst>
            </p:cNvPr>
            <p:cNvCxnSpPr>
              <a:cxnSpLocks/>
            </p:cNvCxnSpPr>
            <p:nvPr/>
          </p:nvCxnSpPr>
          <p:spPr>
            <a:xfrm flipH="1" flipV="1">
              <a:off x="3995411" y="5768950"/>
              <a:ext cx="238685" cy="22603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49" name="Ellips 48">
            <a:extLst>
              <a:ext uri="{FF2B5EF4-FFF2-40B4-BE49-F238E27FC236}">
                <a16:creationId xmlns:a16="http://schemas.microsoft.com/office/drawing/2014/main" id="{10ACB47F-CB45-85BB-40E8-A49D9B27C22C}"/>
              </a:ext>
            </a:extLst>
          </p:cNvPr>
          <p:cNvSpPr/>
          <p:nvPr/>
        </p:nvSpPr>
        <p:spPr>
          <a:xfrm>
            <a:off x="6985625" y="2221607"/>
            <a:ext cx="260798" cy="226223"/>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grpSp>
        <p:nvGrpSpPr>
          <p:cNvPr id="50" name="Grupp 49">
            <a:extLst>
              <a:ext uri="{FF2B5EF4-FFF2-40B4-BE49-F238E27FC236}">
                <a16:creationId xmlns:a16="http://schemas.microsoft.com/office/drawing/2014/main" id="{E9AA4EC3-EDF7-03AD-5141-C702360E5BB2}"/>
              </a:ext>
            </a:extLst>
          </p:cNvPr>
          <p:cNvGrpSpPr/>
          <p:nvPr/>
        </p:nvGrpSpPr>
        <p:grpSpPr>
          <a:xfrm>
            <a:off x="10481771" y="2210327"/>
            <a:ext cx="893451" cy="852645"/>
            <a:chOff x="1202049" y="2073910"/>
            <a:chExt cx="893451" cy="852645"/>
          </a:xfrm>
          <a:solidFill>
            <a:schemeClr val="bg1"/>
          </a:solidFill>
        </p:grpSpPr>
        <p:sp>
          <p:nvSpPr>
            <p:cNvPr id="51" name="Rektangel 50">
              <a:extLst>
                <a:ext uri="{FF2B5EF4-FFF2-40B4-BE49-F238E27FC236}">
                  <a16:creationId xmlns:a16="http://schemas.microsoft.com/office/drawing/2014/main" id="{EA9D65E5-C3EA-128C-EDA9-CBD8657F4161}"/>
                </a:ext>
              </a:extLst>
            </p:cNvPr>
            <p:cNvSpPr/>
            <p:nvPr/>
          </p:nvSpPr>
          <p:spPr>
            <a:xfrm>
              <a:off x="1211580" y="2073910"/>
              <a:ext cx="883920" cy="846295"/>
            </a:xfrm>
            <a:prstGeom prst="rect">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cxnSp>
          <p:nvCxnSpPr>
            <p:cNvPr id="52" name="Rak koppling 51">
              <a:extLst>
                <a:ext uri="{FF2B5EF4-FFF2-40B4-BE49-F238E27FC236}">
                  <a16:creationId xmlns:a16="http://schemas.microsoft.com/office/drawing/2014/main" id="{FDB71B72-5A75-9D89-75B0-6856C39FAA79}"/>
                </a:ext>
              </a:extLst>
            </p:cNvPr>
            <p:cNvCxnSpPr>
              <a:cxnSpLocks/>
            </p:cNvCxnSpPr>
            <p:nvPr/>
          </p:nvCxnSpPr>
          <p:spPr>
            <a:xfrm flipV="1">
              <a:off x="1512091" y="2080260"/>
              <a:ext cx="0" cy="846295"/>
            </a:xfrm>
            <a:prstGeom prst="line">
              <a:avLst/>
            </a:prstGeom>
            <a:grpFill/>
            <a:ln>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cxnSp>
          <p:nvCxnSpPr>
            <p:cNvPr id="53" name="Rak koppling 52">
              <a:extLst>
                <a:ext uri="{FF2B5EF4-FFF2-40B4-BE49-F238E27FC236}">
                  <a16:creationId xmlns:a16="http://schemas.microsoft.com/office/drawing/2014/main" id="{FB84DCDD-0E93-CF51-1801-5F7B53EB4D49}"/>
                </a:ext>
              </a:extLst>
            </p:cNvPr>
            <p:cNvCxnSpPr>
              <a:cxnSpLocks/>
            </p:cNvCxnSpPr>
            <p:nvPr/>
          </p:nvCxnSpPr>
          <p:spPr>
            <a:xfrm flipV="1">
              <a:off x="1809751" y="2080260"/>
              <a:ext cx="0" cy="846295"/>
            </a:xfrm>
            <a:prstGeom prst="line">
              <a:avLst/>
            </a:prstGeom>
            <a:grpFill/>
            <a:ln>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cxnSp>
          <p:nvCxnSpPr>
            <p:cNvPr id="54" name="Rak koppling 53">
              <a:extLst>
                <a:ext uri="{FF2B5EF4-FFF2-40B4-BE49-F238E27FC236}">
                  <a16:creationId xmlns:a16="http://schemas.microsoft.com/office/drawing/2014/main" id="{E109F558-A732-8086-C28B-D1B9E67C43B7}"/>
                </a:ext>
              </a:extLst>
            </p:cNvPr>
            <p:cNvCxnSpPr>
              <a:cxnSpLocks/>
            </p:cNvCxnSpPr>
            <p:nvPr/>
          </p:nvCxnSpPr>
          <p:spPr>
            <a:xfrm flipH="1">
              <a:off x="1213958" y="2375531"/>
              <a:ext cx="881542" cy="0"/>
            </a:xfrm>
            <a:prstGeom prst="line">
              <a:avLst/>
            </a:prstGeom>
            <a:grpFill/>
            <a:ln>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cxnSp>
          <p:nvCxnSpPr>
            <p:cNvPr id="55" name="Rak koppling 54">
              <a:extLst>
                <a:ext uri="{FF2B5EF4-FFF2-40B4-BE49-F238E27FC236}">
                  <a16:creationId xmlns:a16="http://schemas.microsoft.com/office/drawing/2014/main" id="{132D0779-D0AD-30E6-5703-F8B28FDA1108}"/>
                </a:ext>
              </a:extLst>
            </p:cNvPr>
            <p:cNvCxnSpPr>
              <a:cxnSpLocks/>
            </p:cNvCxnSpPr>
            <p:nvPr/>
          </p:nvCxnSpPr>
          <p:spPr>
            <a:xfrm flipH="1">
              <a:off x="1202049" y="2646993"/>
              <a:ext cx="881542" cy="0"/>
            </a:xfrm>
            <a:prstGeom prst="line">
              <a:avLst/>
            </a:prstGeom>
            <a:grpFill/>
            <a:ln>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grpSp>
      <p:sp>
        <p:nvSpPr>
          <p:cNvPr id="56" name="Ellips 55">
            <a:extLst>
              <a:ext uri="{FF2B5EF4-FFF2-40B4-BE49-F238E27FC236}">
                <a16:creationId xmlns:a16="http://schemas.microsoft.com/office/drawing/2014/main" id="{402FFDC6-458E-B799-3D08-A98C65BA9FE9}"/>
              </a:ext>
            </a:extLst>
          </p:cNvPr>
          <p:cNvSpPr/>
          <p:nvPr/>
        </p:nvSpPr>
        <p:spPr>
          <a:xfrm>
            <a:off x="11102515" y="2248026"/>
            <a:ext cx="260798" cy="226223"/>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grpSp>
        <p:nvGrpSpPr>
          <p:cNvPr id="57" name="Grupp 56">
            <a:extLst>
              <a:ext uri="{FF2B5EF4-FFF2-40B4-BE49-F238E27FC236}">
                <a16:creationId xmlns:a16="http://schemas.microsoft.com/office/drawing/2014/main" id="{45B00738-1681-065D-0B06-655A462321D0}"/>
              </a:ext>
            </a:extLst>
          </p:cNvPr>
          <p:cNvGrpSpPr/>
          <p:nvPr/>
        </p:nvGrpSpPr>
        <p:grpSpPr>
          <a:xfrm>
            <a:off x="10810870" y="2252326"/>
            <a:ext cx="245995" cy="228734"/>
            <a:chOff x="3995411" y="5766247"/>
            <a:chExt cx="245995" cy="228734"/>
          </a:xfrm>
        </p:grpSpPr>
        <p:cxnSp>
          <p:nvCxnSpPr>
            <p:cNvPr id="58" name="Rak koppling 57">
              <a:extLst>
                <a:ext uri="{FF2B5EF4-FFF2-40B4-BE49-F238E27FC236}">
                  <a16:creationId xmlns:a16="http://schemas.microsoft.com/office/drawing/2014/main" id="{1985668F-C926-B512-9B9E-E1EDAE4D36C9}"/>
                </a:ext>
              </a:extLst>
            </p:cNvPr>
            <p:cNvCxnSpPr>
              <a:cxnSpLocks/>
            </p:cNvCxnSpPr>
            <p:nvPr/>
          </p:nvCxnSpPr>
          <p:spPr>
            <a:xfrm flipV="1">
              <a:off x="3998484" y="5766247"/>
              <a:ext cx="242922" cy="22873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9" name="Rak koppling 58">
              <a:extLst>
                <a:ext uri="{FF2B5EF4-FFF2-40B4-BE49-F238E27FC236}">
                  <a16:creationId xmlns:a16="http://schemas.microsoft.com/office/drawing/2014/main" id="{35E5A56D-AEB8-7CB1-F615-5EEC7F6A589E}"/>
                </a:ext>
              </a:extLst>
            </p:cNvPr>
            <p:cNvCxnSpPr>
              <a:cxnSpLocks/>
            </p:cNvCxnSpPr>
            <p:nvPr/>
          </p:nvCxnSpPr>
          <p:spPr>
            <a:xfrm flipH="1" flipV="1">
              <a:off x="3995411" y="5768950"/>
              <a:ext cx="238685" cy="22603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60" name="Grupp 59">
            <a:extLst>
              <a:ext uri="{FF2B5EF4-FFF2-40B4-BE49-F238E27FC236}">
                <a16:creationId xmlns:a16="http://schemas.microsoft.com/office/drawing/2014/main" id="{04E8F7EB-2F08-536A-A16D-049174D0B437}"/>
              </a:ext>
            </a:extLst>
          </p:cNvPr>
          <p:cNvGrpSpPr/>
          <p:nvPr/>
        </p:nvGrpSpPr>
        <p:grpSpPr>
          <a:xfrm>
            <a:off x="10817646" y="2533312"/>
            <a:ext cx="245995" cy="228734"/>
            <a:chOff x="3995411" y="5766247"/>
            <a:chExt cx="245995" cy="228734"/>
          </a:xfrm>
        </p:grpSpPr>
        <p:cxnSp>
          <p:nvCxnSpPr>
            <p:cNvPr id="61" name="Rak koppling 60">
              <a:extLst>
                <a:ext uri="{FF2B5EF4-FFF2-40B4-BE49-F238E27FC236}">
                  <a16:creationId xmlns:a16="http://schemas.microsoft.com/office/drawing/2014/main" id="{87432E45-D550-6D9D-487C-009106220630}"/>
                </a:ext>
              </a:extLst>
            </p:cNvPr>
            <p:cNvCxnSpPr>
              <a:cxnSpLocks/>
            </p:cNvCxnSpPr>
            <p:nvPr/>
          </p:nvCxnSpPr>
          <p:spPr>
            <a:xfrm flipV="1">
              <a:off x="3998484" y="5766247"/>
              <a:ext cx="242922" cy="22873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2" name="Rak koppling 61">
              <a:extLst>
                <a:ext uri="{FF2B5EF4-FFF2-40B4-BE49-F238E27FC236}">
                  <a16:creationId xmlns:a16="http://schemas.microsoft.com/office/drawing/2014/main" id="{469BB317-4B28-7089-CE5E-B5C228091628}"/>
                </a:ext>
              </a:extLst>
            </p:cNvPr>
            <p:cNvCxnSpPr>
              <a:cxnSpLocks/>
            </p:cNvCxnSpPr>
            <p:nvPr/>
          </p:nvCxnSpPr>
          <p:spPr>
            <a:xfrm flipH="1" flipV="1">
              <a:off x="3995411" y="5768950"/>
              <a:ext cx="238685" cy="22603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63" name="Grupp 62">
            <a:extLst>
              <a:ext uri="{FF2B5EF4-FFF2-40B4-BE49-F238E27FC236}">
                <a16:creationId xmlns:a16="http://schemas.microsoft.com/office/drawing/2014/main" id="{00C37897-D330-D424-E407-A604E04E2E64}"/>
              </a:ext>
            </a:extLst>
          </p:cNvPr>
          <p:cNvGrpSpPr/>
          <p:nvPr/>
        </p:nvGrpSpPr>
        <p:grpSpPr>
          <a:xfrm>
            <a:off x="10523689" y="2804775"/>
            <a:ext cx="245995" cy="228734"/>
            <a:chOff x="3995411" y="5766247"/>
            <a:chExt cx="245995" cy="228734"/>
          </a:xfrm>
        </p:grpSpPr>
        <p:cxnSp>
          <p:nvCxnSpPr>
            <p:cNvPr id="64" name="Rak koppling 63">
              <a:extLst>
                <a:ext uri="{FF2B5EF4-FFF2-40B4-BE49-F238E27FC236}">
                  <a16:creationId xmlns:a16="http://schemas.microsoft.com/office/drawing/2014/main" id="{C01E204B-0143-F072-DC87-EA116390D79F}"/>
                </a:ext>
              </a:extLst>
            </p:cNvPr>
            <p:cNvCxnSpPr>
              <a:cxnSpLocks/>
            </p:cNvCxnSpPr>
            <p:nvPr/>
          </p:nvCxnSpPr>
          <p:spPr>
            <a:xfrm flipV="1">
              <a:off x="3998484" y="5766247"/>
              <a:ext cx="242922" cy="22873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5" name="Rak koppling 64">
              <a:extLst>
                <a:ext uri="{FF2B5EF4-FFF2-40B4-BE49-F238E27FC236}">
                  <a16:creationId xmlns:a16="http://schemas.microsoft.com/office/drawing/2014/main" id="{9BB4320F-6461-A69A-4B85-48A8473CC257}"/>
                </a:ext>
              </a:extLst>
            </p:cNvPr>
            <p:cNvCxnSpPr>
              <a:cxnSpLocks/>
            </p:cNvCxnSpPr>
            <p:nvPr/>
          </p:nvCxnSpPr>
          <p:spPr>
            <a:xfrm flipH="1" flipV="1">
              <a:off x="3995411" y="5768950"/>
              <a:ext cx="238685" cy="22603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66" name="Ellips 65">
            <a:extLst>
              <a:ext uri="{FF2B5EF4-FFF2-40B4-BE49-F238E27FC236}">
                <a16:creationId xmlns:a16="http://schemas.microsoft.com/office/drawing/2014/main" id="{42194C8D-BEE7-A758-D438-024B4CBA7F63}"/>
              </a:ext>
            </a:extLst>
          </p:cNvPr>
          <p:cNvSpPr/>
          <p:nvPr/>
        </p:nvSpPr>
        <p:spPr>
          <a:xfrm>
            <a:off x="10512585" y="2533120"/>
            <a:ext cx="260798" cy="226223"/>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67" name="Ellips 66">
            <a:extLst>
              <a:ext uri="{FF2B5EF4-FFF2-40B4-BE49-F238E27FC236}">
                <a16:creationId xmlns:a16="http://schemas.microsoft.com/office/drawing/2014/main" id="{DC29ACE5-73C3-E1BB-ECA2-F00DC47DAA1E}"/>
              </a:ext>
            </a:extLst>
          </p:cNvPr>
          <p:cNvSpPr/>
          <p:nvPr/>
        </p:nvSpPr>
        <p:spPr>
          <a:xfrm>
            <a:off x="11102515" y="2804775"/>
            <a:ext cx="260798" cy="226223"/>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grpSp>
        <p:nvGrpSpPr>
          <p:cNvPr id="68" name="Grupp 67">
            <a:extLst>
              <a:ext uri="{FF2B5EF4-FFF2-40B4-BE49-F238E27FC236}">
                <a16:creationId xmlns:a16="http://schemas.microsoft.com/office/drawing/2014/main" id="{31A1BD5C-929E-635D-BB97-9AACA6AA5B9A}"/>
              </a:ext>
            </a:extLst>
          </p:cNvPr>
          <p:cNvGrpSpPr/>
          <p:nvPr/>
        </p:nvGrpSpPr>
        <p:grpSpPr>
          <a:xfrm>
            <a:off x="11107995" y="2534786"/>
            <a:ext cx="245995" cy="228734"/>
            <a:chOff x="3995411" y="5766247"/>
            <a:chExt cx="245995" cy="228734"/>
          </a:xfrm>
        </p:grpSpPr>
        <p:cxnSp>
          <p:nvCxnSpPr>
            <p:cNvPr id="69" name="Rak koppling 68">
              <a:extLst>
                <a:ext uri="{FF2B5EF4-FFF2-40B4-BE49-F238E27FC236}">
                  <a16:creationId xmlns:a16="http://schemas.microsoft.com/office/drawing/2014/main" id="{7EA835C0-B2AC-50B7-3B08-DDDFFD7AAE6D}"/>
                </a:ext>
              </a:extLst>
            </p:cNvPr>
            <p:cNvCxnSpPr>
              <a:cxnSpLocks/>
            </p:cNvCxnSpPr>
            <p:nvPr/>
          </p:nvCxnSpPr>
          <p:spPr>
            <a:xfrm flipV="1">
              <a:off x="3998484" y="5766247"/>
              <a:ext cx="242922" cy="22873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0" name="Rak koppling 69">
              <a:extLst>
                <a:ext uri="{FF2B5EF4-FFF2-40B4-BE49-F238E27FC236}">
                  <a16:creationId xmlns:a16="http://schemas.microsoft.com/office/drawing/2014/main" id="{8CAE5365-0265-FCD6-DA27-6580A2328CBF}"/>
                </a:ext>
              </a:extLst>
            </p:cNvPr>
            <p:cNvCxnSpPr>
              <a:cxnSpLocks/>
            </p:cNvCxnSpPr>
            <p:nvPr/>
          </p:nvCxnSpPr>
          <p:spPr>
            <a:xfrm flipH="1" flipV="1">
              <a:off x="3995411" y="5768950"/>
              <a:ext cx="238685" cy="22603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72" name="Ellips 71">
            <a:extLst>
              <a:ext uri="{FF2B5EF4-FFF2-40B4-BE49-F238E27FC236}">
                <a16:creationId xmlns:a16="http://schemas.microsoft.com/office/drawing/2014/main" id="{7786F97F-D351-9364-B828-779A4146ED90}"/>
              </a:ext>
            </a:extLst>
          </p:cNvPr>
          <p:cNvSpPr/>
          <p:nvPr/>
        </p:nvSpPr>
        <p:spPr>
          <a:xfrm>
            <a:off x="10810995" y="2804775"/>
            <a:ext cx="260798" cy="226223"/>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cxnSp>
        <p:nvCxnSpPr>
          <p:cNvPr id="73" name="Rak pilkoppling 72">
            <a:extLst>
              <a:ext uri="{FF2B5EF4-FFF2-40B4-BE49-F238E27FC236}">
                <a16:creationId xmlns:a16="http://schemas.microsoft.com/office/drawing/2014/main" id="{D538CFC7-52B0-388B-0123-9780AD044E6A}"/>
              </a:ext>
            </a:extLst>
          </p:cNvPr>
          <p:cNvCxnSpPr>
            <a:cxnSpLocks/>
          </p:cNvCxnSpPr>
          <p:nvPr/>
        </p:nvCxnSpPr>
        <p:spPr>
          <a:xfrm>
            <a:off x="7393842" y="3166676"/>
            <a:ext cx="16356" cy="858081"/>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75" name="Rak pilkoppling 74">
            <a:extLst>
              <a:ext uri="{FF2B5EF4-FFF2-40B4-BE49-F238E27FC236}">
                <a16:creationId xmlns:a16="http://schemas.microsoft.com/office/drawing/2014/main" id="{CE747367-81EA-28F7-DB70-F5A426B0C43F}"/>
              </a:ext>
            </a:extLst>
          </p:cNvPr>
          <p:cNvCxnSpPr>
            <a:cxnSpLocks/>
          </p:cNvCxnSpPr>
          <p:nvPr/>
        </p:nvCxnSpPr>
        <p:spPr>
          <a:xfrm>
            <a:off x="10936988" y="3166676"/>
            <a:ext cx="16356" cy="858081"/>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grpSp>
        <p:nvGrpSpPr>
          <p:cNvPr id="76" name="Grupp 75">
            <a:extLst>
              <a:ext uri="{FF2B5EF4-FFF2-40B4-BE49-F238E27FC236}">
                <a16:creationId xmlns:a16="http://schemas.microsoft.com/office/drawing/2014/main" id="{1D795319-04BE-2875-948F-20C06F3A9E83}"/>
              </a:ext>
            </a:extLst>
          </p:cNvPr>
          <p:cNvGrpSpPr/>
          <p:nvPr/>
        </p:nvGrpSpPr>
        <p:grpSpPr>
          <a:xfrm>
            <a:off x="6982653" y="4224367"/>
            <a:ext cx="893451" cy="852645"/>
            <a:chOff x="1202049" y="2073910"/>
            <a:chExt cx="893451" cy="852645"/>
          </a:xfrm>
          <a:solidFill>
            <a:schemeClr val="bg1"/>
          </a:solidFill>
        </p:grpSpPr>
        <p:sp>
          <p:nvSpPr>
            <p:cNvPr id="77" name="Rektangel 76">
              <a:extLst>
                <a:ext uri="{FF2B5EF4-FFF2-40B4-BE49-F238E27FC236}">
                  <a16:creationId xmlns:a16="http://schemas.microsoft.com/office/drawing/2014/main" id="{1C8B9464-4203-2AFB-7F18-ED784C6029A2}"/>
                </a:ext>
              </a:extLst>
            </p:cNvPr>
            <p:cNvSpPr/>
            <p:nvPr/>
          </p:nvSpPr>
          <p:spPr>
            <a:xfrm>
              <a:off x="1211580" y="2073910"/>
              <a:ext cx="883920" cy="846295"/>
            </a:xfrm>
            <a:prstGeom prst="rect">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cxnSp>
          <p:nvCxnSpPr>
            <p:cNvPr id="78" name="Rak koppling 77">
              <a:extLst>
                <a:ext uri="{FF2B5EF4-FFF2-40B4-BE49-F238E27FC236}">
                  <a16:creationId xmlns:a16="http://schemas.microsoft.com/office/drawing/2014/main" id="{9BCE01BB-12A4-678F-EB41-1A239BEBA8AB}"/>
                </a:ext>
              </a:extLst>
            </p:cNvPr>
            <p:cNvCxnSpPr>
              <a:cxnSpLocks/>
            </p:cNvCxnSpPr>
            <p:nvPr/>
          </p:nvCxnSpPr>
          <p:spPr>
            <a:xfrm flipV="1">
              <a:off x="1512091" y="2080260"/>
              <a:ext cx="0" cy="846295"/>
            </a:xfrm>
            <a:prstGeom prst="line">
              <a:avLst/>
            </a:prstGeom>
            <a:grpFill/>
            <a:ln>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cxnSp>
          <p:nvCxnSpPr>
            <p:cNvPr id="79" name="Rak koppling 78">
              <a:extLst>
                <a:ext uri="{FF2B5EF4-FFF2-40B4-BE49-F238E27FC236}">
                  <a16:creationId xmlns:a16="http://schemas.microsoft.com/office/drawing/2014/main" id="{A3CB8E44-8429-E024-1B99-D4C26EF62E62}"/>
                </a:ext>
              </a:extLst>
            </p:cNvPr>
            <p:cNvCxnSpPr>
              <a:cxnSpLocks/>
            </p:cNvCxnSpPr>
            <p:nvPr/>
          </p:nvCxnSpPr>
          <p:spPr>
            <a:xfrm flipV="1">
              <a:off x="1809751" y="2080260"/>
              <a:ext cx="0" cy="846295"/>
            </a:xfrm>
            <a:prstGeom prst="line">
              <a:avLst/>
            </a:prstGeom>
            <a:grpFill/>
            <a:ln>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cxnSp>
          <p:nvCxnSpPr>
            <p:cNvPr id="80" name="Rak koppling 79">
              <a:extLst>
                <a:ext uri="{FF2B5EF4-FFF2-40B4-BE49-F238E27FC236}">
                  <a16:creationId xmlns:a16="http://schemas.microsoft.com/office/drawing/2014/main" id="{E5C7B0F0-E38F-3B57-06B5-F876D93E0EF0}"/>
                </a:ext>
              </a:extLst>
            </p:cNvPr>
            <p:cNvCxnSpPr>
              <a:cxnSpLocks/>
            </p:cNvCxnSpPr>
            <p:nvPr/>
          </p:nvCxnSpPr>
          <p:spPr>
            <a:xfrm flipH="1">
              <a:off x="1213958" y="2375531"/>
              <a:ext cx="881542" cy="0"/>
            </a:xfrm>
            <a:prstGeom prst="line">
              <a:avLst/>
            </a:prstGeom>
            <a:grpFill/>
            <a:ln>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cxnSp>
          <p:nvCxnSpPr>
            <p:cNvPr id="81" name="Rak koppling 80">
              <a:extLst>
                <a:ext uri="{FF2B5EF4-FFF2-40B4-BE49-F238E27FC236}">
                  <a16:creationId xmlns:a16="http://schemas.microsoft.com/office/drawing/2014/main" id="{AD2DB9AA-1EC8-873D-E19D-094A8F234A1A}"/>
                </a:ext>
              </a:extLst>
            </p:cNvPr>
            <p:cNvCxnSpPr>
              <a:cxnSpLocks/>
            </p:cNvCxnSpPr>
            <p:nvPr/>
          </p:nvCxnSpPr>
          <p:spPr>
            <a:xfrm flipH="1">
              <a:off x="1202049" y="2646993"/>
              <a:ext cx="881542" cy="0"/>
            </a:xfrm>
            <a:prstGeom prst="line">
              <a:avLst/>
            </a:prstGeom>
            <a:grpFill/>
            <a:ln>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grpSp>
      <p:sp>
        <p:nvSpPr>
          <p:cNvPr id="82" name="Ellips 81">
            <a:extLst>
              <a:ext uri="{FF2B5EF4-FFF2-40B4-BE49-F238E27FC236}">
                <a16:creationId xmlns:a16="http://schemas.microsoft.com/office/drawing/2014/main" id="{041CEBFA-9B79-FF37-9E03-CDB6F6A108E5}"/>
              </a:ext>
            </a:extLst>
          </p:cNvPr>
          <p:cNvSpPr/>
          <p:nvPr/>
        </p:nvSpPr>
        <p:spPr>
          <a:xfrm>
            <a:off x="7603397" y="4262066"/>
            <a:ext cx="260798" cy="226223"/>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grpSp>
        <p:nvGrpSpPr>
          <p:cNvPr id="83" name="Grupp 82">
            <a:extLst>
              <a:ext uri="{FF2B5EF4-FFF2-40B4-BE49-F238E27FC236}">
                <a16:creationId xmlns:a16="http://schemas.microsoft.com/office/drawing/2014/main" id="{FC7923F0-94BD-FAAF-92FC-1BDE91C64DAF}"/>
              </a:ext>
            </a:extLst>
          </p:cNvPr>
          <p:cNvGrpSpPr/>
          <p:nvPr/>
        </p:nvGrpSpPr>
        <p:grpSpPr>
          <a:xfrm>
            <a:off x="7311752" y="4266366"/>
            <a:ext cx="245995" cy="228734"/>
            <a:chOff x="3995411" y="5766247"/>
            <a:chExt cx="245995" cy="228734"/>
          </a:xfrm>
        </p:grpSpPr>
        <p:cxnSp>
          <p:nvCxnSpPr>
            <p:cNvPr id="84" name="Rak koppling 83">
              <a:extLst>
                <a:ext uri="{FF2B5EF4-FFF2-40B4-BE49-F238E27FC236}">
                  <a16:creationId xmlns:a16="http://schemas.microsoft.com/office/drawing/2014/main" id="{3211E46E-E529-60E2-CECF-A227E9D219B7}"/>
                </a:ext>
              </a:extLst>
            </p:cNvPr>
            <p:cNvCxnSpPr>
              <a:cxnSpLocks/>
            </p:cNvCxnSpPr>
            <p:nvPr/>
          </p:nvCxnSpPr>
          <p:spPr>
            <a:xfrm flipV="1">
              <a:off x="3998484" y="5766247"/>
              <a:ext cx="242922" cy="22873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5" name="Rak koppling 84">
              <a:extLst>
                <a:ext uri="{FF2B5EF4-FFF2-40B4-BE49-F238E27FC236}">
                  <a16:creationId xmlns:a16="http://schemas.microsoft.com/office/drawing/2014/main" id="{0C0A3945-ED5E-DCAC-2818-760A2807BEE0}"/>
                </a:ext>
              </a:extLst>
            </p:cNvPr>
            <p:cNvCxnSpPr>
              <a:cxnSpLocks/>
            </p:cNvCxnSpPr>
            <p:nvPr/>
          </p:nvCxnSpPr>
          <p:spPr>
            <a:xfrm flipH="1" flipV="1">
              <a:off x="3995411" y="5768950"/>
              <a:ext cx="238685" cy="22603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86" name="Grupp 85">
            <a:extLst>
              <a:ext uri="{FF2B5EF4-FFF2-40B4-BE49-F238E27FC236}">
                <a16:creationId xmlns:a16="http://schemas.microsoft.com/office/drawing/2014/main" id="{074BC15D-CB4B-6CD1-EAB4-3CB263080F6E}"/>
              </a:ext>
            </a:extLst>
          </p:cNvPr>
          <p:cNvGrpSpPr/>
          <p:nvPr/>
        </p:nvGrpSpPr>
        <p:grpSpPr>
          <a:xfrm>
            <a:off x="7318528" y="4547352"/>
            <a:ext cx="245995" cy="228734"/>
            <a:chOff x="3995411" y="5766247"/>
            <a:chExt cx="245995" cy="228734"/>
          </a:xfrm>
        </p:grpSpPr>
        <p:cxnSp>
          <p:nvCxnSpPr>
            <p:cNvPr id="87" name="Rak koppling 86">
              <a:extLst>
                <a:ext uri="{FF2B5EF4-FFF2-40B4-BE49-F238E27FC236}">
                  <a16:creationId xmlns:a16="http://schemas.microsoft.com/office/drawing/2014/main" id="{7A5AA2B8-3541-45FD-17FE-92924C5EB414}"/>
                </a:ext>
              </a:extLst>
            </p:cNvPr>
            <p:cNvCxnSpPr>
              <a:cxnSpLocks/>
            </p:cNvCxnSpPr>
            <p:nvPr/>
          </p:nvCxnSpPr>
          <p:spPr>
            <a:xfrm flipV="1">
              <a:off x="3998484" y="5766247"/>
              <a:ext cx="242922" cy="22873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8" name="Rak koppling 87">
              <a:extLst>
                <a:ext uri="{FF2B5EF4-FFF2-40B4-BE49-F238E27FC236}">
                  <a16:creationId xmlns:a16="http://schemas.microsoft.com/office/drawing/2014/main" id="{ABDB52DC-0610-5E2A-9953-08F42E8DC7C8}"/>
                </a:ext>
              </a:extLst>
            </p:cNvPr>
            <p:cNvCxnSpPr>
              <a:cxnSpLocks/>
            </p:cNvCxnSpPr>
            <p:nvPr/>
          </p:nvCxnSpPr>
          <p:spPr>
            <a:xfrm flipH="1" flipV="1">
              <a:off x="3995411" y="5768950"/>
              <a:ext cx="238685" cy="22603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89" name="Grupp 88">
            <a:extLst>
              <a:ext uri="{FF2B5EF4-FFF2-40B4-BE49-F238E27FC236}">
                <a16:creationId xmlns:a16="http://schemas.microsoft.com/office/drawing/2014/main" id="{FDFF5FB6-9648-DEA2-0D10-CF225FB1654B}"/>
              </a:ext>
            </a:extLst>
          </p:cNvPr>
          <p:cNvGrpSpPr/>
          <p:nvPr/>
        </p:nvGrpSpPr>
        <p:grpSpPr>
          <a:xfrm>
            <a:off x="7024571" y="4818815"/>
            <a:ext cx="245995" cy="228734"/>
            <a:chOff x="3995411" y="5766247"/>
            <a:chExt cx="245995" cy="228734"/>
          </a:xfrm>
        </p:grpSpPr>
        <p:cxnSp>
          <p:nvCxnSpPr>
            <p:cNvPr id="90" name="Rak koppling 89">
              <a:extLst>
                <a:ext uri="{FF2B5EF4-FFF2-40B4-BE49-F238E27FC236}">
                  <a16:creationId xmlns:a16="http://schemas.microsoft.com/office/drawing/2014/main" id="{5E9A5359-EAD2-DB23-E526-C0526C9F16F7}"/>
                </a:ext>
              </a:extLst>
            </p:cNvPr>
            <p:cNvCxnSpPr>
              <a:cxnSpLocks/>
            </p:cNvCxnSpPr>
            <p:nvPr/>
          </p:nvCxnSpPr>
          <p:spPr>
            <a:xfrm flipV="1">
              <a:off x="3998484" y="5766247"/>
              <a:ext cx="242922" cy="22873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1" name="Rak koppling 90">
              <a:extLst>
                <a:ext uri="{FF2B5EF4-FFF2-40B4-BE49-F238E27FC236}">
                  <a16:creationId xmlns:a16="http://schemas.microsoft.com/office/drawing/2014/main" id="{F6BB5F31-5990-D8F2-8C9B-B0B45CE122E2}"/>
                </a:ext>
              </a:extLst>
            </p:cNvPr>
            <p:cNvCxnSpPr>
              <a:cxnSpLocks/>
            </p:cNvCxnSpPr>
            <p:nvPr/>
          </p:nvCxnSpPr>
          <p:spPr>
            <a:xfrm flipH="1" flipV="1">
              <a:off x="3995411" y="5768950"/>
              <a:ext cx="238685" cy="22603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92" name="Ellips 91">
            <a:extLst>
              <a:ext uri="{FF2B5EF4-FFF2-40B4-BE49-F238E27FC236}">
                <a16:creationId xmlns:a16="http://schemas.microsoft.com/office/drawing/2014/main" id="{8608C25C-4FB3-2B18-77E2-7805C8E2F1C6}"/>
              </a:ext>
            </a:extLst>
          </p:cNvPr>
          <p:cNvSpPr/>
          <p:nvPr/>
        </p:nvSpPr>
        <p:spPr>
          <a:xfrm>
            <a:off x="7013467" y="4547160"/>
            <a:ext cx="260798" cy="226223"/>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93" name="Ellips 92">
            <a:extLst>
              <a:ext uri="{FF2B5EF4-FFF2-40B4-BE49-F238E27FC236}">
                <a16:creationId xmlns:a16="http://schemas.microsoft.com/office/drawing/2014/main" id="{130CDA16-7799-C09C-01C6-984BDA4F7AF9}"/>
              </a:ext>
            </a:extLst>
          </p:cNvPr>
          <p:cNvSpPr/>
          <p:nvPr/>
        </p:nvSpPr>
        <p:spPr>
          <a:xfrm>
            <a:off x="7603397" y="4818815"/>
            <a:ext cx="260798" cy="226223"/>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grpSp>
        <p:nvGrpSpPr>
          <p:cNvPr id="94" name="Grupp 93">
            <a:extLst>
              <a:ext uri="{FF2B5EF4-FFF2-40B4-BE49-F238E27FC236}">
                <a16:creationId xmlns:a16="http://schemas.microsoft.com/office/drawing/2014/main" id="{568B7FCA-3350-8657-54CB-FF8BF421EA01}"/>
              </a:ext>
            </a:extLst>
          </p:cNvPr>
          <p:cNvGrpSpPr/>
          <p:nvPr/>
        </p:nvGrpSpPr>
        <p:grpSpPr>
          <a:xfrm>
            <a:off x="7608877" y="4548826"/>
            <a:ext cx="245995" cy="228734"/>
            <a:chOff x="3995411" y="5766247"/>
            <a:chExt cx="245995" cy="228734"/>
          </a:xfrm>
        </p:grpSpPr>
        <p:cxnSp>
          <p:nvCxnSpPr>
            <p:cNvPr id="95" name="Rak koppling 94">
              <a:extLst>
                <a:ext uri="{FF2B5EF4-FFF2-40B4-BE49-F238E27FC236}">
                  <a16:creationId xmlns:a16="http://schemas.microsoft.com/office/drawing/2014/main" id="{0C9A3BCC-9F0E-00F8-8EB1-EBBD3F8553F8}"/>
                </a:ext>
              </a:extLst>
            </p:cNvPr>
            <p:cNvCxnSpPr>
              <a:cxnSpLocks/>
            </p:cNvCxnSpPr>
            <p:nvPr/>
          </p:nvCxnSpPr>
          <p:spPr>
            <a:xfrm flipV="1">
              <a:off x="3998484" y="5766247"/>
              <a:ext cx="242922" cy="22873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6" name="Rak koppling 95">
              <a:extLst>
                <a:ext uri="{FF2B5EF4-FFF2-40B4-BE49-F238E27FC236}">
                  <a16:creationId xmlns:a16="http://schemas.microsoft.com/office/drawing/2014/main" id="{BBE6316D-4BC8-8D9C-4EF3-F054E10CF8E8}"/>
                </a:ext>
              </a:extLst>
            </p:cNvPr>
            <p:cNvCxnSpPr>
              <a:cxnSpLocks/>
            </p:cNvCxnSpPr>
            <p:nvPr/>
          </p:nvCxnSpPr>
          <p:spPr>
            <a:xfrm flipH="1" flipV="1">
              <a:off x="3995411" y="5768950"/>
              <a:ext cx="238685" cy="22603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97" name="Ellips 96">
            <a:extLst>
              <a:ext uri="{FF2B5EF4-FFF2-40B4-BE49-F238E27FC236}">
                <a16:creationId xmlns:a16="http://schemas.microsoft.com/office/drawing/2014/main" id="{3C7A399A-D2FC-814B-CCDC-92250ACD4F64}"/>
              </a:ext>
            </a:extLst>
          </p:cNvPr>
          <p:cNvSpPr/>
          <p:nvPr/>
        </p:nvSpPr>
        <p:spPr>
          <a:xfrm>
            <a:off x="7013297" y="4267621"/>
            <a:ext cx="260798" cy="226223"/>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grpSp>
        <p:nvGrpSpPr>
          <p:cNvPr id="98" name="Grupp 97">
            <a:extLst>
              <a:ext uri="{FF2B5EF4-FFF2-40B4-BE49-F238E27FC236}">
                <a16:creationId xmlns:a16="http://schemas.microsoft.com/office/drawing/2014/main" id="{0A64F31D-106C-727C-6B54-8AA27F610992}"/>
              </a:ext>
            </a:extLst>
          </p:cNvPr>
          <p:cNvGrpSpPr/>
          <p:nvPr/>
        </p:nvGrpSpPr>
        <p:grpSpPr>
          <a:xfrm>
            <a:off x="10529733" y="4203002"/>
            <a:ext cx="893451" cy="852645"/>
            <a:chOff x="1202049" y="2073910"/>
            <a:chExt cx="893451" cy="852645"/>
          </a:xfrm>
          <a:solidFill>
            <a:schemeClr val="bg1"/>
          </a:solidFill>
        </p:grpSpPr>
        <p:sp>
          <p:nvSpPr>
            <p:cNvPr id="99" name="Rektangel 98">
              <a:extLst>
                <a:ext uri="{FF2B5EF4-FFF2-40B4-BE49-F238E27FC236}">
                  <a16:creationId xmlns:a16="http://schemas.microsoft.com/office/drawing/2014/main" id="{1C06EDFE-56E5-0FD2-9BA8-4AD151F8AAB3}"/>
                </a:ext>
              </a:extLst>
            </p:cNvPr>
            <p:cNvSpPr/>
            <p:nvPr/>
          </p:nvSpPr>
          <p:spPr>
            <a:xfrm>
              <a:off x="1211580" y="2073910"/>
              <a:ext cx="883920" cy="846295"/>
            </a:xfrm>
            <a:prstGeom prst="rect">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cxnSp>
          <p:nvCxnSpPr>
            <p:cNvPr id="100" name="Rak koppling 99">
              <a:extLst>
                <a:ext uri="{FF2B5EF4-FFF2-40B4-BE49-F238E27FC236}">
                  <a16:creationId xmlns:a16="http://schemas.microsoft.com/office/drawing/2014/main" id="{5028EC55-67D2-8F57-C078-9571061B9912}"/>
                </a:ext>
              </a:extLst>
            </p:cNvPr>
            <p:cNvCxnSpPr>
              <a:cxnSpLocks/>
            </p:cNvCxnSpPr>
            <p:nvPr/>
          </p:nvCxnSpPr>
          <p:spPr>
            <a:xfrm flipV="1">
              <a:off x="1512091" y="2080260"/>
              <a:ext cx="0" cy="846295"/>
            </a:xfrm>
            <a:prstGeom prst="line">
              <a:avLst/>
            </a:prstGeom>
            <a:grpFill/>
            <a:ln>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01" name="Rak koppling 100">
              <a:extLst>
                <a:ext uri="{FF2B5EF4-FFF2-40B4-BE49-F238E27FC236}">
                  <a16:creationId xmlns:a16="http://schemas.microsoft.com/office/drawing/2014/main" id="{BF1861B1-39DF-20C7-0CA4-AA88A9F4205E}"/>
                </a:ext>
              </a:extLst>
            </p:cNvPr>
            <p:cNvCxnSpPr>
              <a:cxnSpLocks/>
            </p:cNvCxnSpPr>
            <p:nvPr/>
          </p:nvCxnSpPr>
          <p:spPr>
            <a:xfrm flipV="1">
              <a:off x="1809751" y="2080260"/>
              <a:ext cx="0" cy="846295"/>
            </a:xfrm>
            <a:prstGeom prst="line">
              <a:avLst/>
            </a:prstGeom>
            <a:grpFill/>
            <a:ln>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02" name="Rak koppling 101">
              <a:extLst>
                <a:ext uri="{FF2B5EF4-FFF2-40B4-BE49-F238E27FC236}">
                  <a16:creationId xmlns:a16="http://schemas.microsoft.com/office/drawing/2014/main" id="{77BB4E2B-529C-6972-25D9-E6C0ADA52D04}"/>
                </a:ext>
              </a:extLst>
            </p:cNvPr>
            <p:cNvCxnSpPr>
              <a:cxnSpLocks/>
            </p:cNvCxnSpPr>
            <p:nvPr/>
          </p:nvCxnSpPr>
          <p:spPr>
            <a:xfrm flipH="1">
              <a:off x="1213958" y="2375531"/>
              <a:ext cx="881542" cy="0"/>
            </a:xfrm>
            <a:prstGeom prst="line">
              <a:avLst/>
            </a:prstGeom>
            <a:grpFill/>
            <a:ln>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03" name="Rak koppling 102">
              <a:extLst>
                <a:ext uri="{FF2B5EF4-FFF2-40B4-BE49-F238E27FC236}">
                  <a16:creationId xmlns:a16="http://schemas.microsoft.com/office/drawing/2014/main" id="{82ADE33D-5CC1-8B48-636E-4F5A978073CF}"/>
                </a:ext>
              </a:extLst>
            </p:cNvPr>
            <p:cNvCxnSpPr>
              <a:cxnSpLocks/>
            </p:cNvCxnSpPr>
            <p:nvPr/>
          </p:nvCxnSpPr>
          <p:spPr>
            <a:xfrm flipH="1">
              <a:off x="1202049" y="2646993"/>
              <a:ext cx="881542" cy="0"/>
            </a:xfrm>
            <a:prstGeom prst="line">
              <a:avLst/>
            </a:prstGeom>
            <a:grpFill/>
            <a:ln>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grpSp>
      <p:sp>
        <p:nvSpPr>
          <p:cNvPr id="104" name="Ellips 103">
            <a:extLst>
              <a:ext uri="{FF2B5EF4-FFF2-40B4-BE49-F238E27FC236}">
                <a16:creationId xmlns:a16="http://schemas.microsoft.com/office/drawing/2014/main" id="{CAD0D870-7727-29E8-3921-1B6359D454D0}"/>
              </a:ext>
            </a:extLst>
          </p:cNvPr>
          <p:cNvSpPr/>
          <p:nvPr/>
        </p:nvSpPr>
        <p:spPr>
          <a:xfrm>
            <a:off x="11150477" y="4240701"/>
            <a:ext cx="260798" cy="226223"/>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grpSp>
        <p:nvGrpSpPr>
          <p:cNvPr id="105" name="Grupp 104">
            <a:extLst>
              <a:ext uri="{FF2B5EF4-FFF2-40B4-BE49-F238E27FC236}">
                <a16:creationId xmlns:a16="http://schemas.microsoft.com/office/drawing/2014/main" id="{8283C858-D1B1-C60B-F9C0-AC99966E3DC1}"/>
              </a:ext>
            </a:extLst>
          </p:cNvPr>
          <p:cNvGrpSpPr/>
          <p:nvPr/>
        </p:nvGrpSpPr>
        <p:grpSpPr>
          <a:xfrm>
            <a:off x="10858832" y="4245001"/>
            <a:ext cx="245995" cy="228734"/>
            <a:chOff x="3995411" y="5766247"/>
            <a:chExt cx="245995" cy="228734"/>
          </a:xfrm>
        </p:grpSpPr>
        <p:cxnSp>
          <p:nvCxnSpPr>
            <p:cNvPr id="106" name="Rak koppling 105">
              <a:extLst>
                <a:ext uri="{FF2B5EF4-FFF2-40B4-BE49-F238E27FC236}">
                  <a16:creationId xmlns:a16="http://schemas.microsoft.com/office/drawing/2014/main" id="{701B5116-AC52-EDEB-1423-473DD3EFFBC8}"/>
                </a:ext>
              </a:extLst>
            </p:cNvPr>
            <p:cNvCxnSpPr>
              <a:cxnSpLocks/>
            </p:cNvCxnSpPr>
            <p:nvPr/>
          </p:nvCxnSpPr>
          <p:spPr>
            <a:xfrm flipV="1">
              <a:off x="3998484" y="5766247"/>
              <a:ext cx="242922" cy="22873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7" name="Rak koppling 106">
              <a:extLst>
                <a:ext uri="{FF2B5EF4-FFF2-40B4-BE49-F238E27FC236}">
                  <a16:creationId xmlns:a16="http://schemas.microsoft.com/office/drawing/2014/main" id="{2C8396B2-2A0E-8398-2D24-2250AC355D5C}"/>
                </a:ext>
              </a:extLst>
            </p:cNvPr>
            <p:cNvCxnSpPr>
              <a:cxnSpLocks/>
            </p:cNvCxnSpPr>
            <p:nvPr/>
          </p:nvCxnSpPr>
          <p:spPr>
            <a:xfrm flipH="1" flipV="1">
              <a:off x="3995411" y="5768950"/>
              <a:ext cx="238685" cy="22603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08" name="Grupp 107">
            <a:extLst>
              <a:ext uri="{FF2B5EF4-FFF2-40B4-BE49-F238E27FC236}">
                <a16:creationId xmlns:a16="http://schemas.microsoft.com/office/drawing/2014/main" id="{7B58F8C4-2D9C-DC9A-5985-B3C311AAEA0C}"/>
              </a:ext>
            </a:extLst>
          </p:cNvPr>
          <p:cNvGrpSpPr/>
          <p:nvPr/>
        </p:nvGrpSpPr>
        <p:grpSpPr>
          <a:xfrm>
            <a:off x="10865608" y="4525987"/>
            <a:ext cx="245995" cy="228734"/>
            <a:chOff x="3995411" y="5766247"/>
            <a:chExt cx="245995" cy="228734"/>
          </a:xfrm>
        </p:grpSpPr>
        <p:cxnSp>
          <p:nvCxnSpPr>
            <p:cNvPr id="109" name="Rak koppling 108">
              <a:extLst>
                <a:ext uri="{FF2B5EF4-FFF2-40B4-BE49-F238E27FC236}">
                  <a16:creationId xmlns:a16="http://schemas.microsoft.com/office/drawing/2014/main" id="{D198277A-A5D9-25E6-4D1C-3AE2AE17555D}"/>
                </a:ext>
              </a:extLst>
            </p:cNvPr>
            <p:cNvCxnSpPr>
              <a:cxnSpLocks/>
            </p:cNvCxnSpPr>
            <p:nvPr/>
          </p:nvCxnSpPr>
          <p:spPr>
            <a:xfrm flipV="1">
              <a:off x="3998484" y="5766247"/>
              <a:ext cx="242922" cy="22873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0" name="Rak koppling 109">
              <a:extLst>
                <a:ext uri="{FF2B5EF4-FFF2-40B4-BE49-F238E27FC236}">
                  <a16:creationId xmlns:a16="http://schemas.microsoft.com/office/drawing/2014/main" id="{C9B995B8-188B-2ADD-FD13-7F3C3111D098}"/>
                </a:ext>
              </a:extLst>
            </p:cNvPr>
            <p:cNvCxnSpPr>
              <a:cxnSpLocks/>
            </p:cNvCxnSpPr>
            <p:nvPr/>
          </p:nvCxnSpPr>
          <p:spPr>
            <a:xfrm flipH="1" flipV="1">
              <a:off x="3995411" y="5768950"/>
              <a:ext cx="238685" cy="22603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11" name="Grupp 110">
            <a:extLst>
              <a:ext uri="{FF2B5EF4-FFF2-40B4-BE49-F238E27FC236}">
                <a16:creationId xmlns:a16="http://schemas.microsoft.com/office/drawing/2014/main" id="{17DA290E-C801-6969-2902-24DD15BF120D}"/>
              </a:ext>
            </a:extLst>
          </p:cNvPr>
          <p:cNvGrpSpPr/>
          <p:nvPr/>
        </p:nvGrpSpPr>
        <p:grpSpPr>
          <a:xfrm>
            <a:off x="10571651" y="4797450"/>
            <a:ext cx="245995" cy="228734"/>
            <a:chOff x="3995411" y="5766247"/>
            <a:chExt cx="245995" cy="228734"/>
          </a:xfrm>
        </p:grpSpPr>
        <p:cxnSp>
          <p:nvCxnSpPr>
            <p:cNvPr id="112" name="Rak koppling 111">
              <a:extLst>
                <a:ext uri="{FF2B5EF4-FFF2-40B4-BE49-F238E27FC236}">
                  <a16:creationId xmlns:a16="http://schemas.microsoft.com/office/drawing/2014/main" id="{DFCB408D-0AEB-C935-5A00-AE2781900292}"/>
                </a:ext>
              </a:extLst>
            </p:cNvPr>
            <p:cNvCxnSpPr>
              <a:cxnSpLocks/>
            </p:cNvCxnSpPr>
            <p:nvPr/>
          </p:nvCxnSpPr>
          <p:spPr>
            <a:xfrm flipV="1">
              <a:off x="3998484" y="5766247"/>
              <a:ext cx="242922" cy="22873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3" name="Rak koppling 112">
              <a:extLst>
                <a:ext uri="{FF2B5EF4-FFF2-40B4-BE49-F238E27FC236}">
                  <a16:creationId xmlns:a16="http://schemas.microsoft.com/office/drawing/2014/main" id="{F9A655E9-FB9E-B710-D36B-866E422B7DC8}"/>
                </a:ext>
              </a:extLst>
            </p:cNvPr>
            <p:cNvCxnSpPr>
              <a:cxnSpLocks/>
            </p:cNvCxnSpPr>
            <p:nvPr/>
          </p:nvCxnSpPr>
          <p:spPr>
            <a:xfrm flipH="1" flipV="1">
              <a:off x="3995411" y="5768950"/>
              <a:ext cx="238685" cy="22603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14" name="Ellips 113">
            <a:extLst>
              <a:ext uri="{FF2B5EF4-FFF2-40B4-BE49-F238E27FC236}">
                <a16:creationId xmlns:a16="http://schemas.microsoft.com/office/drawing/2014/main" id="{24E88511-054E-75C3-3159-C4404007F04B}"/>
              </a:ext>
            </a:extLst>
          </p:cNvPr>
          <p:cNvSpPr/>
          <p:nvPr/>
        </p:nvSpPr>
        <p:spPr>
          <a:xfrm>
            <a:off x="10560547" y="4525795"/>
            <a:ext cx="260798" cy="226223"/>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15" name="Ellips 114">
            <a:extLst>
              <a:ext uri="{FF2B5EF4-FFF2-40B4-BE49-F238E27FC236}">
                <a16:creationId xmlns:a16="http://schemas.microsoft.com/office/drawing/2014/main" id="{4D6279B3-9296-1C04-FA94-FDF468BBF272}"/>
              </a:ext>
            </a:extLst>
          </p:cNvPr>
          <p:cNvSpPr/>
          <p:nvPr/>
        </p:nvSpPr>
        <p:spPr>
          <a:xfrm>
            <a:off x="11150477" y="4797450"/>
            <a:ext cx="260798" cy="226223"/>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grpSp>
        <p:nvGrpSpPr>
          <p:cNvPr id="116" name="Grupp 115">
            <a:extLst>
              <a:ext uri="{FF2B5EF4-FFF2-40B4-BE49-F238E27FC236}">
                <a16:creationId xmlns:a16="http://schemas.microsoft.com/office/drawing/2014/main" id="{55A80819-D4FF-FF16-1473-3A98A1272CD8}"/>
              </a:ext>
            </a:extLst>
          </p:cNvPr>
          <p:cNvGrpSpPr/>
          <p:nvPr/>
        </p:nvGrpSpPr>
        <p:grpSpPr>
          <a:xfrm>
            <a:off x="11155957" y="4527461"/>
            <a:ext cx="245995" cy="228734"/>
            <a:chOff x="3995411" y="5766247"/>
            <a:chExt cx="245995" cy="228734"/>
          </a:xfrm>
        </p:grpSpPr>
        <p:cxnSp>
          <p:nvCxnSpPr>
            <p:cNvPr id="117" name="Rak koppling 116">
              <a:extLst>
                <a:ext uri="{FF2B5EF4-FFF2-40B4-BE49-F238E27FC236}">
                  <a16:creationId xmlns:a16="http://schemas.microsoft.com/office/drawing/2014/main" id="{B54A46D2-A363-498C-CBEB-595387E8DBBF}"/>
                </a:ext>
              </a:extLst>
            </p:cNvPr>
            <p:cNvCxnSpPr>
              <a:cxnSpLocks/>
            </p:cNvCxnSpPr>
            <p:nvPr/>
          </p:nvCxnSpPr>
          <p:spPr>
            <a:xfrm flipV="1">
              <a:off x="3998484" y="5766247"/>
              <a:ext cx="242922" cy="22873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8" name="Rak koppling 117">
              <a:extLst>
                <a:ext uri="{FF2B5EF4-FFF2-40B4-BE49-F238E27FC236}">
                  <a16:creationId xmlns:a16="http://schemas.microsoft.com/office/drawing/2014/main" id="{E11D3E36-3E76-61AF-4E40-A94CE8B85969}"/>
                </a:ext>
              </a:extLst>
            </p:cNvPr>
            <p:cNvCxnSpPr>
              <a:cxnSpLocks/>
            </p:cNvCxnSpPr>
            <p:nvPr/>
          </p:nvCxnSpPr>
          <p:spPr>
            <a:xfrm flipH="1" flipV="1">
              <a:off x="3995411" y="5768950"/>
              <a:ext cx="238685" cy="22603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20" name="Grupp 119">
            <a:extLst>
              <a:ext uri="{FF2B5EF4-FFF2-40B4-BE49-F238E27FC236}">
                <a16:creationId xmlns:a16="http://schemas.microsoft.com/office/drawing/2014/main" id="{DA644BE9-300D-844D-DAD4-DF518A08B73E}"/>
              </a:ext>
            </a:extLst>
          </p:cNvPr>
          <p:cNvGrpSpPr/>
          <p:nvPr/>
        </p:nvGrpSpPr>
        <p:grpSpPr>
          <a:xfrm>
            <a:off x="7323060" y="4819018"/>
            <a:ext cx="245995" cy="228734"/>
            <a:chOff x="3995411" y="5766247"/>
            <a:chExt cx="245995" cy="228734"/>
          </a:xfrm>
        </p:grpSpPr>
        <p:cxnSp>
          <p:nvCxnSpPr>
            <p:cNvPr id="121" name="Rak koppling 120">
              <a:extLst>
                <a:ext uri="{FF2B5EF4-FFF2-40B4-BE49-F238E27FC236}">
                  <a16:creationId xmlns:a16="http://schemas.microsoft.com/office/drawing/2014/main" id="{AABB3448-C80A-E8C7-AA22-7E36CDB950C2}"/>
                </a:ext>
              </a:extLst>
            </p:cNvPr>
            <p:cNvCxnSpPr>
              <a:cxnSpLocks/>
            </p:cNvCxnSpPr>
            <p:nvPr/>
          </p:nvCxnSpPr>
          <p:spPr>
            <a:xfrm flipV="1">
              <a:off x="3998484" y="5766247"/>
              <a:ext cx="242922" cy="228734"/>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22" name="Rak koppling 121">
              <a:extLst>
                <a:ext uri="{FF2B5EF4-FFF2-40B4-BE49-F238E27FC236}">
                  <a16:creationId xmlns:a16="http://schemas.microsoft.com/office/drawing/2014/main" id="{D4EC51E9-DDF8-C868-4CD8-987663F09AE9}"/>
                </a:ext>
              </a:extLst>
            </p:cNvPr>
            <p:cNvCxnSpPr>
              <a:cxnSpLocks/>
            </p:cNvCxnSpPr>
            <p:nvPr/>
          </p:nvCxnSpPr>
          <p:spPr>
            <a:xfrm flipH="1" flipV="1">
              <a:off x="3995411" y="5768950"/>
              <a:ext cx="238685" cy="226031"/>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grpSp>
      <p:sp>
        <p:nvSpPr>
          <p:cNvPr id="123" name="Rektangel 122">
            <a:extLst>
              <a:ext uri="{FF2B5EF4-FFF2-40B4-BE49-F238E27FC236}">
                <a16:creationId xmlns:a16="http://schemas.microsoft.com/office/drawing/2014/main" id="{23D0156A-D7E7-513D-59EA-08188C5F2D37}"/>
              </a:ext>
            </a:extLst>
          </p:cNvPr>
          <p:cNvSpPr/>
          <p:nvPr/>
        </p:nvSpPr>
        <p:spPr>
          <a:xfrm>
            <a:off x="7270566" y="4203002"/>
            <a:ext cx="328343" cy="930463"/>
          </a:xfrm>
          <a:prstGeom prst="rect">
            <a:avLst/>
          </a:prstGeom>
          <a:solidFill>
            <a:srgbClr val="4DFC24">
              <a:alpha val="45000"/>
            </a:srgbClr>
          </a:solid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solidFill>
                <a:schemeClr val="lt1">
                  <a:alpha val="0"/>
                </a:schemeClr>
              </a:solidFill>
            </a:endParaRPr>
          </a:p>
        </p:txBody>
      </p:sp>
      <p:sp>
        <p:nvSpPr>
          <p:cNvPr id="124" name="Ellips 123">
            <a:extLst>
              <a:ext uri="{FF2B5EF4-FFF2-40B4-BE49-F238E27FC236}">
                <a16:creationId xmlns:a16="http://schemas.microsoft.com/office/drawing/2014/main" id="{DC9C316C-1FA8-4D13-F872-A372052C4AD3}"/>
              </a:ext>
            </a:extLst>
          </p:cNvPr>
          <p:cNvSpPr/>
          <p:nvPr/>
        </p:nvSpPr>
        <p:spPr>
          <a:xfrm>
            <a:off x="10848397" y="4797450"/>
            <a:ext cx="260798" cy="226223"/>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grpSp>
        <p:nvGrpSpPr>
          <p:cNvPr id="126" name="Grupp 125">
            <a:extLst>
              <a:ext uri="{FF2B5EF4-FFF2-40B4-BE49-F238E27FC236}">
                <a16:creationId xmlns:a16="http://schemas.microsoft.com/office/drawing/2014/main" id="{A0C6208C-B1F5-1B51-8EB9-106BA2D2FDD6}"/>
              </a:ext>
            </a:extLst>
          </p:cNvPr>
          <p:cNvGrpSpPr/>
          <p:nvPr/>
        </p:nvGrpSpPr>
        <p:grpSpPr>
          <a:xfrm>
            <a:off x="10565540" y="4236791"/>
            <a:ext cx="245995" cy="228734"/>
            <a:chOff x="3995411" y="5766247"/>
            <a:chExt cx="245995" cy="228734"/>
          </a:xfrm>
        </p:grpSpPr>
        <p:cxnSp>
          <p:nvCxnSpPr>
            <p:cNvPr id="127" name="Rak koppling 126">
              <a:extLst>
                <a:ext uri="{FF2B5EF4-FFF2-40B4-BE49-F238E27FC236}">
                  <a16:creationId xmlns:a16="http://schemas.microsoft.com/office/drawing/2014/main" id="{D827C462-4F68-4A0F-8EAB-076EA3AFD497}"/>
                </a:ext>
              </a:extLst>
            </p:cNvPr>
            <p:cNvCxnSpPr>
              <a:cxnSpLocks/>
            </p:cNvCxnSpPr>
            <p:nvPr/>
          </p:nvCxnSpPr>
          <p:spPr>
            <a:xfrm flipV="1">
              <a:off x="3998484" y="5766247"/>
              <a:ext cx="242922" cy="228734"/>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28" name="Rak koppling 127">
              <a:extLst>
                <a:ext uri="{FF2B5EF4-FFF2-40B4-BE49-F238E27FC236}">
                  <a16:creationId xmlns:a16="http://schemas.microsoft.com/office/drawing/2014/main" id="{4A19F43D-B5EF-604E-4DF8-0C66B5F81652}"/>
                </a:ext>
              </a:extLst>
            </p:cNvPr>
            <p:cNvCxnSpPr>
              <a:cxnSpLocks/>
            </p:cNvCxnSpPr>
            <p:nvPr/>
          </p:nvCxnSpPr>
          <p:spPr>
            <a:xfrm flipH="1" flipV="1">
              <a:off x="3995411" y="5768950"/>
              <a:ext cx="238685" cy="226031"/>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grpSp>
      <p:sp>
        <p:nvSpPr>
          <p:cNvPr id="129" name="textruta 128">
            <a:extLst>
              <a:ext uri="{FF2B5EF4-FFF2-40B4-BE49-F238E27FC236}">
                <a16:creationId xmlns:a16="http://schemas.microsoft.com/office/drawing/2014/main" id="{B73A3ECB-E217-B53E-04D1-A12E66BAE843}"/>
              </a:ext>
            </a:extLst>
          </p:cNvPr>
          <p:cNvSpPr txBox="1"/>
          <p:nvPr/>
        </p:nvSpPr>
        <p:spPr>
          <a:xfrm>
            <a:off x="6873262" y="885973"/>
            <a:ext cx="1541549" cy="369332"/>
          </a:xfrm>
          <a:prstGeom prst="rect">
            <a:avLst/>
          </a:prstGeom>
          <a:noFill/>
        </p:spPr>
        <p:txBody>
          <a:bodyPr wrap="square" rtlCol="0">
            <a:spAutoFit/>
          </a:bodyPr>
          <a:lstStyle/>
          <a:p>
            <a:r>
              <a:rPr lang="sv-SE" dirty="0"/>
              <a:t>Min-värde: 0</a:t>
            </a:r>
          </a:p>
        </p:txBody>
      </p:sp>
      <p:sp>
        <p:nvSpPr>
          <p:cNvPr id="130" name="textruta 129">
            <a:extLst>
              <a:ext uri="{FF2B5EF4-FFF2-40B4-BE49-F238E27FC236}">
                <a16:creationId xmlns:a16="http://schemas.microsoft.com/office/drawing/2014/main" id="{927B29E0-528B-D27C-7289-DCEA2FAD81DB}"/>
              </a:ext>
            </a:extLst>
          </p:cNvPr>
          <p:cNvSpPr txBox="1"/>
          <p:nvPr/>
        </p:nvSpPr>
        <p:spPr>
          <a:xfrm>
            <a:off x="5342817" y="2382104"/>
            <a:ext cx="1488036" cy="369332"/>
          </a:xfrm>
          <a:prstGeom prst="rect">
            <a:avLst/>
          </a:prstGeom>
          <a:noFill/>
        </p:spPr>
        <p:txBody>
          <a:bodyPr wrap="square" rtlCol="0">
            <a:spAutoFit/>
          </a:bodyPr>
          <a:lstStyle/>
          <a:p>
            <a:r>
              <a:rPr lang="sv-SE" dirty="0"/>
              <a:t>Max-värde: 1</a:t>
            </a:r>
          </a:p>
        </p:txBody>
      </p:sp>
      <p:sp>
        <p:nvSpPr>
          <p:cNvPr id="131" name="textruta 130">
            <a:extLst>
              <a:ext uri="{FF2B5EF4-FFF2-40B4-BE49-F238E27FC236}">
                <a16:creationId xmlns:a16="http://schemas.microsoft.com/office/drawing/2014/main" id="{12B18645-C61B-04EA-5FB3-7AF5F2B88799}"/>
              </a:ext>
            </a:extLst>
          </p:cNvPr>
          <p:cNvSpPr txBox="1"/>
          <p:nvPr/>
        </p:nvSpPr>
        <p:spPr>
          <a:xfrm>
            <a:off x="8950175" y="2373532"/>
            <a:ext cx="1416999" cy="369332"/>
          </a:xfrm>
          <a:prstGeom prst="rect">
            <a:avLst/>
          </a:prstGeom>
          <a:noFill/>
        </p:spPr>
        <p:txBody>
          <a:bodyPr wrap="square" rtlCol="0">
            <a:spAutoFit/>
          </a:bodyPr>
          <a:lstStyle/>
          <a:p>
            <a:r>
              <a:rPr lang="sv-SE" dirty="0"/>
              <a:t>Max-värde: 0</a:t>
            </a:r>
          </a:p>
        </p:txBody>
      </p:sp>
      <p:sp>
        <p:nvSpPr>
          <p:cNvPr id="132" name="textruta 131">
            <a:extLst>
              <a:ext uri="{FF2B5EF4-FFF2-40B4-BE49-F238E27FC236}">
                <a16:creationId xmlns:a16="http://schemas.microsoft.com/office/drawing/2014/main" id="{26742602-F00E-0068-5CDB-7C8CC2F52F35}"/>
              </a:ext>
            </a:extLst>
          </p:cNvPr>
          <p:cNvSpPr txBox="1"/>
          <p:nvPr/>
        </p:nvSpPr>
        <p:spPr>
          <a:xfrm>
            <a:off x="5613656" y="4469198"/>
            <a:ext cx="1244793" cy="369332"/>
          </a:xfrm>
          <a:prstGeom prst="rect">
            <a:avLst/>
          </a:prstGeom>
          <a:noFill/>
        </p:spPr>
        <p:txBody>
          <a:bodyPr wrap="square" rtlCol="0">
            <a:spAutoFit/>
          </a:bodyPr>
          <a:lstStyle/>
          <a:p>
            <a:r>
              <a:rPr lang="sv-SE" dirty="0"/>
              <a:t>Värde: 1</a:t>
            </a:r>
          </a:p>
        </p:txBody>
      </p:sp>
      <p:sp>
        <p:nvSpPr>
          <p:cNvPr id="133" name="textruta 132">
            <a:extLst>
              <a:ext uri="{FF2B5EF4-FFF2-40B4-BE49-F238E27FC236}">
                <a16:creationId xmlns:a16="http://schemas.microsoft.com/office/drawing/2014/main" id="{5B5D204C-92D5-ED26-C8BB-0085803C46CF}"/>
              </a:ext>
            </a:extLst>
          </p:cNvPr>
          <p:cNvSpPr txBox="1"/>
          <p:nvPr/>
        </p:nvSpPr>
        <p:spPr>
          <a:xfrm>
            <a:off x="9375963" y="4441483"/>
            <a:ext cx="1244793" cy="369332"/>
          </a:xfrm>
          <a:prstGeom prst="rect">
            <a:avLst/>
          </a:prstGeom>
          <a:noFill/>
        </p:spPr>
        <p:txBody>
          <a:bodyPr wrap="square" rtlCol="0">
            <a:spAutoFit/>
          </a:bodyPr>
          <a:lstStyle/>
          <a:p>
            <a:r>
              <a:rPr lang="sv-SE" dirty="0"/>
              <a:t>Värde: 0</a:t>
            </a:r>
          </a:p>
        </p:txBody>
      </p:sp>
      <p:pic>
        <p:nvPicPr>
          <p:cNvPr id="139" name="Bildobjekt 138">
            <a:extLst>
              <a:ext uri="{FF2B5EF4-FFF2-40B4-BE49-F238E27FC236}">
                <a16:creationId xmlns:a16="http://schemas.microsoft.com/office/drawing/2014/main" id="{5E9A82F7-2BE8-BC54-96DE-3A20F5BB1186}"/>
              </a:ext>
            </a:extLst>
          </p:cNvPr>
          <p:cNvPicPr>
            <a:picLocks noChangeAspect="1"/>
          </p:cNvPicPr>
          <p:nvPr/>
        </p:nvPicPr>
        <p:blipFill>
          <a:blip r:embed="rId3"/>
          <a:stretch>
            <a:fillRect/>
          </a:stretch>
        </p:blipFill>
        <p:spPr>
          <a:xfrm>
            <a:off x="127870" y="72598"/>
            <a:ext cx="4755805" cy="5313729"/>
          </a:xfrm>
          <a:prstGeom prst="rect">
            <a:avLst/>
          </a:prstGeom>
        </p:spPr>
      </p:pic>
      <p:sp>
        <p:nvSpPr>
          <p:cNvPr id="24" name="textruta 23">
            <a:extLst>
              <a:ext uri="{FF2B5EF4-FFF2-40B4-BE49-F238E27FC236}">
                <a16:creationId xmlns:a16="http://schemas.microsoft.com/office/drawing/2014/main" id="{82F2D0FA-809B-AD9E-4373-E9DD98AB1D7F}"/>
              </a:ext>
            </a:extLst>
          </p:cNvPr>
          <p:cNvSpPr txBox="1"/>
          <p:nvPr/>
        </p:nvSpPr>
        <p:spPr>
          <a:xfrm>
            <a:off x="9924548" y="907144"/>
            <a:ext cx="1130157" cy="369332"/>
          </a:xfrm>
          <a:prstGeom prst="rect">
            <a:avLst/>
          </a:prstGeom>
          <a:noFill/>
        </p:spPr>
        <p:txBody>
          <a:bodyPr wrap="square" rtlCol="0">
            <a:spAutoFit/>
          </a:bodyPr>
          <a:lstStyle/>
          <a:p>
            <a:r>
              <a:rPr lang="sv-SE" dirty="0"/>
              <a:t>O:s tur</a:t>
            </a:r>
          </a:p>
        </p:txBody>
      </p:sp>
      <p:sp>
        <p:nvSpPr>
          <p:cNvPr id="71" name="Platshållare för sidfot 1">
            <a:extLst>
              <a:ext uri="{FF2B5EF4-FFF2-40B4-BE49-F238E27FC236}">
                <a16:creationId xmlns:a16="http://schemas.microsoft.com/office/drawing/2014/main" id="{F3927D2F-005E-E72D-1965-5A1933D56BEC}"/>
              </a:ext>
            </a:extLst>
          </p:cNvPr>
          <p:cNvSpPr>
            <a:spLocks noGrp="1"/>
          </p:cNvSpPr>
          <p:nvPr/>
        </p:nvSpPr>
        <p:spPr>
          <a:xfrm>
            <a:off x="2768194" y="6419850"/>
            <a:ext cx="5588812" cy="438150"/>
          </a:xfrm>
          <a:prstGeom prst="rect">
            <a:avLst/>
          </a:prstGeom>
        </p:spPr>
        <p:txBody>
          <a:bodyPr vert="horz" lIns="91440" tIns="45720" rIns="91440" bIns="45720" rtlCol="0" anchor="ctr"/>
          <a:lstStyle>
            <a:defPPr>
              <a:defRPr lang="en-US"/>
            </a:defPPr>
            <a:lvl1pPr marL="0" algn="ctr" defTabSz="457200" rtl="0" eaLnBrk="1" latinLnBrk="0" hangingPunct="1">
              <a:defRPr sz="144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dirty="0"/>
              <a:t>Presentation av David Hedengren</a:t>
            </a:r>
          </a:p>
        </p:txBody>
      </p:sp>
    </p:spTree>
    <p:extLst>
      <p:ext uri="{BB962C8B-B14F-4D97-AF65-F5344CB8AC3E}">
        <p14:creationId xmlns:p14="http://schemas.microsoft.com/office/powerpoint/2010/main" val="18025566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4"/>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5"/>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8"/>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1"/>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44"/>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5"/>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46"/>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49"/>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26"/>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50"/>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56"/>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57"/>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60"/>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63"/>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66"/>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67"/>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68"/>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72"/>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grpId="0" nodeType="clickEffect">
                                  <p:stCondLst>
                                    <p:cond delay="0"/>
                                  </p:stCondLst>
                                  <p:childTnLst>
                                    <p:set>
                                      <p:cBhvr>
                                        <p:cTn id="50" dur="1" fill="hold">
                                          <p:stCondLst>
                                            <p:cond delay="0"/>
                                          </p:stCondLst>
                                        </p:cTn>
                                        <p:tgtEl>
                                          <p:spTgt spid="134"/>
                                        </p:tgtEl>
                                        <p:attrNameLst>
                                          <p:attrName>style.visibility</p:attrName>
                                        </p:attrNameLst>
                                      </p:cBhvr>
                                      <p:to>
                                        <p:strVal val="visible"/>
                                      </p:to>
                                    </p:set>
                                    <p:animEffect transition="in" filter="fade">
                                      <p:cBhvr>
                                        <p:cTn id="51" dur="500"/>
                                        <p:tgtEl>
                                          <p:spTgt spid="134"/>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2"/>
                                        </p:tgtEl>
                                        <p:attrNameLst>
                                          <p:attrName>style.visibility</p:attrName>
                                        </p:attrNameLst>
                                      </p:cBhvr>
                                      <p:to>
                                        <p:strVal val="visible"/>
                                      </p:to>
                                    </p:set>
                                    <p:animEffect transition="in" filter="fade">
                                      <p:cBhvr>
                                        <p:cTn id="54" dur="500"/>
                                        <p:tgtEl>
                                          <p:spTgt spid="2"/>
                                        </p:tgtEl>
                                      </p:cBhvr>
                                    </p:animEffec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73"/>
                                        </p:tgtEl>
                                        <p:attrNameLst>
                                          <p:attrName>style.visibility</p:attrName>
                                        </p:attrNameLst>
                                      </p:cBhvr>
                                      <p:to>
                                        <p:strVal val="visible"/>
                                      </p:to>
                                    </p:set>
                                  </p:childTnLst>
                                </p:cTn>
                              </p:par>
                              <p:par>
                                <p:cTn id="59" presetID="1" presetClass="entr" presetSubtype="0" fill="hold" nodeType="withEffect">
                                  <p:stCondLst>
                                    <p:cond delay="0"/>
                                  </p:stCondLst>
                                  <p:childTnLst>
                                    <p:set>
                                      <p:cBhvr>
                                        <p:cTn id="60" dur="1" fill="hold">
                                          <p:stCondLst>
                                            <p:cond delay="0"/>
                                          </p:stCondLst>
                                        </p:cTn>
                                        <p:tgtEl>
                                          <p:spTgt spid="76"/>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82"/>
                                        </p:tgtEl>
                                        <p:attrNameLst>
                                          <p:attrName>style.visibility</p:attrName>
                                        </p:attrNameLst>
                                      </p:cBhvr>
                                      <p:to>
                                        <p:strVal val="visible"/>
                                      </p:to>
                                    </p:set>
                                  </p:childTnLst>
                                </p:cTn>
                              </p:par>
                              <p:par>
                                <p:cTn id="63" presetID="1" presetClass="entr" presetSubtype="0" fill="hold" nodeType="withEffect">
                                  <p:stCondLst>
                                    <p:cond delay="0"/>
                                  </p:stCondLst>
                                  <p:childTnLst>
                                    <p:set>
                                      <p:cBhvr>
                                        <p:cTn id="64" dur="1" fill="hold">
                                          <p:stCondLst>
                                            <p:cond delay="0"/>
                                          </p:stCondLst>
                                        </p:cTn>
                                        <p:tgtEl>
                                          <p:spTgt spid="83"/>
                                        </p:tgtEl>
                                        <p:attrNameLst>
                                          <p:attrName>style.visibility</p:attrName>
                                        </p:attrNameLst>
                                      </p:cBhvr>
                                      <p:to>
                                        <p:strVal val="visible"/>
                                      </p:to>
                                    </p:set>
                                  </p:childTnLst>
                                </p:cTn>
                              </p:par>
                              <p:par>
                                <p:cTn id="65" presetID="1" presetClass="entr" presetSubtype="0" fill="hold" nodeType="withEffect">
                                  <p:stCondLst>
                                    <p:cond delay="0"/>
                                  </p:stCondLst>
                                  <p:childTnLst>
                                    <p:set>
                                      <p:cBhvr>
                                        <p:cTn id="66" dur="1" fill="hold">
                                          <p:stCondLst>
                                            <p:cond delay="0"/>
                                          </p:stCondLst>
                                        </p:cTn>
                                        <p:tgtEl>
                                          <p:spTgt spid="86"/>
                                        </p:tgtEl>
                                        <p:attrNameLst>
                                          <p:attrName>style.visibility</p:attrName>
                                        </p:attrNameLst>
                                      </p:cBhvr>
                                      <p:to>
                                        <p:strVal val="visible"/>
                                      </p:to>
                                    </p:set>
                                  </p:childTnLst>
                                </p:cTn>
                              </p:par>
                              <p:par>
                                <p:cTn id="67" presetID="1" presetClass="entr" presetSubtype="0" fill="hold" nodeType="withEffect">
                                  <p:stCondLst>
                                    <p:cond delay="0"/>
                                  </p:stCondLst>
                                  <p:childTnLst>
                                    <p:set>
                                      <p:cBhvr>
                                        <p:cTn id="68" dur="1" fill="hold">
                                          <p:stCondLst>
                                            <p:cond delay="0"/>
                                          </p:stCondLst>
                                        </p:cTn>
                                        <p:tgtEl>
                                          <p:spTgt spid="89"/>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92"/>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93"/>
                                        </p:tgtEl>
                                        <p:attrNameLst>
                                          <p:attrName>style.visibility</p:attrName>
                                        </p:attrNameLst>
                                      </p:cBhvr>
                                      <p:to>
                                        <p:strVal val="visible"/>
                                      </p:to>
                                    </p:set>
                                  </p:childTnLst>
                                </p:cTn>
                              </p:par>
                              <p:par>
                                <p:cTn id="73" presetID="1" presetClass="entr" presetSubtype="0" fill="hold" nodeType="withEffect">
                                  <p:stCondLst>
                                    <p:cond delay="0"/>
                                  </p:stCondLst>
                                  <p:childTnLst>
                                    <p:set>
                                      <p:cBhvr>
                                        <p:cTn id="74" dur="1" fill="hold">
                                          <p:stCondLst>
                                            <p:cond delay="0"/>
                                          </p:stCondLst>
                                        </p:cTn>
                                        <p:tgtEl>
                                          <p:spTgt spid="94"/>
                                        </p:tgtEl>
                                        <p:attrNameLst>
                                          <p:attrName>style.visibility</p:attrName>
                                        </p:attrNameLst>
                                      </p:cBhvr>
                                      <p:to>
                                        <p:strVal val="visible"/>
                                      </p:to>
                                    </p:set>
                                  </p:childTnLst>
                                </p:cTn>
                              </p:par>
                              <p:par>
                                <p:cTn id="75" presetID="1" presetClass="entr" presetSubtype="0" fill="hold" grpId="0" nodeType="withEffect">
                                  <p:stCondLst>
                                    <p:cond delay="0"/>
                                  </p:stCondLst>
                                  <p:childTnLst>
                                    <p:set>
                                      <p:cBhvr>
                                        <p:cTn id="76" dur="1" fill="hold">
                                          <p:stCondLst>
                                            <p:cond delay="0"/>
                                          </p:stCondLst>
                                        </p:cTn>
                                        <p:tgtEl>
                                          <p:spTgt spid="97"/>
                                        </p:tgtEl>
                                        <p:attrNameLst>
                                          <p:attrName>style.visibility</p:attrName>
                                        </p:attrNameLst>
                                      </p:cBhvr>
                                      <p:to>
                                        <p:strVal val="visible"/>
                                      </p:to>
                                    </p:set>
                                  </p:childTnLst>
                                </p:cTn>
                              </p:par>
                              <p:par>
                                <p:cTn id="77" presetID="1" presetClass="entr" presetSubtype="0" fill="hold" nodeType="withEffect">
                                  <p:stCondLst>
                                    <p:cond delay="0"/>
                                  </p:stCondLst>
                                  <p:childTnLst>
                                    <p:set>
                                      <p:cBhvr>
                                        <p:cTn id="78" dur="1" fill="hold">
                                          <p:stCondLst>
                                            <p:cond delay="0"/>
                                          </p:stCondLst>
                                        </p:cTn>
                                        <p:tgtEl>
                                          <p:spTgt spid="120"/>
                                        </p:tgtEl>
                                        <p:attrNameLst>
                                          <p:attrName>style.visibility</p:attrName>
                                        </p:attrNameLst>
                                      </p:cBhvr>
                                      <p:to>
                                        <p:strVal val="visible"/>
                                      </p:to>
                                    </p:set>
                                  </p:childTnLst>
                                </p:cTn>
                              </p:par>
                              <p:par>
                                <p:cTn id="79" presetID="1" presetClass="entr" presetSubtype="0" fill="hold" grpId="0" nodeType="withEffect">
                                  <p:stCondLst>
                                    <p:cond delay="0"/>
                                  </p:stCondLst>
                                  <p:childTnLst>
                                    <p:set>
                                      <p:cBhvr>
                                        <p:cTn id="80" dur="1" fill="hold">
                                          <p:stCondLst>
                                            <p:cond delay="0"/>
                                          </p:stCondLst>
                                        </p:cTn>
                                        <p:tgtEl>
                                          <p:spTgt spid="123"/>
                                        </p:tgtEl>
                                        <p:attrNameLst>
                                          <p:attrName>style.visibility</p:attrName>
                                        </p:attrNameLst>
                                      </p:cBhvr>
                                      <p:to>
                                        <p:strVal val="visible"/>
                                      </p:to>
                                    </p:set>
                                  </p:childTnLst>
                                </p:cTn>
                              </p:par>
                            </p:childTnLst>
                          </p:cTn>
                        </p:par>
                      </p:childTnLst>
                    </p:cTn>
                  </p:par>
                  <p:par>
                    <p:cTn id="81" fill="hold">
                      <p:stCondLst>
                        <p:cond delay="indefinite"/>
                      </p:stCondLst>
                      <p:childTnLst>
                        <p:par>
                          <p:cTn id="82" fill="hold">
                            <p:stCondLst>
                              <p:cond delay="0"/>
                            </p:stCondLst>
                            <p:childTnLst>
                              <p:par>
                                <p:cTn id="83" presetID="1" presetClass="entr" presetSubtype="0" fill="hold" grpId="0" nodeType="clickEffect">
                                  <p:stCondLst>
                                    <p:cond delay="0"/>
                                  </p:stCondLst>
                                  <p:childTnLst>
                                    <p:set>
                                      <p:cBhvr>
                                        <p:cTn id="84" dur="1" fill="hold">
                                          <p:stCondLst>
                                            <p:cond delay="0"/>
                                          </p:stCondLst>
                                        </p:cTn>
                                        <p:tgtEl>
                                          <p:spTgt spid="132"/>
                                        </p:tgtEl>
                                        <p:attrNameLst>
                                          <p:attrName>style.visibility</p:attrName>
                                        </p:attrNameLst>
                                      </p:cBhvr>
                                      <p:to>
                                        <p:strVal val="visible"/>
                                      </p:to>
                                    </p:set>
                                  </p:childTnLst>
                                </p:cTn>
                              </p:par>
                            </p:childTnLst>
                          </p:cTn>
                        </p:par>
                      </p:childTnLst>
                    </p:cTn>
                  </p:par>
                  <p:par>
                    <p:cTn id="85" fill="hold">
                      <p:stCondLst>
                        <p:cond delay="indefinite"/>
                      </p:stCondLst>
                      <p:childTnLst>
                        <p:par>
                          <p:cTn id="86" fill="hold">
                            <p:stCondLst>
                              <p:cond delay="0"/>
                            </p:stCondLst>
                            <p:childTnLst>
                              <p:par>
                                <p:cTn id="87" presetID="1" presetClass="entr" presetSubtype="0" fill="hold" grpId="0" nodeType="clickEffect">
                                  <p:stCondLst>
                                    <p:cond delay="0"/>
                                  </p:stCondLst>
                                  <p:childTnLst>
                                    <p:set>
                                      <p:cBhvr>
                                        <p:cTn id="88" dur="1" fill="hold">
                                          <p:stCondLst>
                                            <p:cond delay="0"/>
                                          </p:stCondLst>
                                        </p:cTn>
                                        <p:tgtEl>
                                          <p:spTgt spid="130"/>
                                        </p:tgtEl>
                                        <p:attrNameLst>
                                          <p:attrName>style.visibility</p:attrName>
                                        </p:attrNameLst>
                                      </p:cBhvr>
                                      <p:to>
                                        <p:strVal val="visible"/>
                                      </p:to>
                                    </p:set>
                                  </p:childTnLst>
                                </p:cTn>
                              </p:par>
                            </p:childTnLst>
                          </p:cTn>
                        </p:par>
                      </p:childTnLst>
                    </p:cTn>
                  </p:par>
                  <p:par>
                    <p:cTn id="89" fill="hold">
                      <p:stCondLst>
                        <p:cond delay="indefinite"/>
                      </p:stCondLst>
                      <p:childTnLst>
                        <p:par>
                          <p:cTn id="90" fill="hold">
                            <p:stCondLst>
                              <p:cond delay="0"/>
                            </p:stCondLst>
                            <p:childTnLst>
                              <p:par>
                                <p:cTn id="91" presetID="1" presetClass="entr" presetSubtype="0" fill="hold" nodeType="clickEffect">
                                  <p:stCondLst>
                                    <p:cond delay="0"/>
                                  </p:stCondLst>
                                  <p:childTnLst>
                                    <p:set>
                                      <p:cBhvr>
                                        <p:cTn id="92" dur="1" fill="hold">
                                          <p:stCondLst>
                                            <p:cond delay="0"/>
                                          </p:stCondLst>
                                        </p:cTn>
                                        <p:tgtEl>
                                          <p:spTgt spid="75"/>
                                        </p:tgtEl>
                                        <p:attrNameLst>
                                          <p:attrName>style.visibility</p:attrName>
                                        </p:attrNameLst>
                                      </p:cBhvr>
                                      <p:to>
                                        <p:strVal val="visible"/>
                                      </p:to>
                                    </p:set>
                                  </p:childTnLst>
                                </p:cTn>
                              </p:par>
                              <p:par>
                                <p:cTn id="93" presetID="1" presetClass="entr" presetSubtype="0" fill="hold" nodeType="withEffect">
                                  <p:stCondLst>
                                    <p:cond delay="0"/>
                                  </p:stCondLst>
                                  <p:childTnLst>
                                    <p:set>
                                      <p:cBhvr>
                                        <p:cTn id="94" dur="1" fill="hold">
                                          <p:stCondLst>
                                            <p:cond delay="0"/>
                                          </p:stCondLst>
                                        </p:cTn>
                                        <p:tgtEl>
                                          <p:spTgt spid="98"/>
                                        </p:tgtEl>
                                        <p:attrNameLst>
                                          <p:attrName>style.visibility</p:attrName>
                                        </p:attrNameLst>
                                      </p:cBhvr>
                                      <p:to>
                                        <p:strVal val="visible"/>
                                      </p:to>
                                    </p:set>
                                  </p:childTnLst>
                                </p:cTn>
                              </p:par>
                              <p:par>
                                <p:cTn id="95" presetID="1" presetClass="entr" presetSubtype="0" fill="hold" grpId="0" nodeType="withEffect">
                                  <p:stCondLst>
                                    <p:cond delay="0"/>
                                  </p:stCondLst>
                                  <p:childTnLst>
                                    <p:set>
                                      <p:cBhvr>
                                        <p:cTn id="96" dur="1" fill="hold">
                                          <p:stCondLst>
                                            <p:cond delay="0"/>
                                          </p:stCondLst>
                                        </p:cTn>
                                        <p:tgtEl>
                                          <p:spTgt spid="104"/>
                                        </p:tgtEl>
                                        <p:attrNameLst>
                                          <p:attrName>style.visibility</p:attrName>
                                        </p:attrNameLst>
                                      </p:cBhvr>
                                      <p:to>
                                        <p:strVal val="visible"/>
                                      </p:to>
                                    </p:set>
                                  </p:childTnLst>
                                </p:cTn>
                              </p:par>
                              <p:par>
                                <p:cTn id="97" presetID="1" presetClass="entr" presetSubtype="0" fill="hold" nodeType="withEffect">
                                  <p:stCondLst>
                                    <p:cond delay="0"/>
                                  </p:stCondLst>
                                  <p:childTnLst>
                                    <p:set>
                                      <p:cBhvr>
                                        <p:cTn id="98" dur="1" fill="hold">
                                          <p:stCondLst>
                                            <p:cond delay="0"/>
                                          </p:stCondLst>
                                        </p:cTn>
                                        <p:tgtEl>
                                          <p:spTgt spid="105"/>
                                        </p:tgtEl>
                                        <p:attrNameLst>
                                          <p:attrName>style.visibility</p:attrName>
                                        </p:attrNameLst>
                                      </p:cBhvr>
                                      <p:to>
                                        <p:strVal val="visible"/>
                                      </p:to>
                                    </p:set>
                                  </p:childTnLst>
                                </p:cTn>
                              </p:par>
                              <p:par>
                                <p:cTn id="99" presetID="1" presetClass="entr" presetSubtype="0" fill="hold" nodeType="withEffect">
                                  <p:stCondLst>
                                    <p:cond delay="0"/>
                                  </p:stCondLst>
                                  <p:childTnLst>
                                    <p:set>
                                      <p:cBhvr>
                                        <p:cTn id="100" dur="1" fill="hold">
                                          <p:stCondLst>
                                            <p:cond delay="0"/>
                                          </p:stCondLst>
                                        </p:cTn>
                                        <p:tgtEl>
                                          <p:spTgt spid="108"/>
                                        </p:tgtEl>
                                        <p:attrNameLst>
                                          <p:attrName>style.visibility</p:attrName>
                                        </p:attrNameLst>
                                      </p:cBhvr>
                                      <p:to>
                                        <p:strVal val="visible"/>
                                      </p:to>
                                    </p:set>
                                  </p:childTnLst>
                                </p:cTn>
                              </p:par>
                              <p:par>
                                <p:cTn id="101" presetID="1" presetClass="entr" presetSubtype="0" fill="hold" nodeType="withEffect">
                                  <p:stCondLst>
                                    <p:cond delay="0"/>
                                  </p:stCondLst>
                                  <p:childTnLst>
                                    <p:set>
                                      <p:cBhvr>
                                        <p:cTn id="102" dur="1" fill="hold">
                                          <p:stCondLst>
                                            <p:cond delay="0"/>
                                          </p:stCondLst>
                                        </p:cTn>
                                        <p:tgtEl>
                                          <p:spTgt spid="111"/>
                                        </p:tgtEl>
                                        <p:attrNameLst>
                                          <p:attrName>style.visibility</p:attrName>
                                        </p:attrNameLst>
                                      </p:cBhvr>
                                      <p:to>
                                        <p:strVal val="visible"/>
                                      </p:to>
                                    </p:set>
                                  </p:childTnLst>
                                </p:cTn>
                              </p:par>
                              <p:par>
                                <p:cTn id="103" presetID="1" presetClass="entr" presetSubtype="0" fill="hold" grpId="0" nodeType="withEffect">
                                  <p:stCondLst>
                                    <p:cond delay="0"/>
                                  </p:stCondLst>
                                  <p:childTnLst>
                                    <p:set>
                                      <p:cBhvr>
                                        <p:cTn id="104" dur="1" fill="hold">
                                          <p:stCondLst>
                                            <p:cond delay="0"/>
                                          </p:stCondLst>
                                        </p:cTn>
                                        <p:tgtEl>
                                          <p:spTgt spid="114"/>
                                        </p:tgtEl>
                                        <p:attrNameLst>
                                          <p:attrName>style.visibility</p:attrName>
                                        </p:attrNameLst>
                                      </p:cBhvr>
                                      <p:to>
                                        <p:strVal val="visible"/>
                                      </p:to>
                                    </p:set>
                                  </p:childTnLst>
                                </p:cTn>
                              </p:par>
                              <p:par>
                                <p:cTn id="105" presetID="1" presetClass="entr" presetSubtype="0" fill="hold" grpId="0" nodeType="withEffect">
                                  <p:stCondLst>
                                    <p:cond delay="0"/>
                                  </p:stCondLst>
                                  <p:childTnLst>
                                    <p:set>
                                      <p:cBhvr>
                                        <p:cTn id="106" dur="1" fill="hold">
                                          <p:stCondLst>
                                            <p:cond delay="0"/>
                                          </p:stCondLst>
                                        </p:cTn>
                                        <p:tgtEl>
                                          <p:spTgt spid="115"/>
                                        </p:tgtEl>
                                        <p:attrNameLst>
                                          <p:attrName>style.visibility</p:attrName>
                                        </p:attrNameLst>
                                      </p:cBhvr>
                                      <p:to>
                                        <p:strVal val="visible"/>
                                      </p:to>
                                    </p:set>
                                  </p:childTnLst>
                                </p:cTn>
                              </p:par>
                              <p:par>
                                <p:cTn id="107" presetID="1" presetClass="entr" presetSubtype="0" fill="hold" nodeType="withEffect">
                                  <p:stCondLst>
                                    <p:cond delay="0"/>
                                  </p:stCondLst>
                                  <p:childTnLst>
                                    <p:set>
                                      <p:cBhvr>
                                        <p:cTn id="108" dur="1" fill="hold">
                                          <p:stCondLst>
                                            <p:cond delay="0"/>
                                          </p:stCondLst>
                                        </p:cTn>
                                        <p:tgtEl>
                                          <p:spTgt spid="116"/>
                                        </p:tgtEl>
                                        <p:attrNameLst>
                                          <p:attrName>style.visibility</p:attrName>
                                        </p:attrNameLst>
                                      </p:cBhvr>
                                      <p:to>
                                        <p:strVal val="visible"/>
                                      </p:to>
                                    </p:set>
                                  </p:childTnLst>
                                </p:cTn>
                              </p:par>
                              <p:par>
                                <p:cTn id="109" presetID="1" presetClass="entr" presetSubtype="0" fill="hold" grpId="0" nodeType="withEffect">
                                  <p:stCondLst>
                                    <p:cond delay="0"/>
                                  </p:stCondLst>
                                  <p:childTnLst>
                                    <p:set>
                                      <p:cBhvr>
                                        <p:cTn id="110" dur="1" fill="hold">
                                          <p:stCondLst>
                                            <p:cond delay="0"/>
                                          </p:stCondLst>
                                        </p:cTn>
                                        <p:tgtEl>
                                          <p:spTgt spid="124"/>
                                        </p:tgtEl>
                                        <p:attrNameLst>
                                          <p:attrName>style.visibility</p:attrName>
                                        </p:attrNameLst>
                                      </p:cBhvr>
                                      <p:to>
                                        <p:strVal val="visible"/>
                                      </p:to>
                                    </p:set>
                                  </p:childTnLst>
                                </p:cTn>
                              </p:par>
                              <p:par>
                                <p:cTn id="111" presetID="1" presetClass="entr" presetSubtype="0" fill="hold" nodeType="withEffect">
                                  <p:stCondLst>
                                    <p:cond delay="0"/>
                                  </p:stCondLst>
                                  <p:childTnLst>
                                    <p:set>
                                      <p:cBhvr>
                                        <p:cTn id="112" dur="1" fill="hold">
                                          <p:stCondLst>
                                            <p:cond delay="0"/>
                                          </p:stCondLst>
                                        </p:cTn>
                                        <p:tgtEl>
                                          <p:spTgt spid="126"/>
                                        </p:tgtEl>
                                        <p:attrNameLst>
                                          <p:attrName>style.visibility</p:attrName>
                                        </p:attrNameLst>
                                      </p:cBhvr>
                                      <p:to>
                                        <p:strVal val="visible"/>
                                      </p:to>
                                    </p:set>
                                  </p:childTnLst>
                                </p:cTn>
                              </p:par>
                            </p:childTnLst>
                          </p:cTn>
                        </p:par>
                      </p:childTnLst>
                    </p:cTn>
                  </p:par>
                  <p:par>
                    <p:cTn id="113" fill="hold">
                      <p:stCondLst>
                        <p:cond delay="indefinite"/>
                      </p:stCondLst>
                      <p:childTnLst>
                        <p:par>
                          <p:cTn id="114" fill="hold">
                            <p:stCondLst>
                              <p:cond delay="0"/>
                            </p:stCondLst>
                            <p:childTnLst>
                              <p:par>
                                <p:cTn id="115" presetID="1" presetClass="entr" presetSubtype="0" fill="hold" grpId="0" nodeType="clickEffect">
                                  <p:stCondLst>
                                    <p:cond delay="0"/>
                                  </p:stCondLst>
                                  <p:childTnLst>
                                    <p:set>
                                      <p:cBhvr>
                                        <p:cTn id="116" dur="1" fill="hold">
                                          <p:stCondLst>
                                            <p:cond delay="0"/>
                                          </p:stCondLst>
                                        </p:cTn>
                                        <p:tgtEl>
                                          <p:spTgt spid="133"/>
                                        </p:tgtEl>
                                        <p:attrNameLst>
                                          <p:attrName>style.visibility</p:attrName>
                                        </p:attrNameLst>
                                      </p:cBhvr>
                                      <p:to>
                                        <p:strVal val="visible"/>
                                      </p:to>
                                    </p:set>
                                  </p:childTnLst>
                                </p:cTn>
                              </p:par>
                            </p:childTnLst>
                          </p:cTn>
                        </p:par>
                      </p:childTnLst>
                    </p:cTn>
                  </p:par>
                  <p:par>
                    <p:cTn id="117" fill="hold">
                      <p:stCondLst>
                        <p:cond delay="indefinite"/>
                      </p:stCondLst>
                      <p:childTnLst>
                        <p:par>
                          <p:cTn id="118" fill="hold">
                            <p:stCondLst>
                              <p:cond delay="0"/>
                            </p:stCondLst>
                            <p:childTnLst>
                              <p:par>
                                <p:cTn id="119" presetID="1" presetClass="entr" presetSubtype="0" fill="hold" grpId="0" nodeType="clickEffect">
                                  <p:stCondLst>
                                    <p:cond delay="0"/>
                                  </p:stCondLst>
                                  <p:childTnLst>
                                    <p:set>
                                      <p:cBhvr>
                                        <p:cTn id="120" dur="1" fill="hold">
                                          <p:stCondLst>
                                            <p:cond delay="0"/>
                                          </p:stCondLst>
                                        </p:cTn>
                                        <p:tgtEl>
                                          <p:spTgt spid="131"/>
                                        </p:tgtEl>
                                        <p:attrNameLst>
                                          <p:attrName>style.visibility</p:attrName>
                                        </p:attrNameLst>
                                      </p:cBhvr>
                                      <p:to>
                                        <p:strVal val="visible"/>
                                      </p:to>
                                    </p:set>
                                  </p:childTnLst>
                                </p:cTn>
                              </p:par>
                            </p:childTnLst>
                          </p:cTn>
                        </p:par>
                      </p:childTnLst>
                    </p:cTn>
                  </p:par>
                  <p:par>
                    <p:cTn id="121" fill="hold">
                      <p:stCondLst>
                        <p:cond delay="indefinite"/>
                      </p:stCondLst>
                      <p:childTnLst>
                        <p:par>
                          <p:cTn id="122" fill="hold">
                            <p:stCondLst>
                              <p:cond delay="0"/>
                            </p:stCondLst>
                            <p:childTnLst>
                              <p:par>
                                <p:cTn id="123" presetID="1" presetClass="entr" presetSubtype="0" fill="hold" grpId="0" nodeType="clickEffect">
                                  <p:stCondLst>
                                    <p:cond delay="0"/>
                                  </p:stCondLst>
                                  <p:childTnLst>
                                    <p:set>
                                      <p:cBhvr>
                                        <p:cTn id="124" dur="1" fill="hold">
                                          <p:stCondLst>
                                            <p:cond delay="0"/>
                                          </p:stCondLst>
                                        </p:cTn>
                                        <p:tgtEl>
                                          <p:spTgt spid="1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4" grpId="0" animBg="1"/>
      <p:bldP spid="2" grpId="0"/>
      <p:bldP spid="34" grpId="0" animBg="1"/>
      <p:bldP spid="44" grpId="0" animBg="1"/>
      <p:bldP spid="45" grpId="0" animBg="1"/>
      <p:bldP spid="49" grpId="0" animBg="1"/>
      <p:bldP spid="56" grpId="0" animBg="1"/>
      <p:bldP spid="66" grpId="0" animBg="1"/>
      <p:bldP spid="67" grpId="0" animBg="1"/>
      <p:bldP spid="72" grpId="0" animBg="1"/>
      <p:bldP spid="82" grpId="0" animBg="1"/>
      <p:bldP spid="92" grpId="0" animBg="1"/>
      <p:bldP spid="93" grpId="0" animBg="1"/>
      <p:bldP spid="97" grpId="0" animBg="1"/>
      <p:bldP spid="104" grpId="0" animBg="1"/>
      <p:bldP spid="114" grpId="0" animBg="1"/>
      <p:bldP spid="115" grpId="0" animBg="1"/>
      <p:bldP spid="123" grpId="0" animBg="1"/>
      <p:bldP spid="124" grpId="0" animBg="1"/>
      <p:bldP spid="129" grpId="0"/>
      <p:bldP spid="130" grpId="0"/>
      <p:bldP spid="131" grpId="0"/>
      <p:bldP spid="132" grpId="0"/>
      <p:bldP spid="133"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upp 2">
            <a:extLst>
              <a:ext uri="{FF2B5EF4-FFF2-40B4-BE49-F238E27FC236}">
                <a16:creationId xmlns:a16="http://schemas.microsoft.com/office/drawing/2014/main" id="{F7B31A1F-E441-6878-B2C7-6AE5977EACDC}"/>
              </a:ext>
            </a:extLst>
          </p:cNvPr>
          <p:cNvGrpSpPr/>
          <p:nvPr/>
        </p:nvGrpSpPr>
        <p:grpSpPr>
          <a:xfrm>
            <a:off x="2323543" y="2683071"/>
            <a:ext cx="893451" cy="852645"/>
            <a:chOff x="1202049" y="2073910"/>
            <a:chExt cx="893451" cy="852645"/>
          </a:xfrm>
          <a:solidFill>
            <a:schemeClr val="bg1"/>
          </a:solidFill>
        </p:grpSpPr>
        <p:sp>
          <p:nvSpPr>
            <p:cNvPr id="4" name="Rektangel 3">
              <a:extLst>
                <a:ext uri="{FF2B5EF4-FFF2-40B4-BE49-F238E27FC236}">
                  <a16:creationId xmlns:a16="http://schemas.microsoft.com/office/drawing/2014/main" id="{F9E6AB44-1DF5-4DC0-4D3C-18879FB7544B}"/>
                </a:ext>
              </a:extLst>
            </p:cNvPr>
            <p:cNvSpPr/>
            <p:nvPr/>
          </p:nvSpPr>
          <p:spPr>
            <a:xfrm>
              <a:off x="1211580" y="2073910"/>
              <a:ext cx="883920" cy="846295"/>
            </a:xfrm>
            <a:prstGeom prst="rect">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cxnSp>
          <p:nvCxnSpPr>
            <p:cNvPr id="5" name="Rak koppling 4">
              <a:extLst>
                <a:ext uri="{FF2B5EF4-FFF2-40B4-BE49-F238E27FC236}">
                  <a16:creationId xmlns:a16="http://schemas.microsoft.com/office/drawing/2014/main" id="{BB90B0C9-6A1C-27BE-8CBB-E7AA35771B34}"/>
                </a:ext>
              </a:extLst>
            </p:cNvPr>
            <p:cNvCxnSpPr>
              <a:cxnSpLocks/>
            </p:cNvCxnSpPr>
            <p:nvPr/>
          </p:nvCxnSpPr>
          <p:spPr>
            <a:xfrm flipV="1">
              <a:off x="1512091" y="2080260"/>
              <a:ext cx="0" cy="846295"/>
            </a:xfrm>
            <a:prstGeom prst="line">
              <a:avLst/>
            </a:prstGeom>
            <a:grpFill/>
            <a:ln>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cxnSp>
          <p:nvCxnSpPr>
            <p:cNvPr id="6" name="Rak koppling 5">
              <a:extLst>
                <a:ext uri="{FF2B5EF4-FFF2-40B4-BE49-F238E27FC236}">
                  <a16:creationId xmlns:a16="http://schemas.microsoft.com/office/drawing/2014/main" id="{4A8BC2FB-BCB7-AEE4-B3FE-7AE3CC9F35B9}"/>
                </a:ext>
              </a:extLst>
            </p:cNvPr>
            <p:cNvCxnSpPr>
              <a:cxnSpLocks/>
            </p:cNvCxnSpPr>
            <p:nvPr/>
          </p:nvCxnSpPr>
          <p:spPr>
            <a:xfrm flipV="1">
              <a:off x="1809751" y="2080260"/>
              <a:ext cx="0" cy="846295"/>
            </a:xfrm>
            <a:prstGeom prst="line">
              <a:avLst/>
            </a:prstGeom>
            <a:grpFill/>
            <a:ln>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cxnSp>
          <p:nvCxnSpPr>
            <p:cNvPr id="7" name="Rak koppling 6">
              <a:extLst>
                <a:ext uri="{FF2B5EF4-FFF2-40B4-BE49-F238E27FC236}">
                  <a16:creationId xmlns:a16="http://schemas.microsoft.com/office/drawing/2014/main" id="{FBEBAFC8-D491-CF25-C286-1170EC1C8127}"/>
                </a:ext>
              </a:extLst>
            </p:cNvPr>
            <p:cNvCxnSpPr>
              <a:cxnSpLocks/>
            </p:cNvCxnSpPr>
            <p:nvPr/>
          </p:nvCxnSpPr>
          <p:spPr>
            <a:xfrm flipH="1">
              <a:off x="1213958" y="2375531"/>
              <a:ext cx="881542" cy="0"/>
            </a:xfrm>
            <a:prstGeom prst="line">
              <a:avLst/>
            </a:prstGeom>
            <a:grpFill/>
            <a:ln>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cxnSp>
          <p:nvCxnSpPr>
            <p:cNvPr id="8" name="Rak koppling 7">
              <a:extLst>
                <a:ext uri="{FF2B5EF4-FFF2-40B4-BE49-F238E27FC236}">
                  <a16:creationId xmlns:a16="http://schemas.microsoft.com/office/drawing/2014/main" id="{4DC669A5-9B48-7AA3-FDF1-074A93F6AFF4}"/>
                </a:ext>
              </a:extLst>
            </p:cNvPr>
            <p:cNvCxnSpPr>
              <a:cxnSpLocks/>
            </p:cNvCxnSpPr>
            <p:nvPr/>
          </p:nvCxnSpPr>
          <p:spPr>
            <a:xfrm flipH="1">
              <a:off x="1202049" y="2646993"/>
              <a:ext cx="881542" cy="0"/>
            </a:xfrm>
            <a:prstGeom prst="line">
              <a:avLst/>
            </a:prstGeom>
            <a:grpFill/>
            <a:ln>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grpSp>
      <p:sp>
        <p:nvSpPr>
          <p:cNvPr id="9" name="Ellips 8">
            <a:extLst>
              <a:ext uri="{FF2B5EF4-FFF2-40B4-BE49-F238E27FC236}">
                <a16:creationId xmlns:a16="http://schemas.microsoft.com/office/drawing/2014/main" id="{F6B787BE-8A77-8254-8F7B-A8DCBC3DE91F}"/>
              </a:ext>
            </a:extLst>
          </p:cNvPr>
          <p:cNvSpPr/>
          <p:nvPr/>
        </p:nvSpPr>
        <p:spPr>
          <a:xfrm>
            <a:off x="2944287" y="2720770"/>
            <a:ext cx="260798" cy="226223"/>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grpSp>
        <p:nvGrpSpPr>
          <p:cNvPr id="12" name="Grupp 11">
            <a:extLst>
              <a:ext uri="{FF2B5EF4-FFF2-40B4-BE49-F238E27FC236}">
                <a16:creationId xmlns:a16="http://schemas.microsoft.com/office/drawing/2014/main" id="{A9B2E0C9-395F-C83A-E1D5-765408A408BB}"/>
              </a:ext>
            </a:extLst>
          </p:cNvPr>
          <p:cNvGrpSpPr/>
          <p:nvPr/>
        </p:nvGrpSpPr>
        <p:grpSpPr>
          <a:xfrm>
            <a:off x="2652642" y="2725070"/>
            <a:ext cx="245995" cy="228734"/>
            <a:chOff x="3995411" y="5766247"/>
            <a:chExt cx="245995" cy="228734"/>
          </a:xfrm>
        </p:grpSpPr>
        <p:cxnSp>
          <p:nvCxnSpPr>
            <p:cNvPr id="10" name="Rak koppling 9">
              <a:extLst>
                <a:ext uri="{FF2B5EF4-FFF2-40B4-BE49-F238E27FC236}">
                  <a16:creationId xmlns:a16="http://schemas.microsoft.com/office/drawing/2014/main" id="{C1ED782B-D2C0-3589-C1CF-D8EEF6856A24}"/>
                </a:ext>
              </a:extLst>
            </p:cNvPr>
            <p:cNvCxnSpPr>
              <a:cxnSpLocks/>
            </p:cNvCxnSpPr>
            <p:nvPr/>
          </p:nvCxnSpPr>
          <p:spPr>
            <a:xfrm flipV="1">
              <a:off x="3998484" y="5766247"/>
              <a:ext cx="242922" cy="22873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Rak koppling 10">
              <a:extLst>
                <a:ext uri="{FF2B5EF4-FFF2-40B4-BE49-F238E27FC236}">
                  <a16:creationId xmlns:a16="http://schemas.microsoft.com/office/drawing/2014/main" id="{39B7559B-86C3-CACC-9E2B-C93682D5E987}"/>
                </a:ext>
              </a:extLst>
            </p:cNvPr>
            <p:cNvCxnSpPr>
              <a:cxnSpLocks/>
            </p:cNvCxnSpPr>
            <p:nvPr/>
          </p:nvCxnSpPr>
          <p:spPr>
            <a:xfrm flipH="1" flipV="1">
              <a:off x="3995411" y="5768950"/>
              <a:ext cx="238685" cy="22603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3" name="Grupp 12">
            <a:extLst>
              <a:ext uri="{FF2B5EF4-FFF2-40B4-BE49-F238E27FC236}">
                <a16:creationId xmlns:a16="http://schemas.microsoft.com/office/drawing/2014/main" id="{287D0CFF-C554-4A41-CC5D-D7A0F94A295E}"/>
              </a:ext>
            </a:extLst>
          </p:cNvPr>
          <p:cNvGrpSpPr/>
          <p:nvPr/>
        </p:nvGrpSpPr>
        <p:grpSpPr>
          <a:xfrm>
            <a:off x="2659418" y="3006056"/>
            <a:ext cx="245995" cy="228734"/>
            <a:chOff x="3995411" y="5766247"/>
            <a:chExt cx="245995" cy="228734"/>
          </a:xfrm>
        </p:grpSpPr>
        <p:cxnSp>
          <p:nvCxnSpPr>
            <p:cNvPr id="14" name="Rak koppling 13">
              <a:extLst>
                <a:ext uri="{FF2B5EF4-FFF2-40B4-BE49-F238E27FC236}">
                  <a16:creationId xmlns:a16="http://schemas.microsoft.com/office/drawing/2014/main" id="{082EB40F-BE0F-83AB-5046-EC445D208156}"/>
                </a:ext>
              </a:extLst>
            </p:cNvPr>
            <p:cNvCxnSpPr>
              <a:cxnSpLocks/>
            </p:cNvCxnSpPr>
            <p:nvPr/>
          </p:nvCxnSpPr>
          <p:spPr>
            <a:xfrm flipV="1">
              <a:off x="3998484" y="5766247"/>
              <a:ext cx="242922" cy="22873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Rak koppling 14">
              <a:extLst>
                <a:ext uri="{FF2B5EF4-FFF2-40B4-BE49-F238E27FC236}">
                  <a16:creationId xmlns:a16="http://schemas.microsoft.com/office/drawing/2014/main" id="{747800BD-B356-200A-359D-E0819DF32F17}"/>
                </a:ext>
              </a:extLst>
            </p:cNvPr>
            <p:cNvCxnSpPr>
              <a:cxnSpLocks/>
            </p:cNvCxnSpPr>
            <p:nvPr/>
          </p:nvCxnSpPr>
          <p:spPr>
            <a:xfrm flipH="1" flipV="1">
              <a:off x="3995411" y="5768950"/>
              <a:ext cx="238685" cy="22603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6" name="Grupp 15">
            <a:extLst>
              <a:ext uri="{FF2B5EF4-FFF2-40B4-BE49-F238E27FC236}">
                <a16:creationId xmlns:a16="http://schemas.microsoft.com/office/drawing/2014/main" id="{A0B175FD-220C-494F-D479-4AE90167A665}"/>
              </a:ext>
            </a:extLst>
          </p:cNvPr>
          <p:cNvGrpSpPr/>
          <p:nvPr/>
        </p:nvGrpSpPr>
        <p:grpSpPr>
          <a:xfrm>
            <a:off x="2365461" y="3277519"/>
            <a:ext cx="245995" cy="228734"/>
            <a:chOff x="3995411" y="5766247"/>
            <a:chExt cx="245995" cy="228734"/>
          </a:xfrm>
        </p:grpSpPr>
        <p:cxnSp>
          <p:nvCxnSpPr>
            <p:cNvPr id="17" name="Rak koppling 16">
              <a:extLst>
                <a:ext uri="{FF2B5EF4-FFF2-40B4-BE49-F238E27FC236}">
                  <a16:creationId xmlns:a16="http://schemas.microsoft.com/office/drawing/2014/main" id="{6C04C79D-BCC7-BADD-0573-416F04E9D406}"/>
                </a:ext>
              </a:extLst>
            </p:cNvPr>
            <p:cNvCxnSpPr>
              <a:cxnSpLocks/>
            </p:cNvCxnSpPr>
            <p:nvPr/>
          </p:nvCxnSpPr>
          <p:spPr>
            <a:xfrm flipV="1">
              <a:off x="3998484" y="5766247"/>
              <a:ext cx="242922" cy="22873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Rak koppling 17">
              <a:extLst>
                <a:ext uri="{FF2B5EF4-FFF2-40B4-BE49-F238E27FC236}">
                  <a16:creationId xmlns:a16="http://schemas.microsoft.com/office/drawing/2014/main" id="{FF12BF94-A3A5-0619-FDB6-64E3AAA65CF8}"/>
                </a:ext>
              </a:extLst>
            </p:cNvPr>
            <p:cNvCxnSpPr>
              <a:cxnSpLocks/>
            </p:cNvCxnSpPr>
            <p:nvPr/>
          </p:nvCxnSpPr>
          <p:spPr>
            <a:xfrm flipH="1" flipV="1">
              <a:off x="3995411" y="5768950"/>
              <a:ext cx="238685" cy="22603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9" name="Ellips 18">
            <a:extLst>
              <a:ext uri="{FF2B5EF4-FFF2-40B4-BE49-F238E27FC236}">
                <a16:creationId xmlns:a16="http://schemas.microsoft.com/office/drawing/2014/main" id="{0EFA45F0-7874-2C66-400E-2CDEC109C20A}"/>
              </a:ext>
            </a:extLst>
          </p:cNvPr>
          <p:cNvSpPr/>
          <p:nvPr/>
        </p:nvSpPr>
        <p:spPr>
          <a:xfrm>
            <a:off x="2354357" y="3005864"/>
            <a:ext cx="260798" cy="226223"/>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20" name="Ellips 19">
            <a:extLst>
              <a:ext uri="{FF2B5EF4-FFF2-40B4-BE49-F238E27FC236}">
                <a16:creationId xmlns:a16="http://schemas.microsoft.com/office/drawing/2014/main" id="{C885BC62-B398-0C87-70CD-6B8854A55EFA}"/>
              </a:ext>
            </a:extLst>
          </p:cNvPr>
          <p:cNvSpPr/>
          <p:nvPr/>
        </p:nvSpPr>
        <p:spPr>
          <a:xfrm>
            <a:off x="2944287" y="3277519"/>
            <a:ext cx="260798" cy="226223"/>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grpSp>
        <p:nvGrpSpPr>
          <p:cNvPr id="21" name="Grupp 20">
            <a:extLst>
              <a:ext uri="{FF2B5EF4-FFF2-40B4-BE49-F238E27FC236}">
                <a16:creationId xmlns:a16="http://schemas.microsoft.com/office/drawing/2014/main" id="{32C18506-5893-78A5-D721-000B91A97555}"/>
              </a:ext>
            </a:extLst>
          </p:cNvPr>
          <p:cNvGrpSpPr/>
          <p:nvPr/>
        </p:nvGrpSpPr>
        <p:grpSpPr>
          <a:xfrm>
            <a:off x="2949767" y="3007530"/>
            <a:ext cx="245995" cy="228734"/>
            <a:chOff x="3995411" y="5766247"/>
            <a:chExt cx="245995" cy="228734"/>
          </a:xfrm>
        </p:grpSpPr>
        <p:cxnSp>
          <p:nvCxnSpPr>
            <p:cNvPr id="22" name="Rak koppling 21">
              <a:extLst>
                <a:ext uri="{FF2B5EF4-FFF2-40B4-BE49-F238E27FC236}">
                  <a16:creationId xmlns:a16="http://schemas.microsoft.com/office/drawing/2014/main" id="{2009A055-81F9-6277-427F-DCB9C18BA5A3}"/>
                </a:ext>
              </a:extLst>
            </p:cNvPr>
            <p:cNvCxnSpPr>
              <a:cxnSpLocks/>
            </p:cNvCxnSpPr>
            <p:nvPr/>
          </p:nvCxnSpPr>
          <p:spPr>
            <a:xfrm flipV="1">
              <a:off x="3998484" y="5766247"/>
              <a:ext cx="242922" cy="228734"/>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3" name="Rak koppling 22">
              <a:extLst>
                <a:ext uri="{FF2B5EF4-FFF2-40B4-BE49-F238E27FC236}">
                  <a16:creationId xmlns:a16="http://schemas.microsoft.com/office/drawing/2014/main" id="{8AFC4E55-88F6-2A8D-71AC-92C564E20787}"/>
                </a:ext>
              </a:extLst>
            </p:cNvPr>
            <p:cNvCxnSpPr>
              <a:cxnSpLocks/>
            </p:cNvCxnSpPr>
            <p:nvPr/>
          </p:nvCxnSpPr>
          <p:spPr>
            <a:xfrm flipH="1" flipV="1">
              <a:off x="3995411" y="5768950"/>
              <a:ext cx="238685" cy="226031"/>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grpSp>
      <p:cxnSp>
        <p:nvCxnSpPr>
          <p:cNvPr id="25" name="Rak pilkoppling 24">
            <a:extLst>
              <a:ext uri="{FF2B5EF4-FFF2-40B4-BE49-F238E27FC236}">
                <a16:creationId xmlns:a16="http://schemas.microsoft.com/office/drawing/2014/main" id="{15A0D409-9A09-3A38-51B8-80CBCE907025}"/>
              </a:ext>
            </a:extLst>
          </p:cNvPr>
          <p:cNvCxnSpPr>
            <a:cxnSpLocks/>
          </p:cNvCxnSpPr>
          <p:nvPr/>
        </p:nvCxnSpPr>
        <p:spPr>
          <a:xfrm flipH="1">
            <a:off x="2021966" y="3612433"/>
            <a:ext cx="268124" cy="285207"/>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26" name="Rak pilkoppling 25">
            <a:extLst>
              <a:ext uri="{FF2B5EF4-FFF2-40B4-BE49-F238E27FC236}">
                <a16:creationId xmlns:a16="http://schemas.microsoft.com/office/drawing/2014/main" id="{E59E3071-8C92-10FA-CAAB-0F464148981E}"/>
              </a:ext>
            </a:extLst>
          </p:cNvPr>
          <p:cNvCxnSpPr>
            <a:cxnSpLocks/>
          </p:cNvCxnSpPr>
          <p:nvPr/>
        </p:nvCxnSpPr>
        <p:spPr>
          <a:xfrm>
            <a:off x="3287307" y="3649482"/>
            <a:ext cx="179020" cy="247062"/>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grpSp>
        <p:nvGrpSpPr>
          <p:cNvPr id="28" name="Grupp 27">
            <a:extLst>
              <a:ext uri="{FF2B5EF4-FFF2-40B4-BE49-F238E27FC236}">
                <a16:creationId xmlns:a16="http://schemas.microsoft.com/office/drawing/2014/main" id="{AEFE77EE-50B9-8CA7-7935-97A8CFFB3886}"/>
              </a:ext>
            </a:extLst>
          </p:cNvPr>
          <p:cNvGrpSpPr/>
          <p:nvPr/>
        </p:nvGrpSpPr>
        <p:grpSpPr>
          <a:xfrm>
            <a:off x="1546897" y="4003749"/>
            <a:ext cx="893451" cy="852645"/>
            <a:chOff x="1202049" y="2073910"/>
            <a:chExt cx="893451" cy="852645"/>
          </a:xfrm>
          <a:solidFill>
            <a:schemeClr val="bg1"/>
          </a:solidFill>
        </p:grpSpPr>
        <p:sp>
          <p:nvSpPr>
            <p:cNvPr id="29" name="Rektangel 28">
              <a:extLst>
                <a:ext uri="{FF2B5EF4-FFF2-40B4-BE49-F238E27FC236}">
                  <a16:creationId xmlns:a16="http://schemas.microsoft.com/office/drawing/2014/main" id="{93C696AB-6F96-44E3-A3D7-986FAFC75763}"/>
                </a:ext>
              </a:extLst>
            </p:cNvPr>
            <p:cNvSpPr/>
            <p:nvPr/>
          </p:nvSpPr>
          <p:spPr>
            <a:xfrm>
              <a:off x="1211580" y="2073910"/>
              <a:ext cx="883920" cy="846295"/>
            </a:xfrm>
            <a:prstGeom prst="rect">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cxnSp>
          <p:nvCxnSpPr>
            <p:cNvPr id="30" name="Rak koppling 29">
              <a:extLst>
                <a:ext uri="{FF2B5EF4-FFF2-40B4-BE49-F238E27FC236}">
                  <a16:creationId xmlns:a16="http://schemas.microsoft.com/office/drawing/2014/main" id="{71F0995A-697C-354C-10D8-0EF3DA704FE7}"/>
                </a:ext>
              </a:extLst>
            </p:cNvPr>
            <p:cNvCxnSpPr>
              <a:cxnSpLocks/>
            </p:cNvCxnSpPr>
            <p:nvPr/>
          </p:nvCxnSpPr>
          <p:spPr>
            <a:xfrm flipV="1">
              <a:off x="1512091" y="2080260"/>
              <a:ext cx="0" cy="846295"/>
            </a:xfrm>
            <a:prstGeom prst="line">
              <a:avLst/>
            </a:prstGeom>
            <a:grpFill/>
            <a:ln>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cxnSp>
          <p:nvCxnSpPr>
            <p:cNvPr id="31" name="Rak koppling 30">
              <a:extLst>
                <a:ext uri="{FF2B5EF4-FFF2-40B4-BE49-F238E27FC236}">
                  <a16:creationId xmlns:a16="http://schemas.microsoft.com/office/drawing/2014/main" id="{FF128878-F312-7AF5-3B4E-A33885E5F7A4}"/>
                </a:ext>
              </a:extLst>
            </p:cNvPr>
            <p:cNvCxnSpPr>
              <a:cxnSpLocks/>
            </p:cNvCxnSpPr>
            <p:nvPr/>
          </p:nvCxnSpPr>
          <p:spPr>
            <a:xfrm flipV="1">
              <a:off x="1809751" y="2080260"/>
              <a:ext cx="0" cy="846295"/>
            </a:xfrm>
            <a:prstGeom prst="line">
              <a:avLst/>
            </a:prstGeom>
            <a:grpFill/>
            <a:ln>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cxnSp>
          <p:nvCxnSpPr>
            <p:cNvPr id="32" name="Rak koppling 31">
              <a:extLst>
                <a:ext uri="{FF2B5EF4-FFF2-40B4-BE49-F238E27FC236}">
                  <a16:creationId xmlns:a16="http://schemas.microsoft.com/office/drawing/2014/main" id="{CDCB1611-4206-9F6A-74D8-002F3A452CE4}"/>
                </a:ext>
              </a:extLst>
            </p:cNvPr>
            <p:cNvCxnSpPr>
              <a:cxnSpLocks/>
            </p:cNvCxnSpPr>
            <p:nvPr/>
          </p:nvCxnSpPr>
          <p:spPr>
            <a:xfrm flipH="1">
              <a:off x="1213958" y="2375531"/>
              <a:ext cx="881542" cy="0"/>
            </a:xfrm>
            <a:prstGeom prst="line">
              <a:avLst/>
            </a:prstGeom>
            <a:grpFill/>
            <a:ln>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cxnSp>
          <p:nvCxnSpPr>
            <p:cNvPr id="33" name="Rak koppling 32">
              <a:extLst>
                <a:ext uri="{FF2B5EF4-FFF2-40B4-BE49-F238E27FC236}">
                  <a16:creationId xmlns:a16="http://schemas.microsoft.com/office/drawing/2014/main" id="{63D70E05-3D0B-C5C0-CA6F-75D18EF19CD8}"/>
                </a:ext>
              </a:extLst>
            </p:cNvPr>
            <p:cNvCxnSpPr>
              <a:cxnSpLocks/>
            </p:cNvCxnSpPr>
            <p:nvPr/>
          </p:nvCxnSpPr>
          <p:spPr>
            <a:xfrm flipH="1">
              <a:off x="1202049" y="2646993"/>
              <a:ext cx="881542" cy="0"/>
            </a:xfrm>
            <a:prstGeom prst="line">
              <a:avLst/>
            </a:prstGeom>
            <a:grpFill/>
            <a:ln>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grpSp>
      <p:sp>
        <p:nvSpPr>
          <p:cNvPr id="34" name="Ellips 33">
            <a:extLst>
              <a:ext uri="{FF2B5EF4-FFF2-40B4-BE49-F238E27FC236}">
                <a16:creationId xmlns:a16="http://schemas.microsoft.com/office/drawing/2014/main" id="{09DF6B6E-E5A5-6833-EF67-448CAB99E281}"/>
              </a:ext>
            </a:extLst>
          </p:cNvPr>
          <p:cNvSpPr/>
          <p:nvPr/>
        </p:nvSpPr>
        <p:spPr>
          <a:xfrm>
            <a:off x="2167641" y="4041448"/>
            <a:ext cx="260798" cy="226223"/>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grpSp>
        <p:nvGrpSpPr>
          <p:cNvPr id="35" name="Grupp 34">
            <a:extLst>
              <a:ext uri="{FF2B5EF4-FFF2-40B4-BE49-F238E27FC236}">
                <a16:creationId xmlns:a16="http://schemas.microsoft.com/office/drawing/2014/main" id="{0A8C5A68-7028-A691-B7C2-5891DEB19EC4}"/>
              </a:ext>
            </a:extLst>
          </p:cNvPr>
          <p:cNvGrpSpPr/>
          <p:nvPr/>
        </p:nvGrpSpPr>
        <p:grpSpPr>
          <a:xfrm>
            <a:off x="1875996" y="4045748"/>
            <a:ext cx="245995" cy="228734"/>
            <a:chOff x="3995411" y="5766247"/>
            <a:chExt cx="245995" cy="228734"/>
          </a:xfrm>
        </p:grpSpPr>
        <p:cxnSp>
          <p:nvCxnSpPr>
            <p:cNvPr id="36" name="Rak koppling 35">
              <a:extLst>
                <a:ext uri="{FF2B5EF4-FFF2-40B4-BE49-F238E27FC236}">
                  <a16:creationId xmlns:a16="http://schemas.microsoft.com/office/drawing/2014/main" id="{89968797-39EE-EBA9-C44B-BD774A9B18F7}"/>
                </a:ext>
              </a:extLst>
            </p:cNvPr>
            <p:cNvCxnSpPr>
              <a:cxnSpLocks/>
            </p:cNvCxnSpPr>
            <p:nvPr/>
          </p:nvCxnSpPr>
          <p:spPr>
            <a:xfrm flipV="1">
              <a:off x="3998484" y="5766247"/>
              <a:ext cx="242922" cy="22873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7" name="Rak koppling 36">
              <a:extLst>
                <a:ext uri="{FF2B5EF4-FFF2-40B4-BE49-F238E27FC236}">
                  <a16:creationId xmlns:a16="http://schemas.microsoft.com/office/drawing/2014/main" id="{A8C8B074-5C97-D197-30AA-5C18D56F8498}"/>
                </a:ext>
              </a:extLst>
            </p:cNvPr>
            <p:cNvCxnSpPr>
              <a:cxnSpLocks/>
            </p:cNvCxnSpPr>
            <p:nvPr/>
          </p:nvCxnSpPr>
          <p:spPr>
            <a:xfrm flipH="1" flipV="1">
              <a:off x="3995411" y="5768950"/>
              <a:ext cx="238685" cy="22603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38" name="Grupp 37">
            <a:extLst>
              <a:ext uri="{FF2B5EF4-FFF2-40B4-BE49-F238E27FC236}">
                <a16:creationId xmlns:a16="http://schemas.microsoft.com/office/drawing/2014/main" id="{05A6D19A-27FD-AFF5-84A6-38C7C9D5E901}"/>
              </a:ext>
            </a:extLst>
          </p:cNvPr>
          <p:cNvGrpSpPr/>
          <p:nvPr/>
        </p:nvGrpSpPr>
        <p:grpSpPr>
          <a:xfrm>
            <a:off x="1882772" y="4326734"/>
            <a:ext cx="245995" cy="228734"/>
            <a:chOff x="3995411" y="5766247"/>
            <a:chExt cx="245995" cy="228734"/>
          </a:xfrm>
        </p:grpSpPr>
        <p:cxnSp>
          <p:nvCxnSpPr>
            <p:cNvPr id="39" name="Rak koppling 38">
              <a:extLst>
                <a:ext uri="{FF2B5EF4-FFF2-40B4-BE49-F238E27FC236}">
                  <a16:creationId xmlns:a16="http://schemas.microsoft.com/office/drawing/2014/main" id="{12DFA2E1-E524-EFF2-6F7B-0399AB00C2F2}"/>
                </a:ext>
              </a:extLst>
            </p:cNvPr>
            <p:cNvCxnSpPr>
              <a:cxnSpLocks/>
            </p:cNvCxnSpPr>
            <p:nvPr/>
          </p:nvCxnSpPr>
          <p:spPr>
            <a:xfrm flipV="1">
              <a:off x="3998484" y="5766247"/>
              <a:ext cx="242922" cy="22873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 name="Rak koppling 39">
              <a:extLst>
                <a:ext uri="{FF2B5EF4-FFF2-40B4-BE49-F238E27FC236}">
                  <a16:creationId xmlns:a16="http://schemas.microsoft.com/office/drawing/2014/main" id="{142FF6A6-AFDC-AC38-8571-D9AA69B31CCA}"/>
                </a:ext>
              </a:extLst>
            </p:cNvPr>
            <p:cNvCxnSpPr>
              <a:cxnSpLocks/>
            </p:cNvCxnSpPr>
            <p:nvPr/>
          </p:nvCxnSpPr>
          <p:spPr>
            <a:xfrm flipH="1" flipV="1">
              <a:off x="3995411" y="5768950"/>
              <a:ext cx="238685" cy="22603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41" name="Grupp 40">
            <a:extLst>
              <a:ext uri="{FF2B5EF4-FFF2-40B4-BE49-F238E27FC236}">
                <a16:creationId xmlns:a16="http://schemas.microsoft.com/office/drawing/2014/main" id="{734DB89E-DBB9-7AC2-1741-1A2CDD4D2966}"/>
              </a:ext>
            </a:extLst>
          </p:cNvPr>
          <p:cNvGrpSpPr/>
          <p:nvPr/>
        </p:nvGrpSpPr>
        <p:grpSpPr>
          <a:xfrm>
            <a:off x="1588815" y="4598197"/>
            <a:ext cx="245995" cy="228734"/>
            <a:chOff x="3995411" y="5766247"/>
            <a:chExt cx="245995" cy="228734"/>
          </a:xfrm>
        </p:grpSpPr>
        <p:cxnSp>
          <p:nvCxnSpPr>
            <p:cNvPr id="42" name="Rak koppling 41">
              <a:extLst>
                <a:ext uri="{FF2B5EF4-FFF2-40B4-BE49-F238E27FC236}">
                  <a16:creationId xmlns:a16="http://schemas.microsoft.com/office/drawing/2014/main" id="{E1937E07-C565-E298-3E4C-1EC4644134D5}"/>
                </a:ext>
              </a:extLst>
            </p:cNvPr>
            <p:cNvCxnSpPr>
              <a:cxnSpLocks/>
            </p:cNvCxnSpPr>
            <p:nvPr/>
          </p:nvCxnSpPr>
          <p:spPr>
            <a:xfrm flipV="1">
              <a:off x="3998484" y="5766247"/>
              <a:ext cx="242922" cy="22873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 name="Rak koppling 42">
              <a:extLst>
                <a:ext uri="{FF2B5EF4-FFF2-40B4-BE49-F238E27FC236}">
                  <a16:creationId xmlns:a16="http://schemas.microsoft.com/office/drawing/2014/main" id="{BE198FDF-1650-AD12-B892-A941E8EEE100}"/>
                </a:ext>
              </a:extLst>
            </p:cNvPr>
            <p:cNvCxnSpPr>
              <a:cxnSpLocks/>
            </p:cNvCxnSpPr>
            <p:nvPr/>
          </p:nvCxnSpPr>
          <p:spPr>
            <a:xfrm flipH="1" flipV="1">
              <a:off x="3995411" y="5768950"/>
              <a:ext cx="238685" cy="22603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44" name="Ellips 43">
            <a:extLst>
              <a:ext uri="{FF2B5EF4-FFF2-40B4-BE49-F238E27FC236}">
                <a16:creationId xmlns:a16="http://schemas.microsoft.com/office/drawing/2014/main" id="{DB8D6F8D-6A02-D0A0-673B-CDFB2F616B83}"/>
              </a:ext>
            </a:extLst>
          </p:cNvPr>
          <p:cNvSpPr/>
          <p:nvPr/>
        </p:nvSpPr>
        <p:spPr>
          <a:xfrm>
            <a:off x="1577711" y="4326542"/>
            <a:ext cx="260798" cy="226223"/>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45" name="Ellips 44">
            <a:extLst>
              <a:ext uri="{FF2B5EF4-FFF2-40B4-BE49-F238E27FC236}">
                <a16:creationId xmlns:a16="http://schemas.microsoft.com/office/drawing/2014/main" id="{FD656EB1-529D-AF22-250A-B29BB61D0AB0}"/>
              </a:ext>
            </a:extLst>
          </p:cNvPr>
          <p:cNvSpPr/>
          <p:nvPr/>
        </p:nvSpPr>
        <p:spPr>
          <a:xfrm>
            <a:off x="2167641" y="4598197"/>
            <a:ext cx="260798" cy="226223"/>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grpSp>
        <p:nvGrpSpPr>
          <p:cNvPr id="46" name="Grupp 45">
            <a:extLst>
              <a:ext uri="{FF2B5EF4-FFF2-40B4-BE49-F238E27FC236}">
                <a16:creationId xmlns:a16="http://schemas.microsoft.com/office/drawing/2014/main" id="{3EE3FA5E-DDB2-5A95-C6BB-792FD4A54554}"/>
              </a:ext>
            </a:extLst>
          </p:cNvPr>
          <p:cNvGrpSpPr/>
          <p:nvPr/>
        </p:nvGrpSpPr>
        <p:grpSpPr>
          <a:xfrm>
            <a:off x="2173121" y="4328208"/>
            <a:ext cx="245995" cy="228734"/>
            <a:chOff x="3995411" y="5766247"/>
            <a:chExt cx="245995" cy="228734"/>
          </a:xfrm>
        </p:grpSpPr>
        <p:cxnSp>
          <p:nvCxnSpPr>
            <p:cNvPr id="47" name="Rak koppling 46">
              <a:extLst>
                <a:ext uri="{FF2B5EF4-FFF2-40B4-BE49-F238E27FC236}">
                  <a16:creationId xmlns:a16="http://schemas.microsoft.com/office/drawing/2014/main" id="{F8A463AF-C117-F271-5E63-43FABC1917D4}"/>
                </a:ext>
              </a:extLst>
            </p:cNvPr>
            <p:cNvCxnSpPr>
              <a:cxnSpLocks/>
            </p:cNvCxnSpPr>
            <p:nvPr/>
          </p:nvCxnSpPr>
          <p:spPr>
            <a:xfrm flipV="1">
              <a:off x="3998484" y="5766247"/>
              <a:ext cx="242922" cy="22873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8" name="Rak koppling 47">
              <a:extLst>
                <a:ext uri="{FF2B5EF4-FFF2-40B4-BE49-F238E27FC236}">
                  <a16:creationId xmlns:a16="http://schemas.microsoft.com/office/drawing/2014/main" id="{D340C714-29DA-D0B6-8F9A-1998064ECB57}"/>
                </a:ext>
              </a:extLst>
            </p:cNvPr>
            <p:cNvCxnSpPr>
              <a:cxnSpLocks/>
            </p:cNvCxnSpPr>
            <p:nvPr/>
          </p:nvCxnSpPr>
          <p:spPr>
            <a:xfrm flipH="1" flipV="1">
              <a:off x="3995411" y="5768950"/>
              <a:ext cx="238685" cy="22603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49" name="Ellips 48">
            <a:extLst>
              <a:ext uri="{FF2B5EF4-FFF2-40B4-BE49-F238E27FC236}">
                <a16:creationId xmlns:a16="http://schemas.microsoft.com/office/drawing/2014/main" id="{10ACB47F-CB45-85BB-40E8-A49D9B27C22C}"/>
              </a:ext>
            </a:extLst>
          </p:cNvPr>
          <p:cNvSpPr/>
          <p:nvPr/>
        </p:nvSpPr>
        <p:spPr>
          <a:xfrm>
            <a:off x="1577541" y="4047003"/>
            <a:ext cx="260798" cy="226223"/>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grpSp>
        <p:nvGrpSpPr>
          <p:cNvPr id="50" name="Grupp 49">
            <a:extLst>
              <a:ext uri="{FF2B5EF4-FFF2-40B4-BE49-F238E27FC236}">
                <a16:creationId xmlns:a16="http://schemas.microsoft.com/office/drawing/2014/main" id="{E9AA4EC3-EDF7-03AD-5141-C702360E5BB2}"/>
              </a:ext>
            </a:extLst>
          </p:cNvPr>
          <p:cNvGrpSpPr/>
          <p:nvPr/>
        </p:nvGrpSpPr>
        <p:grpSpPr>
          <a:xfrm>
            <a:off x="3006704" y="4003749"/>
            <a:ext cx="893451" cy="852645"/>
            <a:chOff x="1202049" y="2073910"/>
            <a:chExt cx="893451" cy="852645"/>
          </a:xfrm>
          <a:solidFill>
            <a:schemeClr val="bg1"/>
          </a:solidFill>
        </p:grpSpPr>
        <p:sp>
          <p:nvSpPr>
            <p:cNvPr id="51" name="Rektangel 50">
              <a:extLst>
                <a:ext uri="{FF2B5EF4-FFF2-40B4-BE49-F238E27FC236}">
                  <a16:creationId xmlns:a16="http://schemas.microsoft.com/office/drawing/2014/main" id="{EA9D65E5-C3EA-128C-EDA9-CBD8657F4161}"/>
                </a:ext>
              </a:extLst>
            </p:cNvPr>
            <p:cNvSpPr/>
            <p:nvPr/>
          </p:nvSpPr>
          <p:spPr>
            <a:xfrm>
              <a:off x="1211580" y="2073910"/>
              <a:ext cx="883920" cy="846295"/>
            </a:xfrm>
            <a:prstGeom prst="rect">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cxnSp>
          <p:nvCxnSpPr>
            <p:cNvPr id="52" name="Rak koppling 51">
              <a:extLst>
                <a:ext uri="{FF2B5EF4-FFF2-40B4-BE49-F238E27FC236}">
                  <a16:creationId xmlns:a16="http://schemas.microsoft.com/office/drawing/2014/main" id="{FDB71B72-5A75-9D89-75B0-6856C39FAA79}"/>
                </a:ext>
              </a:extLst>
            </p:cNvPr>
            <p:cNvCxnSpPr>
              <a:cxnSpLocks/>
            </p:cNvCxnSpPr>
            <p:nvPr/>
          </p:nvCxnSpPr>
          <p:spPr>
            <a:xfrm flipV="1">
              <a:off x="1512091" y="2080260"/>
              <a:ext cx="0" cy="846295"/>
            </a:xfrm>
            <a:prstGeom prst="line">
              <a:avLst/>
            </a:prstGeom>
            <a:grpFill/>
            <a:ln>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cxnSp>
          <p:nvCxnSpPr>
            <p:cNvPr id="53" name="Rak koppling 52">
              <a:extLst>
                <a:ext uri="{FF2B5EF4-FFF2-40B4-BE49-F238E27FC236}">
                  <a16:creationId xmlns:a16="http://schemas.microsoft.com/office/drawing/2014/main" id="{FB84DCDD-0E93-CF51-1801-5F7B53EB4D49}"/>
                </a:ext>
              </a:extLst>
            </p:cNvPr>
            <p:cNvCxnSpPr>
              <a:cxnSpLocks/>
            </p:cNvCxnSpPr>
            <p:nvPr/>
          </p:nvCxnSpPr>
          <p:spPr>
            <a:xfrm flipV="1">
              <a:off x="1809751" y="2080260"/>
              <a:ext cx="0" cy="846295"/>
            </a:xfrm>
            <a:prstGeom prst="line">
              <a:avLst/>
            </a:prstGeom>
            <a:grpFill/>
            <a:ln>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cxnSp>
          <p:nvCxnSpPr>
            <p:cNvPr id="54" name="Rak koppling 53">
              <a:extLst>
                <a:ext uri="{FF2B5EF4-FFF2-40B4-BE49-F238E27FC236}">
                  <a16:creationId xmlns:a16="http://schemas.microsoft.com/office/drawing/2014/main" id="{E109F558-A732-8086-C28B-D1B9E67C43B7}"/>
                </a:ext>
              </a:extLst>
            </p:cNvPr>
            <p:cNvCxnSpPr>
              <a:cxnSpLocks/>
            </p:cNvCxnSpPr>
            <p:nvPr/>
          </p:nvCxnSpPr>
          <p:spPr>
            <a:xfrm flipH="1">
              <a:off x="1213958" y="2375531"/>
              <a:ext cx="881542" cy="0"/>
            </a:xfrm>
            <a:prstGeom prst="line">
              <a:avLst/>
            </a:prstGeom>
            <a:grpFill/>
            <a:ln>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cxnSp>
          <p:nvCxnSpPr>
            <p:cNvPr id="55" name="Rak koppling 54">
              <a:extLst>
                <a:ext uri="{FF2B5EF4-FFF2-40B4-BE49-F238E27FC236}">
                  <a16:creationId xmlns:a16="http://schemas.microsoft.com/office/drawing/2014/main" id="{132D0779-D0AD-30E6-5703-F8B28FDA1108}"/>
                </a:ext>
              </a:extLst>
            </p:cNvPr>
            <p:cNvCxnSpPr>
              <a:cxnSpLocks/>
            </p:cNvCxnSpPr>
            <p:nvPr/>
          </p:nvCxnSpPr>
          <p:spPr>
            <a:xfrm flipH="1">
              <a:off x="1202049" y="2646993"/>
              <a:ext cx="881542" cy="0"/>
            </a:xfrm>
            <a:prstGeom prst="line">
              <a:avLst/>
            </a:prstGeom>
            <a:grpFill/>
            <a:ln>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grpSp>
      <p:sp>
        <p:nvSpPr>
          <p:cNvPr id="56" name="Ellips 55">
            <a:extLst>
              <a:ext uri="{FF2B5EF4-FFF2-40B4-BE49-F238E27FC236}">
                <a16:creationId xmlns:a16="http://schemas.microsoft.com/office/drawing/2014/main" id="{402FFDC6-458E-B799-3D08-A98C65BA9FE9}"/>
              </a:ext>
            </a:extLst>
          </p:cNvPr>
          <p:cNvSpPr/>
          <p:nvPr/>
        </p:nvSpPr>
        <p:spPr>
          <a:xfrm>
            <a:off x="3627448" y="4041448"/>
            <a:ext cx="260798" cy="226223"/>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grpSp>
        <p:nvGrpSpPr>
          <p:cNvPr id="57" name="Grupp 56">
            <a:extLst>
              <a:ext uri="{FF2B5EF4-FFF2-40B4-BE49-F238E27FC236}">
                <a16:creationId xmlns:a16="http://schemas.microsoft.com/office/drawing/2014/main" id="{45B00738-1681-065D-0B06-655A462321D0}"/>
              </a:ext>
            </a:extLst>
          </p:cNvPr>
          <p:cNvGrpSpPr/>
          <p:nvPr/>
        </p:nvGrpSpPr>
        <p:grpSpPr>
          <a:xfrm>
            <a:off x="3335803" y="4045748"/>
            <a:ext cx="245995" cy="228734"/>
            <a:chOff x="3995411" y="5766247"/>
            <a:chExt cx="245995" cy="228734"/>
          </a:xfrm>
        </p:grpSpPr>
        <p:cxnSp>
          <p:nvCxnSpPr>
            <p:cNvPr id="58" name="Rak koppling 57">
              <a:extLst>
                <a:ext uri="{FF2B5EF4-FFF2-40B4-BE49-F238E27FC236}">
                  <a16:creationId xmlns:a16="http://schemas.microsoft.com/office/drawing/2014/main" id="{1985668F-C926-B512-9B9E-E1EDAE4D36C9}"/>
                </a:ext>
              </a:extLst>
            </p:cNvPr>
            <p:cNvCxnSpPr>
              <a:cxnSpLocks/>
            </p:cNvCxnSpPr>
            <p:nvPr/>
          </p:nvCxnSpPr>
          <p:spPr>
            <a:xfrm flipV="1">
              <a:off x="3998484" y="5766247"/>
              <a:ext cx="242922" cy="22873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9" name="Rak koppling 58">
              <a:extLst>
                <a:ext uri="{FF2B5EF4-FFF2-40B4-BE49-F238E27FC236}">
                  <a16:creationId xmlns:a16="http://schemas.microsoft.com/office/drawing/2014/main" id="{35E5A56D-AEB8-7CB1-F615-5EEC7F6A589E}"/>
                </a:ext>
              </a:extLst>
            </p:cNvPr>
            <p:cNvCxnSpPr>
              <a:cxnSpLocks/>
            </p:cNvCxnSpPr>
            <p:nvPr/>
          </p:nvCxnSpPr>
          <p:spPr>
            <a:xfrm flipH="1" flipV="1">
              <a:off x="3995411" y="5768950"/>
              <a:ext cx="238685" cy="22603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60" name="Grupp 59">
            <a:extLst>
              <a:ext uri="{FF2B5EF4-FFF2-40B4-BE49-F238E27FC236}">
                <a16:creationId xmlns:a16="http://schemas.microsoft.com/office/drawing/2014/main" id="{04E8F7EB-2F08-536A-A16D-049174D0B437}"/>
              </a:ext>
            </a:extLst>
          </p:cNvPr>
          <p:cNvGrpSpPr/>
          <p:nvPr/>
        </p:nvGrpSpPr>
        <p:grpSpPr>
          <a:xfrm>
            <a:off x="3342579" y="4326734"/>
            <a:ext cx="245995" cy="228734"/>
            <a:chOff x="3995411" y="5766247"/>
            <a:chExt cx="245995" cy="228734"/>
          </a:xfrm>
        </p:grpSpPr>
        <p:cxnSp>
          <p:nvCxnSpPr>
            <p:cNvPr id="61" name="Rak koppling 60">
              <a:extLst>
                <a:ext uri="{FF2B5EF4-FFF2-40B4-BE49-F238E27FC236}">
                  <a16:creationId xmlns:a16="http://schemas.microsoft.com/office/drawing/2014/main" id="{87432E45-D550-6D9D-487C-009106220630}"/>
                </a:ext>
              </a:extLst>
            </p:cNvPr>
            <p:cNvCxnSpPr>
              <a:cxnSpLocks/>
            </p:cNvCxnSpPr>
            <p:nvPr/>
          </p:nvCxnSpPr>
          <p:spPr>
            <a:xfrm flipV="1">
              <a:off x="3998484" y="5766247"/>
              <a:ext cx="242922" cy="22873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2" name="Rak koppling 61">
              <a:extLst>
                <a:ext uri="{FF2B5EF4-FFF2-40B4-BE49-F238E27FC236}">
                  <a16:creationId xmlns:a16="http://schemas.microsoft.com/office/drawing/2014/main" id="{469BB317-4B28-7089-CE5E-B5C228091628}"/>
                </a:ext>
              </a:extLst>
            </p:cNvPr>
            <p:cNvCxnSpPr>
              <a:cxnSpLocks/>
            </p:cNvCxnSpPr>
            <p:nvPr/>
          </p:nvCxnSpPr>
          <p:spPr>
            <a:xfrm flipH="1" flipV="1">
              <a:off x="3995411" y="5768950"/>
              <a:ext cx="238685" cy="22603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63" name="Grupp 62">
            <a:extLst>
              <a:ext uri="{FF2B5EF4-FFF2-40B4-BE49-F238E27FC236}">
                <a16:creationId xmlns:a16="http://schemas.microsoft.com/office/drawing/2014/main" id="{00C37897-D330-D424-E407-A604E04E2E64}"/>
              </a:ext>
            </a:extLst>
          </p:cNvPr>
          <p:cNvGrpSpPr/>
          <p:nvPr/>
        </p:nvGrpSpPr>
        <p:grpSpPr>
          <a:xfrm>
            <a:off x="3048622" y="4598197"/>
            <a:ext cx="245995" cy="228734"/>
            <a:chOff x="3995411" y="5766247"/>
            <a:chExt cx="245995" cy="228734"/>
          </a:xfrm>
        </p:grpSpPr>
        <p:cxnSp>
          <p:nvCxnSpPr>
            <p:cNvPr id="64" name="Rak koppling 63">
              <a:extLst>
                <a:ext uri="{FF2B5EF4-FFF2-40B4-BE49-F238E27FC236}">
                  <a16:creationId xmlns:a16="http://schemas.microsoft.com/office/drawing/2014/main" id="{C01E204B-0143-F072-DC87-EA116390D79F}"/>
                </a:ext>
              </a:extLst>
            </p:cNvPr>
            <p:cNvCxnSpPr>
              <a:cxnSpLocks/>
            </p:cNvCxnSpPr>
            <p:nvPr/>
          </p:nvCxnSpPr>
          <p:spPr>
            <a:xfrm flipV="1">
              <a:off x="3998484" y="5766247"/>
              <a:ext cx="242922" cy="22873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5" name="Rak koppling 64">
              <a:extLst>
                <a:ext uri="{FF2B5EF4-FFF2-40B4-BE49-F238E27FC236}">
                  <a16:creationId xmlns:a16="http://schemas.microsoft.com/office/drawing/2014/main" id="{9BB4320F-6461-A69A-4B85-48A8473CC257}"/>
                </a:ext>
              </a:extLst>
            </p:cNvPr>
            <p:cNvCxnSpPr>
              <a:cxnSpLocks/>
            </p:cNvCxnSpPr>
            <p:nvPr/>
          </p:nvCxnSpPr>
          <p:spPr>
            <a:xfrm flipH="1" flipV="1">
              <a:off x="3995411" y="5768950"/>
              <a:ext cx="238685" cy="22603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66" name="Ellips 65">
            <a:extLst>
              <a:ext uri="{FF2B5EF4-FFF2-40B4-BE49-F238E27FC236}">
                <a16:creationId xmlns:a16="http://schemas.microsoft.com/office/drawing/2014/main" id="{42194C8D-BEE7-A758-D438-024B4CBA7F63}"/>
              </a:ext>
            </a:extLst>
          </p:cNvPr>
          <p:cNvSpPr/>
          <p:nvPr/>
        </p:nvSpPr>
        <p:spPr>
          <a:xfrm>
            <a:off x="3037518" y="4326542"/>
            <a:ext cx="260798" cy="226223"/>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67" name="Ellips 66">
            <a:extLst>
              <a:ext uri="{FF2B5EF4-FFF2-40B4-BE49-F238E27FC236}">
                <a16:creationId xmlns:a16="http://schemas.microsoft.com/office/drawing/2014/main" id="{DC29ACE5-73C3-E1BB-ECA2-F00DC47DAA1E}"/>
              </a:ext>
            </a:extLst>
          </p:cNvPr>
          <p:cNvSpPr/>
          <p:nvPr/>
        </p:nvSpPr>
        <p:spPr>
          <a:xfrm>
            <a:off x="3627448" y="4598197"/>
            <a:ext cx="260798" cy="226223"/>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grpSp>
        <p:nvGrpSpPr>
          <p:cNvPr id="68" name="Grupp 67">
            <a:extLst>
              <a:ext uri="{FF2B5EF4-FFF2-40B4-BE49-F238E27FC236}">
                <a16:creationId xmlns:a16="http://schemas.microsoft.com/office/drawing/2014/main" id="{31A1BD5C-929E-635D-BB97-9AACA6AA5B9A}"/>
              </a:ext>
            </a:extLst>
          </p:cNvPr>
          <p:cNvGrpSpPr/>
          <p:nvPr/>
        </p:nvGrpSpPr>
        <p:grpSpPr>
          <a:xfrm>
            <a:off x="3632928" y="4328208"/>
            <a:ext cx="245995" cy="228734"/>
            <a:chOff x="3995411" y="5766247"/>
            <a:chExt cx="245995" cy="228734"/>
          </a:xfrm>
        </p:grpSpPr>
        <p:cxnSp>
          <p:nvCxnSpPr>
            <p:cNvPr id="69" name="Rak koppling 68">
              <a:extLst>
                <a:ext uri="{FF2B5EF4-FFF2-40B4-BE49-F238E27FC236}">
                  <a16:creationId xmlns:a16="http://schemas.microsoft.com/office/drawing/2014/main" id="{7EA835C0-B2AC-50B7-3B08-DDDFFD7AAE6D}"/>
                </a:ext>
              </a:extLst>
            </p:cNvPr>
            <p:cNvCxnSpPr>
              <a:cxnSpLocks/>
            </p:cNvCxnSpPr>
            <p:nvPr/>
          </p:nvCxnSpPr>
          <p:spPr>
            <a:xfrm flipV="1">
              <a:off x="3998484" y="5766247"/>
              <a:ext cx="242922" cy="22873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0" name="Rak koppling 69">
              <a:extLst>
                <a:ext uri="{FF2B5EF4-FFF2-40B4-BE49-F238E27FC236}">
                  <a16:creationId xmlns:a16="http://schemas.microsoft.com/office/drawing/2014/main" id="{8CAE5365-0265-FCD6-DA27-6580A2328CBF}"/>
                </a:ext>
              </a:extLst>
            </p:cNvPr>
            <p:cNvCxnSpPr>
              <a:cxnSpLocks/>
            </p:cNvCxnSpPr>
            <p:nvPr/>
          </p:nvCxnSpPr>
          <p:spPr>
            <a:xfrm flipH="1" flipV="1">
              <a:off x="3995411" y="5768950"/>
              <a:ext cx="238685" cy="22603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72" name="Ellips 71">
            <a:extLst>
              <a:ext uri="{FF2B5EF4-FFF2-40B4-BE49-F238E27FC236}">
                <a16:creationId xmlns:a16="http://schemas.microsoft.com/office/drawing/2014/main" id="{7786F97F-D351-9364-B828-779A4146ED90}"/>
              </a:ext>
            </a:extLst>
          </p:cNvPr>
          <p:cNvSpPr/>
          <p:nvPr/>
        </p:nvSpPr>
        <p:spPr>
          <a:xfrm>
            <a:off x="3335928" y="4598197"/>
            <a:ext cx="260798" cy="226223"/>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cxnSp>
        <p:nvCxnSpPr>
          <p:cNvPr id="73" name="Rak pilkoppling 72">
            <a:extLst>
              <a:ext uri="{FF2B5EF4-FFF2-40B4-BE49-F238E27FC236}">
                <a16:creationId xmlns:a16="http://schemas.microsoft.com/office/drawing/2014/main" id="{D538CFC7-52B0-388B-0123-9780AD044E6A}"/>
              </a:ext>
            </a:extLst>
          </p:cNvPr>
          <p:cNvCxnSpPr>
            <a:cxnSpLocks/>
          </p:cNvCxnSpPr>
          <p:nvPr/>
        </p:nvCxnSpPr>
        <p:spPr>
          <a:xfrm>
            <a:off x="1969727" y="4984520"/>
            <a:ext cx="0" cy="451841"/>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75" name="Rak pilkoppling 74">
            <a:extLst>
              <a:ext uri="{FF2B5EF4-FFF2-40B4-BE49-F238E27FC236}">
                <a16:creationId xmlns:a16="http://schemas.microsoft.com/office/drawing/2014/main" id="{CE747367-81EA-28F7-DB70-F5A426B0C43F}"/>
              </a:ext>
            </a:extLst>
          </p:cNvPr>
          <p:cNvCxnSpPr>
            <a:cxnSpLocks/>
          </p:cNvCxnSpPr>
          <p:nvPr/>
        </p:nvCxnSpPr>
        <p:spPr>
          <a:xfrm>
            <a:off x="3437944" y="4980199"/>
            <a:ext cx="0" cy="430647"/>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grpSp>
        <p:nvGrpSpPr>
          <p:cNvPr id="76" name="Grupp 75">
            <a:extLst>
              <a:ext uri="{FF2B5EF4-FFF2-40B4-BE49-F238E27FC236}">
                <a16:creationId xmlns:a16="http://schemas.microsoft.com/office/drawing/2014/main" id="{1D795319-04BE-2875-948F-20C06F3A9E83}"/>
              </a:ext>
            </a:extLst>
          </p:cNvPr>
          <p:cNvGrpSpPr/>
          <p:nvPr/>
        </p:nvGrpSpPr>
        <p:grpSpPr>
          <a:xfrm>
            <a:off x="1504979" y="5507292"/>
            <a:ext cx="893451" cy="852645"/>
            <a:chOff x="1202049" y="2073910"/>
            <a:chExt cx="893451" cy="852645"/>
          </a:xfrm>
          <a:solidFill>
            <a:schemeClr val="bg1"/>
          </a:solidFill>
        </p:grpSpPr>
        <p:sp>
          <p:nvSpPr>
            <p:cNvPr id="77" name="Rektangel 76">
              <a:extLst>
                <a:ext uri="{FF2B5EF4-FFF2-40B4-BE49-F238E27FC236}">
                  <a16:creationId xmlns:a16="http://schemas.microsoft.com/office/drawing/2014/main" id="{1C8B9464-4203-2AFB-7F18-ED784C6029A2}"/>
                </a:ext>
              </a:extLst>
            </p:cNvPr>
            <p:cNvSpPr/>
            <p:nvPr/>
          </p:nvSpPr>
          <p:spPr>
            <a:xfrm>
              <a:off x="1211580" y="2073910"/>
              <a:ext cx="883920" cy="846295"/>
            </a:xfrm>
            <a:prstGeom prst="rect">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cxnSp>
          <p:nvCxnSpPr>
            <p:cNvPr id="78" name="Rak koppling 77">
              <a:extLst>
                <a:ext uri="{FF2B5EF4-FFF2-40B4-BE49-F238E27FC236}">
                  <a16:creationId xmlns:a16="http://schemas.microsoft.com/office/drawing/2014/main" id="{9BCE01BB-12A4-678F-EB41-1A239BEBA8AB}"/>
                </a:ext>
              </a:extLst>
            </p:cNvPr>
            <p:cNvCxnSpPr>
              <a:cxnSpLocks/>
            </p:cNvCxnSpPr>
            <p:nvPr/>
          </p:nvCxnSpPr>
          <p:spPr>
            <a:xfrm flipV="1">
              <a:off x="1512091" y="2080260"/>
              <a:ext cx="0" cy="846295"/>
            </a:xfrm>
            <a:prstGeom prst="line">
              <a:avLst/>
            </a:prstGeom>
            <a:grpFill/>
            <a:ln>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cxnSp>
          <p:nvCxnSpPr>
            <p:cNvPr id="79" name="Rak koppling 78">
              <a:extLst>
                <a:ext uri="{FF2B5EF4-FFF2-40B4-BE49-F238E27FC236}">
                  <a16:creationId xmlns:a16="http://schemas.microsoft.com/office/drawing/2014/main" id="{A3CB8E44-8429-E024-1B99-D4C26EF62E62}"/>
                </a:ext>
              </a:extLst>
            </p:cNvPr>
            <p:cNvCxnSpPr>
              <a:cxnSpLocks/>
            </p:cNvCxnSpPr>
            <p:nvPr/>
          </p:nvCxnSpPr>
          <p:spPr>
            <a:xfrm flipV="1">
              <a:off x="1809751" y="2080260"/>
              <a:ext cx="0" cy="846295"/>
            </a:xfrm>
            <a:prstGeom prst="line">
              <a:avLst/>
            </a:prstGeom>
            <a:grpFill/>
            <a:ln>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cxnSp>
          <p:nvCxnSpPr>
            <p:cNvPr id="80" name="Rak koppling 79">
              <a:extLst>
                <a:ext uri="{FF2B5EF4-FFF2-40B4-BE49-F238E27FC236}">
                  <a16:creationId xmlns:a16="http://schemas.microsoft.com/office/drawing/2014/main" id="{E5C7B0F0-E38F-3B57-06B5-F876D93E0EF0}"/>
                </a:ext>
              </a:extLst>
            </p:cNvPr>
            <p:cNvCxnSpPr>
              <a:cxnSpLocks/>
            </p:cNvCxnSpPr>
            <p:nvPr/>
          </p:nvCxnSpPr>
          <p:spPr>
            <a:xfrm flipH="1">
              <a:off x="1213958" y="2375531"/>
              <a:ext cx="881542" cy="0"/>
            </a:xfrm>
            <a:prstGeom prst="line">
              <a:avLst/>
            </a:prstGeom>
            <a:grpFill/>
            <a:ln>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cxnSp>
          <p:nvCxnSpPr>
            <p:cNvPr id="81" name="Rak koppling 80">
              <a:extLst>
                <a:ext uri="{FF2B5EF4-FFF2-40B4-BE49-F238E27FC236}">
                  <a16:creationId xmlns:a16="http://schemas.microsoft.com/office/drawing/2014/main" id="{AD2DB9AA-1EC8-873D-E19D-094A8F234A1A}"/>
                </a:ext>
              </a:extLst>
            </p:cNvPr>
            <p:cNvCxnSpPr>
              <a:cxnSpLocks/>
            </p:cNvCxnSpPr>
            <p:nvPr/>
          </p:nvCxnSpPr>
          <p:spPr>
            <a:xfrm flipH="1">
              <a:off x="1202049" y="2646993"/>
              <a:ext cx="881542" cy="0"/>
            </a:xfrm>
            <a:prstGeom prst="line">
              <a:avLst/>
            </a:prstGeom>
            <a:grpFill/>
            <a:ln>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grpSp>
      <p:sp>
        <p:nvSpPr>
          <p:cNvPr id="82" name="Ellips 81">
            <a:extLst>
              <a:ext uri="{FF2B5EF4-FFF2-40B4-BE49-F238E27FC236}">
                <a16:creationId xmlns:a16="http://schemas.microsoft.com/office/drawing/2014/main" id="{041CEBFA-9B79-FF37-9E03-CDB6F6A108E5}"/>
              </a:ext>
            </a:extLst>
          </p:cNvPr>
          <p:cNvSpPr/>
          <p:nvPr/>
        </p:nvSpPr>
        <p:spPr>
          <a:xfrm>
            <a:off x="2125723" y="5544991"/>
            <a:ext cx="260798" cy="226223"/>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grpSp>
        <p:nvGrpSpPr>
          <p:cNvPr id="83" name="Grupp 82">
            <a:extLst>
              <a:ext uri="{FF2B5EF4-FFF2-40B4-BE49-F238E27FC236}">
                <a16:creationId xmlns:a16="http://schemas.microsoft.com/office/drawing/2014/main" id="{FC7923F0-94BD-FAAF-92FC-1BDE91C64DAF}"/>
              </a:ext>
            </a:extLst>
          </p:cNvPr>
          <p:cNvGrpSpPr/>
          <p:nvPr/>
        </p:nvGrpSpPr>
        <p:grpSpPr>
          <a:xfrm>
            <a:off x="1834078" y="5549291"/>
            <a:ext cx="245995" cy="228734"/>
            <a:chOff x="3995411" y="5766247"/>
            <a:chExt cx="245995" cy="228734"/>
          </a:xfrm>
        </p:grpSpPr>
        <p:cxnSp>
          <p:nvCxnSpPr>
            <p:cNvPr id="84" name="Rak koppling 83">
              <a:extLst>
                <a:ext uri="{FF2B5EF4-FFF2-40B4-BE49-F238E27FC236}">
                  <a16:creationId xmlns:a16="http://schemas.microsoft.com/office/drawing/2014/main" id="{3211E46E-E529-60E2-CECF-A227E9D219B7}"/>
                </a:ext>
              </a:extLst>
            </p:cNvPr>
            <p:cNvCxnSpPr>
              <a:cxnSpLocks/>
            </p:cNvCxnSpPr>
            <p:nvPr/>
          </p:nvCxnSpPr>
          <p:spPr>
            <a:xfrm flipV="1">
              <a:off x="3998484" y="5766247"/>
              <a:ext cx="242922" cy="22873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5" name="Rak koppling 84">
              <a:extLst>
                <a:ext uri="{FF2B5EF4-FFF2-40B4-BE49-F238E27FC236}">
                  <a16:creationId xmlns:a16="http://schemas.microsoft.com/office/drawing/2014/main" id="{0C0A3945-ED5E-DCAC-2818-760A2807BEE0}"/>
                </a:ext>
              </a:extLst>
            </p:cNvPr>
            <p:cNvCxnSpPr>
              <a:cxnSpLocks/>
            </p:cNvCxnSpPr>
            <p:nvPr/>
          </p:nvCxnSpPr>
          <p:spPr>
            <a:xfrm flipH="1" flipV="1">
              <a:off x="3995411" y="5768950"/>
              <a:ext cx="238685" cy="22603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86" name="Grupp 85">
            <a:extLst>
              <a:ext uri="{FF2B5EF4-FFF2-40B4-BE49-F238E27FC236}">
                <a16:creationId xmlns:a16="http://schemas.microsoft.com/office/drawing/2014/main" id="{074BC15D-CB4B-6CD1-EAB4-3CB263080F6E}"/>
              </a:ext>
            </a:extLst>
          </p:cNvPr>
          <p:cNvGrpSpPr/>
          <p:nvPr/>
        </p:nvGrpSpPr>
        <p:grpSpPr>
          <a:xfrm>
            <a:off x="1840854" y="5830277"/>
            <a:ext cx="245995" cy="228734"/>
            <a:chOff x="3995411" y="5766247"/>
            <a:chExt cx="245995" cy="228734"/>
          </a:xfrm>
        </p:grpSpPr>
        <p:cxnSp>
          <p:nvCxnSpPr>
            <p:cNvPr id="87" name="Rak koppling 86">
              <a:extLst>
                <a:ext uri="{FF2B5EF4-FFF2-40B4-BE49-F238E27FC236}">
                  <a16:creationId xmlns:a16="http://schemas.microsoft.com/office/drawing/2014/main" id="{7A5AA2B8-3541-45FD-17FE-92924C5EB414}"/>
                </a:ext>
              </a:extLst>
            </p:cNvPr>
            <p:cNvCxnSpPr>
              <a:cxnSpLocks/>
            </p:cNvCxnSpPr>
            <p:nvPr/>
          </p:nvCxnSpPr>
          <p:spPr>
            <a:xfrm flipV="1">
              <a:off x="3998484" y="5766247"/>
              <a:ext cx="242922" cy="22873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8" name="Rak koppling 87">
              <a:extLst>
                <a:ext uri="{FF2B5EF4-FFF2-40B4-BE49-F238E27FC236}">
                  <a16:creationId xmlns:a16="http://schemas.microsoft.com/office/drawing/2014/main" id="{ABDB52DC-0610-5E2A-9953-08F42E8DC7C8}"/>
                </a:ext>
              </a:extLst>
            </p:cNvPr>
            <p:cNvCxnSpPr>
              <a:cxnSpLocks/>
            </p:cNvCxnSpPr>
            <p:nvPr/>
          </p:nvCxnSpPr>
          <p:spPr>
            <a:xfrm flipH="1" flipV="1">
              <a:off x="3995411" y="5768950"/>
              <a:ext cx="238685" cy="22603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89" name="Grupp 88">
            <a:extLst>
              <a:ext uri="{FF2B5EF4-FFF2-40B4-BE49-F238E27FC236}">
                <a16:creationId xmlns:a16="http://schemas.microsoft.com/office/drawing/2014/main" id="{FDFF5FB6-9648-DEA2-0D10-CF225FB1654B}"/>
              </a:ext>
            </a:extLst>
          </p:cNvPr>
          <p:cNvGrpSpPr/>
          <p:nvPr/>
        </p:nvGrpSpPr>
        <p:grpSpPr>
          <a:xfrm>
            <a:off x="1546897" y="6101740"/>
            <a:ext cx="245995" cy="228734"/>
            <a:chOff x="3995411" y="5766247"/>
            <a:chExt cx="245995" cy="228734"/>
          </a:xfrm>
        </p:grpSpPr>
        <p:cxnSp>
          <p:nvCxnSpPr>
            <p:cNvPr id="90" name="Rak koppling 89">
              <a:extLst>
                <a:ext uri="{FF2B5EF4-FFF2-40B4-BE49-F238E27FC236}">
                  <a16:creationId xmlns:a16="http://schemas.microsoft.com/office/drawing/2014/main" id="{5E9A5359-EAD2-DB23-E526-C0526C9F16F7}"/>
                </a:ext>
              </a:extLst>
            </p:cNvPr>
            <p:cNvCxnSpPr>
              <a:cxnSpLocks/>
            </p:cNvCxnSpPr>
            <p:nvPr/>
          </p:nvCxnSpPr>
          <p:spPr>
            <a:xfrm flipV="1">
              <a:off x="3998484" y="5766247"/>
              <a:ext cx="242922" cy="22873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1" name="Rak koppling 90">
              <a:extLst>
                <a:ext uri="{FF2B5EF4-FFF2-40B4-BE49-F238E27FC236}">
                  <a16:creationId xmlns:a16="http://schemas.microsoft.com/office/drawing/2014/main" id="{F6BB5F31-5990-D8F2-8C9B-B0B45CE122E2}"/>
                </a:ext>
              </a:extLst>
            </p:cNvPr>
            <p:cNvCxnSpPr>
              <a:cxnSpLocks/>
            </p:cNvCxnSpPr>
            <p:nvPr/>
          </p:nvCxnSpPr>
          <p:spPr>
            <a:xfrm flipH="1" flipV="1">
              <a:off x="3995411" y="5768950"/>
              <a:ext cx="238685" cy="22603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92" name="Ellips 91">
            <a:extLst>
              <a:ext uri="{FF2B5EF4-FFF2-40B4-BE49-F238E27FC236}">
                <a16:creationId xmlns:a16="http://schemas.microsoft.com/office/drawing/2014/main" id="{8608C25C-4FB3-2B18-77E2-7805C8E2F1C6}"/>
              </a:ext>
            </a:extLst>
          </p:cNvPr>
          <p:cNvSpPr/>
          <p:nvPr/>
        </p:nvSpPr>
        <p:spPr>
          <a:xfrm>
            <a:off x="1535793" y="5830085"/>
            <a:ext cx="260798" cy="226223"/>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93" name="Ellips 92">
            <a:extLst>
              <a:ext uri="{FF2B5EF4-FFF2-40B4-BE49-F238E27FC236}">
                <a16:creationId xmlns:a16="http://schemas.microsoft.com/office/drawing/2014/main" id="{130CDA16-7799-C09C-01C6-984BDA4F7AF9}"/>
              </a:ext>
            </a:extLst>
          </p:cNvPr>
          <p:cNvSpPr/>
          <p:nvPr/>
        </p:nvSpPr>
        <p:spPr>
          <a:xfrm>
            <a:off x="2125723" y="6101740"/>
            <a:ext cx="260798" cy="226223"/>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grpSp>
        <p:nvGrpSpPr>
          <p:cNvPr id="94" name="Grupp 93">
            <a:extLst>
              <a:ext uri="{FF2B5EF4-FFF2-40B4-BE49-F238E27FC236}">
                <a16:creationId xmlns:a16="http://schemas.microsoft.com/office/drawing/2014/main" id="{568B7FCA-3350-8657-54CB-FF8BF421EA01}"/>
              </a:ext>
            </a:extLst>
          </p:cNvPr>
          <p:cNvGrpSpPr/>
          <p:nvPr/>
        </p:nvGrpSpPr>
        <p:grpSpPr>
          <a:xfrm>
            <a:off x="2131203" y="5831751"/>
            <a:ext cx="245995" cy="228734"/>
            <a:chOff x="3995411" y="5766247"/>
            <a:chExt cx="245995" cy="228734"/>
          </a:xfrm>
        </p:grpSpPr>
        <p:cxnSp>
          <p:nvCxnSpPr>
            <p:cNvPr id="95" name="Rak koppling 94">
              <a:extLst>
                <a:ext uri="{FF2B5EF4-FFF2-40B4-BE49-F238E27FC236}">
                  <a16:creationId xmlns:a16="http://schemas.microsoft.com/office/drawing/2014/main" id="{0C9A3BCC-9F0E-00F8-8EB1-EBBD3F8553F8}"/>
                </a:ext>
              </a:extLst>
            </p:cNvPr>
            <p:cNvCxnSpPr>
              <a:cxnSpLocks/>
            </p:cNvCxnSpPr>
            <p:nvPr/>
          </p:nvCxnSpPr>
          <p:spPr>
            <a:xfrm flipV="1">
              <a:off x="3998484" y="5766247"/>
              <a:ext cx="242922" cy="22873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6" name="Rak koppling 95">
              <a:extLst>
                <a:ext uri="{FF2B5EF4-FFF2-40B4-BE49-F238E27FC236}">
                  <a16:creationId xmlns:a16="http://schemas.microsoft.com/office/drawing/2014/main" id="{BBE6316D-4BC8-8D9C-4EF3-F054E10CF8E8}"/>
                </a:ext>
              </a:extLst>
            </p:cNvPr>
            <p:cNvCxnSpPr>
              <a:cxnSpLocks/>
            </p:cNvCxnSpPr>
            <p:nvPr/>
          </p:nvCxnSpPr>
          <p:spPr>
            <a:xfrm flipH="1" flipV="1">
              <a:off x="3995411" y="5768950"/>
              <a:ext cx="238685" cy="22603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97" name="Ellips 96">
            <a:extLst>
              <a:ext uri="{FF2B5EF4-FFF2-40B4-BE49-F238E27FC236}">
                <a16:creationId xmlns:a16="http://schemas.microsoft.com/office/drawing/2014/main" id="{3C7A399A-D2FC-814B-CCDC-92250ACD4F64}"/>
              </a:ext>
            </a:extLst>
          </p:cNvPr>
          <p:cNvSpPr/>
          <p:nvPr/>
        </p:nvSpPr>
        <p:spPr>
          <a:xfrm>
            <a:off x="1535623" y="5550546"/>
            <a:ext cx="260798" cy="226223"/>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grpSp>
        <p:nvGrpSpPr>
          <p:cNvPr id="98" name="Grupp 97">
            <a:extLst>
              <a:ext uri="{FF2B5EF4-FFF2-40B4-BE49-F238E27FC236}">
                <a16:creationId xmlns:a16="http://schemas.microsoft.com/office/drawing/2014/main" id="{0A64F31D-106C-727C-6B54-8AA27F610992}"/>
              </a:ext>
            </a:extLst>
          </p:cNvPr>
          <p:cNvGrpSpPr/>
          <p:nvPr/>
        </p:nvGrpSpPr>
        <p:grpSpPr>
          <a:xfrm>
            <a:off x="2997173" y="5518051"/>
            <a:ext cx="893451" cy="852645"/>
            <a:chOff x="1202049" y="2073910"/>
            <a:chExt cx="893451" cy="852645"/>
          </a:xfrm>
          <a:solidFill>
            <a:schemeClr val="bg1"/>
          </a:solidFill>
        </p:grpSpPr>
        <p:sp>
          <p:nvSpPr>
            <p:cNvPr id="99" name="Rektangel 98">
              <a:extLst>
                <a:ext uri="{FF2B5EF4-FFF2-40B4-BE49-F238E27FC236}">
                  <a16:creationId xmlns:a16="http://schemas.microsoft.com/office/drawing/2014/main" id="{1C06EDFE-56E5-0FD2-9BA8-4AD151F8AAB3}"/>
                </a:ext>
              </a:extLst>
            </p:cNvPr>
            <p:cNvSpPr/>
            <p:nvPr/>
          </p:nvSpPr>
          <p:spPr>
            <a:xfrm>
              <a:off x="1211580" y="2073910"/>
              <a:ext cx="883920" cy="846295"/>
            </a:xfrm>
            <a:prstGeom prst="rect">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cxnSp>
          <p:nvCxnSpPr>
            <p:cNvPr id="100" name="Rak koppling 99">
              <a:extLst>
                <a:ext uri="{FF2B5EF4-FFF2-40B4-BE49-F238E27FC236}">
                  <a16:creationId xmlns:a16="http://schemas.microsoft.com/office/drawing/2014/main" id="{5028EC55-67D2-8F57-C078-9571061B9912}"/>
                </a:ext>
              </a:extLst>
            </p:cNvPr>
            <p:cNvCxnSpPr>
              <a:cxnSpLocks/>
            </p:cNvCxnSpPr>
            <p:nvPr/>
          </p:nvCxnSpPr>
          <p:spPr>
            <a:xfrm flipV="1">
              <a:off x="1512091" y="2080260"/>
              <a:ext cx="0" cy="846295"/>
            </a:xfrm>
            <a:prstGeom prst="line">
              <a:avLst/>
            </a:prstGeom>
            <a:grpFill/>
            <a:ln>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01" name="Rak koppling 100">
              <a:extLst>
                <a:ext uri="{FF2B5EF4-FFF2-40B4-BE49-F238E27FC236}">
                  <a16:creationId xmlns:a16="http://schemas.microsoft.com/office/drawing/2014/main" id="{BF1861B1-39DF-20C7-0CA4-AA88A9F4205E}"/>
                </a:ext>
              </a:extLst>
            </p:cNvPr>
            <p:cNvCxnSpPr>
              <a:cxnSpLocks/>
            </p:cNvCxnSpPr>
            <p:nvPr/>
          </p:nvCxnSpPr>
          <p:spPr>
            <a:xfrm flipV="1">
              <a:off x="1809751" y="2080260"/>
              <a:ext cx="0" cy="846295"/>
            </a:xfrm>
            <a:prstGeom prst="line">
              <a:avLst/>
            </a:prstGeom>
            <a:grpFill/>
            <a:ln>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02" name="Rak koppling 101">
              <a:extLst>
                <a:ext uri="{FF2B5EF4-FFF2-40B4-BE49-F238E27FC236}">
                  <a16:creationId xmlns:a16="http://schemas.microsoft.com/office/drawing/2014/main" id="{77BB4E2B-529C-6972-25D9-E6C0ADA52D04}"/>
                </a:ext>
              </a:extLst>
            </p:cNvPr>
            <p:cNvCxnSpPr>
              <a:cxnSpLocks/>
            </p:cNvCxnSpPr>
            <p:nvPr/>
          </p:nvCxnSpPr>
          <p:spPr>
            <a:xfrm flipH="1">
              <a:off x="1213958" y="2375531"/>
              <a:ext cx="881542" cy="0"/>
            </a:xfrm>
            <a:prstGeom prst="line">
              <a:avLst/>
            </a:prstGeom>
            <a:grpFill/>
            <a:ln>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03" name="Rak koppling 102">
              <a:extLst>
                <a:ext uri="{FF2B5EF4-FFF2-40B4-BE49-F238E27FC236}">
                  <a16:creationId xmlns:a16="http://schemas.microsoft.com/office/drawing/2014/main" id="{82ADE33D-5CC1-8B48-636E-4F5A978073CF}"/>
                </a:ext>
              </a:extLst>
            </p:cNvPr>
            <p:cNvCxnSpPr>
              <a:cxnSpLocks/>
            </p:cNvCxnSpPr>
            <p:nvPr/>
          </p:nvCxnSpPr>
          <p:spPr>
            <a:xfrm flipH="1">
              <a:off x="1202049" y="2646993"/>
              <a:ext cx="881542" cy="0"/>
            </a:xfrm>
            <a:prstGeom prst="line">
              <a:avLst/>
            </a:prstGeom>
            <a:grpFill/>
            <a:ln>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grpSp>
      <p:sp>
        <p:nvSpPr>
          <p:cNvPr id="104" name="Ellips 103">
            <a:extLst>
              <a:ext uri="{FF2B5EF4-FFF2-40B4-BE49-F238E27FC236}">
                <a16:creationId xmlns:a16="http://schemas.microsoft.com/office/drawing/2014/main" id="{CAD0D870-7727-29E8-3921-1B6359D454D0}"/>
              </a:ext>
            </a:extLst>
          </p:cNvPr>
          <p:cNvSpPr/>
          <p:nvPr/>
        </p:nvSpPr>
        <p:spPr>
          <a:xfrm>
            <a:off x="3617917" y="5555750"/>
            <a:ext cx="260798" cy="226223"/>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grpSp>
        <p:nvGrpSpPr>
          <p:cNvPr id="105" name="Grupp 104">
            <a:extLst>
              <a:ext uri="{FF2B5EF4-FFF2-40B4-BE49-F238E27FC236}">
                <a16:creationId xmlns:a16="http://schemas.microsoft.com/office/drawing/2014/main" id="{8283C858-D1B1-C60B-F9C0-AC99966E3DC1}"/>
              </a:ext>
            </a:extLst>
          </p:cNvPr>
          <p:cNvGrpSpPr/>
          <p:nvPr/>
        </p:nvGrpSpPr>
        <p:grpSpPr>
          <a:xfrm>
            <a:off x="3326272" y="5560050"/>
            <a:ext cx="245995" cy="228734"/>
            <a:chOff x="3995411" y="5766247"/>
            <a:chExt cx="245995" cy="228734"/>
          </a:xfrm>
        </p:grpSpPr>
        <p:cxnSp>
          <p:nvCxnSpPr>
            <p:cNvPr id="106" name="Rak koppling 105">
              <a:extLst>
                <a:ext uri="{FF2B5EF4-FFF2-40B4-BE49-F238E27FC236}">
                  <a16:creationId xmlns:a16="http://schemas.microsoft.com/office/drawing/2014/main" id="{701B5116-AC52-EDEB-1423-473DD3EFFBC8}"/>
                </a:ext>
              </a:extLst>
            </p:cNvPr>
            <p:cNvCxnSpPr>
              <a:cxnSpLocks/>
            </p:cNvCxnSpPr>
            <p:nvPr/>
          </p:nvCxnSpPr>
          <p:spPr>
            <a:xfrm flipV="1">
              <a:off x="3998484" y="5766247"/>
              <a:ext cx="242922" cy="22873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7" name="Rak koppling 106">
              <a:extLst>
                <a:ext uri="{FF2B5EF4-FFF2-40B4-BE49-F238E27FC236}">
                  <a16:creationId xmlns:a16="http://schemas.microsoft.com/office/drawing/2014/main" id="{2C8396B2-2A0E-8398-2D24-2250AC355D5C}"/>
                </a:ext>
              </a:extLst>
            </p:cNvPr>
            <p:cNvCxnSpPr>
              <a:cxnSpLocks/>
            </p:cNvCxnSpPr>
            <p:nvPr/>
          </p:nvCxnSpPr>
          <p:spPr>
            <a:xfrm flipH="1" flipV="1">
              <a:off x="3995411" y="5768950"/>
              <a:ext cx="238685" cy="22603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08" name="Grupp 107">
            <a:extLst>
              <a:ext uri="{FF2B5EF4-FFF2-40B4-BE49-F238E27FC236}">
                <a16:creationId xmlns:a16="http://schemas.microsoft.com/office/drawing/2014/main" id="{7B58F8C4-2D9C-DC9A-5985-B3C311AAEA0C}"/>
              </a:ext>
            </a:extLst>
          </p:cNvPr>
          <p:cNvGrpSpPr/>
          <p:nvPr/>
        </p:nvGrpSpPr>
        <p:grpSpPr>
          <a:xfrm>
            <a:off x="3333048" y="5841036"/>
            <a:ext cx="245995" cy="228734"/>
            <a:chOff x="3995411" y="5766247"/>
            <a:chExt cx="245995" cy="228734"/>
          </a:xfrm>
        </p:grpSpPr>
        <p:cxnSp>
          <p:nvCxnSpPr>
            <p:cNvPr id="109" name="Rak koppling 108">
              <a:extLst>
                <a:ext uri="{FF2B5EF4-FFF2-40B4-BE49-F238E27FC236}">
                  <a16:creationId xmlns:a16="http://schemas.microsoft.com/office/drawing/2014/main" id="{D198277A-A5D9-25E6-4D1C-3AE2AE17555D}"/>
                </a:ext>
              </a:extLst>
            </p:cNvPr>
            <p:cNvCxnSpPr>
              <a:cxnSpLocks/>
            </p:cNvCxnSpPr>
            <p:nvPr/>
          </p:nvCxnSpPr>
          <p:spPr>
            <a:xfrm flipV="1">
              <a:off x="3998484" y="5766247"/>
              <a:ext cx="242922" cy="22873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0" name="Rak koppling 109">
              <a:extLst>
                <a:ext uri="{FF2B5EF4-FFF2-40B4-BE49-F238E27FC236}">
                  <a16:creationId xmlns:a16="http://schemas.microsoft.com/office/drawing/2014/main" id="{C9B995B8-188B-2ADD-FD13-7F3C3111D098}"/>
                </a:ext>
              </a:extLst>
            </p:cNvPr>
            <p:cNvCxnSpPr>
              <a:cxnSpLocks/>
            </p:cNvCxnSpPr>
            <p:nvPr/>
          </p:nvCxnSpPr>
          <p:spPr>
            <a:xfrm flipH="1" flipV="1">
              <a:off x="3995411" y="5768950"/>
              <a:ext cx="238685" cy="22603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11" name="Grupp 110">
            <a:extLst>
              <a:ext uri="{FF2B5EF4-FFF2-40B4-BE49-F238E27FC236}">
                <a16:creationId xmlns:a16="http://schemas.microsoft.com/office/drawing/2014/main" id="{17DA290E-C801-6969-2902-24DD15BF120D}"/>
              </a:ext>
            </a:extLst>
          </p:cNvPr>
          <p:cNvGrpSpPr/>
          <p:nvPr/>
        </p:nvGrpSpPr>
        <p:grpSpPr>
          <a:xfrm>
            <a:off x="3039091" y="6112499"/>
            <a:ext cx="245995" cy="228734"/>
            <a:chOff x="3995411" y="5766247"/>
            <a:chExt cx="245995" cy="228734"/>
          </a:xfrm>
        </p:grpSpPr>
        <p:cxnSp>
          <p:nvCxnSpPr>
            <p:cNvPr id="112" name="Rak koppling 111">
              <a:extLst>
                <a:ext uri="{FF2B5EF4-FFF2-40B4-BE49-F238E27FC236}">
                  <a16:creationId xmlns:a16="http://schemas.microsoft.com/office/drawing/2014/main" id="{DFCB408D-0AEB-C935-5A00-AE2781900292}"/>
                </a:ext>
              </a:extLst>
            </p:cNvPr>
            <p:cNvCxnSpPr>
              <a:cxnSpLocks/>
            </p:cNvCxnSpPr>
            <p:nvPr/>
          </p:nvCxnSpPr>
          <p:spPr>
            <a:xfrm flipV="1">
              <a:off x="3998484" y="5766247"/>
              <a:ext cx="242922" cy="22873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3" name="Rak koppling 112">
              <a:extLst>
                <a:ext uri="{FF2B5EF4-FFF2-40B4-BE49-F238E27FC236}">
                  <a16:creationId xmlns:a16="http://schemas.microsoft.com/office/drawing/2014/main" id="{F9A655E9-FB9E-B710-D36B-866E422B7DC8}"/>
                </a:ext>
              </a:extLst>
            </p:cNvPr>
            <p:cNvCxnSpPr>
              <a:cxnSpLocks/>
            </p:cNvCxnSpPr>
            <p:nvPr/>
          </p:nvCxnSpPr>
          <p:spPr>
            <a:xfrm flipH="1" flipV="1">
              <a:off x="3995411" y="5768950"/>
              <a:ext cx="238685" cy="22603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14" name="Ellips 113">
            <a:extLst>
              <a:ext uri="{FF2B5EF4-FFF2-40B4-BE49-F238E27FC236}">
                <a16:creationId xmlns:a16="http://schemas.microsoft.com/office/drawing/2014/main" id="{24E88511-054E-75C3-3159-C4404007F04B}"/>
              </a:ext>
            </a:extLst>
          </p:cNvPr>
          <p:cNvSpPr/>
          <p:nvPr/>
        </p:nvSpPr>
        <p:spPr>
          <a:xfrm>
            <a:off x="3027987" y="5840844"/>
            <a:ext cx="260798" cy="226223"/>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15" name="Ellips 114">
            <a:extLst>
              <a:ext uri="{FF2B5EF4-FFF2-40B4-BE49-F238E27FC236}">
                <a16:creationId xmlns:a16="http://schemas.microsoft.com/office/drawing/2014/main" id="{4D6279B3-9296-1C04-FA94-FDF468BBF272}"/>
              </a:ext>
            </a:extLst>
          </p:cNvPr>
          <p:cNvSpPr/>
          <p:nvPr/>
        </p:nvSpPr>
        <p:spPr>
          <a:xfrm>
            <a:off x="3617917" y="6112499"/>
            <a:ext cx="260798" cy="226223"/>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grpSp>
        <p:nvGrpSpPr>
          <p:cNvPr id="116" name="Grupp 115">
            <a:extLst>
              <a:ext uri="{FF2B5EF4-FFF2-40B4-BE49-F238E27FC236}">
                <a16:creationId xmlns:a16="http://schemas.microsoft.com/office/drawing/2014/main" id="{55A80819-D4FF-FF16-1473-3A98A1272CD8}"/>
              </a:ext>
            </a:extLst>
          </p:cNvPr>
          <p:cNvGrpSpPr/>
          <p:nvPr/>
        </p:nvGrpSpPr>
        <p:grpSpPr>
          <a:xfrm>
            <a:off x="3623397" y="5842510"/>
            <a:ext cx="245995" cy="228734"/>
            <a:chOff x="3995411" y="5766247"/>
            <a:chExt cx="245995" cy="228734"/>
          </a:xfrm>
        </p:grpSpPr>
        <p:cxnSp>
          <p:nvCxnSpPr>
            <p:cNvPr id="117" name="Rak koppling 116">
              <a:extLst>
                <a:ext uri="{FF2B5EF4-FFF2-40B4-BE49-F238E27FC236}">
                  <a16:creationId xmlns:a16="http://schemas.microsoft.com/office/drawing/2014/main" id="{B54A46D2-A363-498C-CBEB-595387E8DBBF}"/>
                </a:ext>
              </a:extLst>
            </p:cNvPr>
            <p:cNvCxnSpPr>
              <a:cxnSpLocks/>
            </p:cNvCxnSpPr>
            <p:nvPr/>
          </p:nvCxnSpPr>
          <p:spPr>
            <a:xfrm flipV="1">
              <a:off x="3998484" y="5766247"/>
              <a:ext cx="242922" cy="22873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8" name="Rak koppling 117">
              <a:extLst>
                <a:ext uri="{FF2B5EF4-FFF2-40B4-BE49-F238E27FC236}">
                  <a16:creationId xmlns:a16="http://schemas.microsoft.com/office/drawing/2014/main" id="{E11D3E36-3E76-61AF-4E40-A94CE8B85969}"/>
                </a:ext>
              </a:extLst>
            </p:cNvPr>
            <p:cNvCxnSpPr>
              <a:cxnSpLocks/>
            </p:cNvCxnSpPr>
            <p:nvPr/>
          </p:nvCxnSpPr>
          <p:spPr>
            <a:xfrm flipH="1" flipV="1">
              <a:off x="3995411" y="5768950"/>
              <a:ext cx="238685" cy="22603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20" name="Grupp 119">
            <a:extLst>
              <a:ext uri="{FF2B5EF4-FFF2-40B4-BE49-F238E27FC236}">
                <a16:creationId xmlns:a16="http://schemas.microsoft.com/office/drawing/2014/main" id="{DA644BE9-300D-844D-DAD4-DF518A08B73E}"/>
              </a:ext>
            </a:extLst>
          </p:cNvPr>
          <p:cNvGrpSpPr/>
          <p:nvPr/>
        </p:nvGrpSpPr>
        <p:grpSpPr>
          <a:xfrm>
            <a:off x="1845386" y="6101943"/>
            <a:ext cx="245995" cy="228734"/>
            <a:chOff x="3995411" y="5766247"/>
            <a:chExt cx="245995" cy="228734"/>
          </a:xfrm>
        </p:grpSpPr>
        <p:cxnSp>
          <p:nvCxnSpPr>
            <p:cNvPr id="121" name="Rak koppling 120">
              <a:extLst>
                <a:ext uri="{FF2B5EF4-FFF2-40B4-BE49-F238E27FC236}">
                  <a16:creationId xmlns:a16="http://schemas.microsoft.com/office/drawing/2014/main" id="{AABB3448-C80A-E8C7-AA22-7E36CDB950C2}"/>
                </a:ext>
              </a:extLst>
            </p:cNvPr>
            <p:cNvCxnSpPr>
              <a:cxnSpLocks/>
            </p:cNvCxnSpPr>
            <p:nvPr/>
          </p:nvCxnSpPr>
          <p:spPr>
            <a:xfrm flipV="1">
              <a:off x="3998484" y="5766247"/>
              <a:ext cx="242922" cy="228734"/>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22" name="Rak koppling 121">
              <a:extLst>
                <a:ext uri="{FF2B5EF4-FFF2-40B4-BE49-F238E27FC236}">
                  <a16:creationId xmlns:a16="http://schemas.microsoft.com/office/drawing/2014/main" id="{D4EC51E9-DDF8-C868-4CD8-987663F09AE9}"/>
                </a:ext>
              </a:extLst>
            </p:cNvPr>
            <p:cNvCxnSpPr>
              <a:cxnSpLocks/>
            </p:cNvCxnSpPr>
            <p:nvPr/>
          </p:nvCxnSpPr>
          <p:spPr>
            <a:xfrm flipH="1" flipV="1">
              <a:off x="3995411" y="5768950"/>
              <a:ext cx="238685" cy="226031"/>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grpSp>
      <p:sp>
        <p:nvSpPr>
          <p:cNvPr id="123" name="Rektangel 122">
            <a:extLst>
              <a:ext uri="{FF2B5EF4-FFF2-40B4-BE49-F238E27FC236}">
                <a16:creationId xmlns:a16="http://schemas.microsoft.com/office/drawing/2014/main" id="{23D0156A-D7E7-513D-59EA-08188C5F2D37}"/>
              </a:ext>
            </a:extLst>
          </p:cNvPr>
          <p:cNvSpPr/>
          <p:nvPr/>
        </p:nvSpPr>
        <p:spPr>
          <a:xfrm>
            <a:off x="1792892" y="5485927"/>
            <a:ext cx="328343" cy="930463"/>
          </a:xfrm>
          <a:prstGeom prst="rect">
            <a:avLst/>
          </a:prstGeom>
          <a:solidFill>
            <a:srgbClr val="4DFC24">
              <a:alpha val="45000"/>
            </a:srgbClr>
          </a:solid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solidFill>
                <a:schemeClr val="lt1">
                  <a:alpha val="0"/>
                </a:schemeClr>
              </a:solidFill>
            </a:endParaRPr>
          </a:p>
        </p:txBody>
      </p:sp>
      <p:sp>
        <p:nvSpPr>
          <p:cNvPr id="124" name="Ellips 123">
            <a:extLst>
              <a:ext uri="{FF2B5EF4-FFF2-40B4-BE49-F238E27FC236}">
                <a16:creationId xmlns:a16="http://schemas.microsoft.com/office/drawing/2014/main" id="{DC9C316C-1FA8-4D13-F872-A372052C4AD3}"/>
              </a:ext>
            </a:extLst>
          </p:cNvPr>
          <p:cNvSpPr/>
          <p:nvPr/>
        </p:nvSpPr>
        <p:spPr>
          <a:xfrm>
            <a:off x="3315837" y="6112499"/>
            <a:ext cx="260798" cy="226223"/>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grpSp>
        <p:nvGrpSpPr>
          <p:cNvPr id="126" name="Grupp 125">
            <a:extLst>
              <a:ext uri="{FF2B5EF4-FFF2-40B4-BE49-F238E27FC236}">
                <a16:creationId xmlns:a16="http://schemas.microsoft.com/office/drawing/2014/main" id="{A0C6208C-B1F5-1B51-8EB9-106BA2D2FDD6}"/>
              </a:ext>
            </a:extLst>
          </p:cNvPr>
          <p:cNvGrpSpPr/>
          <p:nvPr/>
        </p:nvGrpSpPr>
        <p:grpSpPr>
          <a:xfrm>
            <a:off x="3032980" y="5551840"/>
            <a:ext cx="245995" cy="228734"/>
            <a:chOff x="3995411" y="5766247"/>
            <a:chExt cx="245995" cy="228734"/>
          </a:xfrm>
        </p:grpSpPr>
        <p:cxnSp>
          <p:nvCxnSpPr>
            <p:cNvPr id="127" name="Rak koppling 126">
              <a:extLst>
                <a:ext uri="{FF2B5EF4-FFF2-40B4-BE49-F238E27FC236}">
                  <a16:creationId xmlns:a16="http://schemas.microsoft.com/office/drawing/2014/main" id="{D827C462-4F68-4A0F-8EAB-076EA3AFD497}"/>
                </a:ext>
              </a:extLst>
            </p:cNvPr>
            <p:cNvCxnSpPr>
              <a:cxnSpLocks/>
            </p:cNvCxnSpPr>
            <p:nvPr/>
          </p:nvCxnSpPr>
          <p:spPr>
            <a:xfrm flipV="1">
              <a:off x="3998484" y="5766247"/>
              <a:ext cx="242922" cy="228734"/>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28" name="Rak koppling 127">
              <a:extLst>
                <a:ext uri="{FF2B5EF4-FFF2-40B4-BE49-F238E27FC236}">
                  <a16:creationId xmlns:a16="http://schemas.microsoft.com/office/drawing/2014/main" id="{4A19F43D-B5EF-604E-4DF8-0C66B5F81652}"/>
                </a:ext>
              </a:extLst>
            </p:cNvPr>
            <p:cNvCxnSpPr>
              <a:cxnSpLocks/>
            </p:cNvCxnSpPr>
            <p:nvPr/>
          </p:nvCxnSpPr>
          <p:spPr>
            <a:xfrm flipH="1" flipV="1">
              <a:off x="3995411" y="5768950"/>
              <a:ext cx="238685" cy="226031"/>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grpSp>
      <p:grpSp>
        <p:nvGrpSpPr>
          <p:cNvPr id="125" name="Grupp 124">
            <a:extLst>
              <a:ext uri="{FF2B5EF4-FFF2-40B4-BE49-F238E27FC236}">
                <a16:creationId xmlns:a16="http://schemas.microsoft.com/office/drawing/2014/main" id="{73E7B0B1-783A-4616-4B97-9302360B7414}"/>
              </a:ext>
            </a:extLst>
          </p:cNvPr>
          <p:cNvGrpSpPr/>
          <p:nvPr/>
        </p:nvGrpSpPr>
        <p:grpSpPr>
          <a:xfrm>
            <a:off x="5536643" y="447871"/>
            <a:ext cx="1313737" cy="1308539"/>
            <a:chOff x="1202049" y="2073910"/>
            <a:chExt cx="893451" cy="852645"/>
          </a:xfrm>
          <a:solidFill>
            <a:schemeClr val="bg1"/>
          </a:solidFill>
        </p:grpSpPr>
        <p:sp>
          <p:nvSpPr>
            <p:cNvPr id="134" name="Rektangel 133">
              <a:extLst>
                <a:ext uri="{FF2B5EF4-FFF2-40B4-BE49-F238E27FC236}">
                  <a16:creationId xmlns:a16="http://schemas.microsoft.com/office/drawing/2014/main" id="{5ECF4C4D-BFAC-0265-8841-3A08BA26A4C5}"/>
                </a:ext>
              </a:extLst>
            </p:cNvPr>
            <p:cNvSpPr/>
            <p:nvPr/>
          </p:nvSpPr>
          <p:spPr>
            <a:xfrm>
              <a:off x="1211580" y="2073910"/>
              <a:ext cx="883920" cy="846295"/>
            </a:xfrm>
            <a:prstGeom prst="rect">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cxnSp>
          <p:nvCxnSpPr>
            <p:cNvPr id="135" name="Rak koppling 134">
              <a:extLst>
                <a:ext uri="{FF2B5EF4-FFF2-40B4-BE49-F238E27FC236}">
                  <a16:creationId xmlns:a16="http://schemas.microsoft.com/office/drawing/2014/main" id="{017778EA-A5F6-7E7D-01A8-EE8598EAC7F3}"/>
                </a:ext>
              </a:extLst>
            </p:cNvPr>
            <p:cNvCxnSpPr>
              <a:cxnSpLocks/>
            </p:cNvCxnSpPr>
            <p:nvPr/>
          </p:nvCxnSpPr>
          <p:spPr>
            <a:xfrm flipV="1">
              <a:off x="1512091" y="2080260"/>
              <a:ext cx="0" cy="846295"/>
            </a:xfrm>
            <a:prstGeom prst="line">
              <a:avLst/>
            </a:prstGeom>
            <a:grpFill/>
            <a:ln>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6" name="Rak koppling 135">
              <a:extLst>
                <a:ext uri="{FF2B5EF4-FFF2-40B4-BE49-F238E27FC236}">
                  <a16:creationId xmlns:a16="http://schemas.microsoft.com/office/drawing/2014/main" id="{DF71BCB0-F885-6AE3-8E1F-9D11FFF5B049}"/>
                </a:ext>
              </a:extLst>
            </p:cNvPr>
            <p:cNvCxnSpPr>
              <a:cxnSpLocks/>
            </p:cNvCxnSpPr>
            <p:nvPr/>
          </p:nvCxnSpPr>
          <p:spPr>
            <a:xfrm flipV="1">
              <a:off x="1809751" y="2080260"/>
              <a:ext cx="0" cy="846295"/>
            </a:xfrm>
            <a:prstGeom prst="line">
              <a:avLst/>
            </a:prstGeom>
            <a:grpFill/>
            <a:ln>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7" name="Rak koppling 136">
              <a:extLst>
                <a:ext uri="{FF2B5EF4-FFF2-40B4-BE49-F238E27FC236}">
                  <a16:creationId xmlns:a16="http://schemas.microsoft.com/office/drawing/2014/main" id="{593BCB1B-9268-CA9F-62BD-AB91B812B1F2}"/>
                </a:ext>
              </a:extLst>
            </p:cNvPr>
            <p:cNvCxnSpPr>
              <a:cxnSpLocks/>
            </p:cNvCxnSpPr>
            <p:nvPr/>
          </p:nvCxnSpPr>
          <p:spPr>
            <a:xfrm flipH="1">
              <a:off x="1213958" y="2375531"/>
              <a:ext cx="881542" cy="0"/>
            </a:xfrm>
            <a:prstGeom prst="line">
              <a:avLst/>
            </a:prstGeom>
            <a:grpFill/>
            <a:ln>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8" name="Rak koppling 137">
              <a:extLst>
                <a:ext uri="{FF2B5EF4-FFF2-40B4-BE49-F238E27FC236}">
                  <a16:creationId xmlns:a16="http://schemas.microsoft.com/office/drawing/2014/main" id="{DC0F3B21-E063-1D32-E850-EBDC0BEAEE8B}"/>
                </a:ext>
              </a:extLst>
            </p:cNvPr>
            <p:cNvCxnSpPr>
              <a:cxnSpLocks/>
            </p:cNvCxnSpPr>
            <p:nvPr/>
          </p:nvCxnSpPr>
          <p:spPr>
            <a:xfrm flipH="1">
              <a:off x="1202049" y="2646993"/>
              <a:ext cx="881542" cy="0"/>
            </a:xfrm>
            <a:prstGeom prst="line">
              <a:avLst/>
            </a:prstGeom>
            <a:grpFill/>
            <a:ln>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grpSp>
      <p:grpSp>
        <p:nvGrpSpPr>
          <p:cNvPr id="154" name="Grupp 153">
            <a:extLst>
              <a:ext uri="{FF2B5EF4-FFF2-40B4-BE49-F238E27FC236}">
                <a16:creationId xmlns:a16="http://schemas.microsoft.com/office/drawing/2014/main" id="{32A12E6E-E4DE-DDC5-C2A4-57B28C13978E}"/>
              </a:ext>
            </a:extLst>
          </p:cNvPr>
          <p:cNvGrpSpPr/>
          <p:nvPr/>
        </p:nvGrpSpPr>
        <p:grpSpPr>
          <a:xfrm>
            <a:off x="6014615" y="501077"/>
            <a:ext cx="375999" cy="356481"/>
            <a:chOff x="3995411" y="5766247"/>
            <a:chExt cx="245995" cy="228734"/>
          </a:xfrm>
        </p:grpSpPr>
        <p:cxnSp>
          <p:nvCxnSpPr>
            <p:cNvPr id="155" name="Rak koppling 154">
              <a:extLst>
                <a:ext uri="{FF2B5EF4-FFF2-40B4-BE49-F238E27FC236}">
                  <a16:creationId xmlns:a16="http://schemas.microsoft.com/office/drawing/2014/main" id="{A78B069C-2178-CB71-3D83-E254B3AD7641}"/>
                </a:ext>
              </a:extLst>
            </p:cNvPr>
            <p:cNvCxnSpPr>
              <a:cxnSpLocks/>
            </p:cNvCxnSpPr>
            <p:nvPr/>
          </p:nvCxnSpPr>
          <p:spPr>
            <a:xfrm flipV="1">
              <a:off x="3998484" y="5766247"/>
              <a:ext cx="242922" cy="22873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6" name="Rak koppling 155">
              <a:extLst>
                <a:ext uri="{FF2B5EF4-FFF2-40B4-BE49-F238E27FC236}">
                  <a16:creationId xmlns:a16="http://schemas.microsoft.com/office/drawing/2014/main" id="{15ED5477-5CDF-D41B-80A1-2C21AA220444}"/>
                </a:ext>
              </a:extLst>
            </p:cNvPr>
            <p:cNvCxnSpPr>
              <a:cxnSpLocks/>
            </p:cNvCxnSpPr>
            <p:nvPr/>
          </p:nvCxnSpPr>
          <p:spPr>
            <a:xfrm flipH="1" flipV="1">
              <a:off x="3995411" y="5768950"/>
              <a:ext cx="238685" cy="22603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57" name="Grupp 156">
            <a:extLst>
              <a:ext uri="{FF2B5EF4-FFF2-40B4-BE49-F238E27FC236}">
                <a16:creationId xmlns:a16="http://schemas.microsoft.com/office/drawing/2014/main" id="{A5A71AAE-1C28-C09E-BF63-C02C61CD4ACD}"/>
              </a:ext>
            </a:extLst>
          </p:cNvPr>
          <p:cNvGrpSpPr/>
          <p:nvPr/>
        </p:nvGrpSpPr>
        <p:grpSpPr>
          <a:xfrm>
            <a:off x="6014615" y="938866"/>
            <a:ext cx="375999" cy="356481"/>
            <a:chOff x="3995411" y="5766247"/>
            <a:chExt cx="245995" cy="228734"/>
          </a:xfrm>
        </p:grpSpPr>
        <p:cxnSp>
          <p:nvCxnSpPr>
            <p:cNvPr id="158" name="Rak koppling 157">
              <a:extLst>
                <a:ext uri="{FF2B5EF4-FFF2-40B4-BE49-F238E27FC236}">
                  <a16:creationId xmlns:a16="http://schemas.microsoft.com/office/drawing/2014/main" id="{D00FDEAB-C9A5-B9D9-0A80-326DF908F02C}"/>
                </a:ext>
              </a:extLst>
            </p:cNvPr>
            <p:cNvCxnSpPr>
              <a:cxnSpLocks/>
            </p:cNvCxnSpPr>
            <p:nvPr/>
          </p:nvCxnSpPr>
          <p:spPr>
            <a:xfrm flipV="1">
              <a:off x="3998484" y="5766247"/>
              <a:ext cx="242922" cy="22873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9" name="Rak koppling 158">
              <a:extLst>
                <a:ext uri="{FF2B5EF4-FFF2-40B4-BE49-F238E27FC236}">
                  <a16:creationId xmlns:a16="http://schemas.microsoft.com/office/drawing/2014/main" id="{F32E3F8C-E65D-97E5-EBAC-E1F3692FB39B}"/>
                </a:ext>
              </a:extLst>
            </p:cNvPr>
            <p:cNvCxnSpPr>
              <a:cxnSpLocks/>
            </p:cNvCxnSpPr>
            <p:nvPr/>
          </p:nvCxnSpPr>
          <p:spPr>
            <a:xfrm flipH="1" flipV="1">
              <a:off x="3995411" y="5768950"/>
              <a:ext cx="238685" cy="22603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60" name="Grupp 159">
            <a:extLst>
              <a:ext uri="{FF2B5EF4-FFF2-40B4-BE49-F238E27FC236}">
                <a16:creationId xmlns:a16="http://schemas.microsoft.com/office/drawing/2014/main" id="{86BE3B8F-8228-531C-0F19-59CBD4F564B9}"/>
              </a:ext>
            </a:extLst>
          </p:cNvPr>
          <p:cNvGrpSpPr/>
          <p:nvPr/>
        </p:nvGrpSpPr>
        <p:grpSpPr>
          <a:xfrm>
            <a:off x="5587186" y="1346320"/>
            <a:ext cx="375999" cy="356481"/>
            <a:chOff x="3995411" y="5766247"/>
            <a:chExt cx="245995" cy="228734"/>
          </a:xfrm>
        </p:grpSpPr>
        <p:cxnSp>
          <p:nvCxnSpPr>
            <p:cNvPr id="161" name="Rak koppling 160">
              <a:extLst>
                <a:ext uri="{FF2B5EF4-FFF2-40B4-BE49-F238E27FC236}">
                  <a16:creationId xmlns:a16="http://schemas.microsoft.com/office/drawing/2014/main" id="{DE3F48BD-445E-C817-D07A-1F8B27DA24F9}"/>
                </a:ext>
              </a:extLst>
            </p:cNvPr>
            <p:cNvCxnSpPr>
              <a:cxnSpLocks/>
            </p:cNvCxnSpPr>
            <p:nvPr/>
          </p:nvCxnSpPr>
          <p:spPr>
            <a:xfrm flipV="1">
              <a:off x="3998484" y="5766247"/>
              <a:ext cx="242922" cy="22873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2" name="Rak koppling 161">
              <a:extLst>
                <a:ext uri="{FF2B5EF4-FFF2-40B4-BE49-F238E27FC236}">
                  <a16:creationId xmlns:a16="http://schemas.microsoft.com/office/drawing/2014/main" id="{A1629B41-4308-DB0F-82E2-169E5877B76D}"/>
                </a:ext>
              </a:extLst>
            </p:cNvPr>
            <p:cNvCxnSpPr>
              <a:cxnSpLocks/>
            </p:cNvCxnSpPr>
            <p:nvPr/>
          </p:nvCxnSpPr>
          <p:spPr>
            <a:xfrm flipH="1" flipV="1">
              <a:off x="3995411" y="5768950"/>
              <a:ext cx="238685" cy="22603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63" name="Ellips 162">
            <a:extLst>
              <a:ext uri="{FF2B5EF4-FFF2-40B4-BE49-F238E27FC236}">
                <a16:creationId xmlns:a16="http://schemas.microsoft.com/office/drawing/2014/main" id="{B6B2AEAE-587E-3B8F-4A03-D71ADDDB97DD}"/>
              </a:ext>
            </a:extLst>
          </p:cNvPr>
          <p:cNvSpPr/>
          <p:nvPr/>
        </p:nvSpPr>
        <p:spPr>
          <a:xfrm>
            <a:off x="5580660" y="956349"/>
            <a:ext cx="371343" cy="339263"/>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64" name="Ellips 163">
            <a:extLst>
              <a:ext uri="{FF2B5EF4-FFF2-40B4-BE49-F238E27FC236}">
                <a16:creationId xmlns:a16="http://schemas.microsoft.com/office/drawing/2014/main" id="{89FE90BA-A8D4-CB0C-3138-82D76C114457}"/>
              </a:ext>
            </a:extLst>
          </p:cNvPr>
          <p:cNvSpPr/>
          <p:nvPr/>
        </p:nvSpPr>
        <p:spPr>
          <a:xfrm>
            <a:off x="6453399" y="510675"/>
            <a:ext cx="371343" cy="339263"/>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65" name="Ellips 164">
            <a:extLst>
              <a:ext uri="{FF2B5EF4-FFF2-40B4-BE49-F238E27FC236}">
                <a16:creationId xmlns:a16="http://schemas.microsoft.com/office/drawing/2014/main" id="{61B23254-A0AF-54D0-5AB7-F23A8432BF8B}"/>
              </a:ext>
            </a:extLst>
          </p:cNvPr>
          <p:cNvSpPr/>
          <p:nvPr/>
        </p:nvSpPr>
        <p:spPr>
          <a:xfrm>
            <a:off x="6452187" y="1354164"/>
            <a:ext cx="371343" cy="339263"/>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cxnSp>
        <p:nvCxnSpPr>
          <p:cNvPr id="166" name="Rak pilkoppling 165">
            <a:extLst>
              <a:ext uri="{FF2B5EF4-FFF2-40B4-BE49-F238E27FC236}">
                <a16:creationId xmlns:a16="http://schemas.microsoft.com/office/drawing/2014/main" id="{503F7E66-4AE3-252D-0DAC-B78BBBCFEED1}"/>
              </a:ext>
            </a:extLst>
          </p:cNvPr>
          <p:cNvCxnSpPr>
            <a:cxnSpLocks/>
          </p:cNvCxnSpPr>
          <p:nvPr/>
        </p:nvCxnSpPr>
        <p:spPr>
          <a:xfrm flipH="1">
            <a:off x="3437944" y="1874520"/>
            <a:ext cx="1682696" cy="702503"/>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69" name="Rak pilkoppling 168">
            <a:extLst>
              <a:ext uri="{FF2B5EF4-FFF2-40B4-BE49-F238E27FC236}">
                <a16:creationId xmlns:a16="http://schemas.microsoft.com/office/drawing/2014/main" id="{A96387DA-643E-43CF-0BF8-C734FF986142}"/>
              </a:ext>
            </a:extLst>
          </p:cNvPr>
          <p:cNvCxnSpPr>
            <a:cxnSpLocks/>
          </p:cNvCxnSpPr>
          <p:nvPr/>
        </p:nvCxnSpPr>
        <p:spPr>
          <a:xfrm>
            <a:off x="6346518" y="1984497"/>
            <a:ext cx="660315" cy="524237"/>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grpSp>
        <p:nvGrpSpPr>
          <p:cNvPr id="171" name="Grupp 170">
            <a:extLst>
              <a:ext uri="{FF2B5EF4-FFF2-40B4-BE49-F238E27FC236}">
                <a16:creationId xmlns:a16="http://schemas.microsoft.com/office/drawing/2014/main" id="{953E6A9B-FC31-1FAF-268D-831B20AA6155}"/>
              </a:ext>
            </a:extLst>
          </p:cNvPr>
          <p:cNvGrpSpPr/>
          <p:nvPr/>
        </p:nvGrpSpPr>
        <p:grpSpPr>
          <a:xfrm>
            <a:off x="6757746" y="2569959"/>
            <a:ext cx="893451" cy="852645"/>
            <a:chOff x="1202049" y="2073910"/>
            <a:chExt cx="893451" cy="852645"/>
          </a:xfrm>
          <a:solidFill>
            <a:schemeClr val="bg1"/>
          </a:solidFill>
        </p:grpSpPr>
        <p:sp>
          <p:nvSpPr>
            <p:cNvPr id="172" name="Rektangel 171">
              <a:extLst>
                <a:ext uri="{FF2B5EF4-FFF2-40B4-BE49-F238E27FC236}">
                  <a16:creationId xmlns:a16="http://schemas.microsoft.com/office/drawing/2014/main" id="{8F5A6902-8216-80D7-2611-C65789F0336A}"/>
                </a:ext>
              </a:extLst>
            </p:cNvPr>
            <p:cNvSpPr/>
            <p:nvPr/>
          </p:nvSpPr>
          <p:spPr>
            <a:xfrm>
              <a:off x="1211580" y="2073910"/>
              <a:ext cx="883920" cy="846295"/>
            </a:xfrm>
            <a:prstGeom prst="rect">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cxnSp>
          <p:nvCxnSpPr>
            <p:cNvPr id="173" name="Rak koppling 172">
              <a:extLst>
                <a:ext uri="{FF2B5EF4-FFF2-40B4-BE49-F238E27FC236}">
                  <a16:creationId xmlns:a16="http://schemas.microsoft.com/office/drawing/2014/main" id="{6909B286-98E3-EA99-BD52-89E3577CD35B}"/>
                </a:ext>
              </a:extLst>
            </p:cNvPr>
            <p:cNvCxnSpPr>
              <a:cxnSpLocks/>
            </p:cNvCxnSpPr>
            <p:nvPr/>
          </p:nvCxnSpPr>
          <p:spPr>
            <a:xfrm flipV="1">
              <a:off x="1512091" y="2080260"/>
              <a:ext cx="0" cy="846295"/>
            </a:xfrm>
            <a:prstGeom prst="line">
              <a:avLst/>
            </a:prstGeom>
            <a:grpFill/>
            <a:ln>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74" name="Rak koppling 173">
              <a:extLst>
                <a:ext uri="{FF2B5EF4-FFF2-40B4-BE49-F238E27FC236}">
                  <a16:creationId xmlns:a16="http://schemas.microsoft.com/office/drawing/2014/main" id="{C97AEB58-DF94-6957-B53E-2EAC890B9D41}"/>
                </a:ext>
              </a:extLst>
            </p:cNvPr>
            <p:cNvCxnSpPr>
              <a:cxnSpLocks/>
            </p:cNvCxnSpPr>
            <p:nvPr/>
          </p:nvCxnSpPr>
          <p:spPr>
            <a:xfrm flipV="1">
              <a:off x="1809751" y="2080260"/>
              <a:ext cx="0" cy="846295"/>
            </a:xfrm>
            <a:prstGeom prst="line">
              <a:avLst/>
            </a:prstGeom>
            <a:grpFill/>
            <a:ln>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75" name="Rak koppling 174">
              <a:extLst>
                <a:ext uri="{FF2B5EF4-FFF2-40B4-BE49-F238E27FC236}">
                  <a16:creationId xmlns:a16="http://schemas.microsoft.com/office/drawing/2014/main" id="{B5A4F76E-5948-6C72-7207-87AD65166CD3}"/>
                </a:ext>
              </a:extLst>
            </p:cNvPr>
            <p:cNvCxnSpPr>
              <a:cxnSpLocks/>
            </p:cNvCxnSpPr>
            <p:nvPr/>
          </p:nvCxnSpPr>
          <p:spPr>
            <a:xfrm flipH="1">
              <a:off x="1213958" y="2375531"/>
              <a:ext cx="881542" cy="0"/>
            </a:xfrm>
            <a:prstGeom prst="line">
              <a:avLst/>
            </a:prstGeom>
            <a:grpFill/>
            <a:ln>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76" name="Rak koppling 175">
              <a:extLst>
                <a:ext uri="{FF2B5EF4-FFF2-40B4-BE49-F238E27FC236}">
                  <a16:creationId xmlns:a16="http://schemas.microsoft.com/office/drawing/2014/main" id="{3BA123B0-E41B-4300-4DCB-96C55BD0A1A4}"/>
                </a:ext>
              </a:extLst>
            </p:cNvPr>
            <p:cNvCxnSpPr>
              <a:cxnSpLocks/>
            </p:cNvCxnSpPr>
            <p:nvPr/>
          </p:nvCxnSpPr>
          <p:spPr>
            <a:xfrm flipH="1">
              <a:off x="1202049" y="2646993"/>
              <a:ext cx="881542" cy="0"/>
            </a:xfrm>
            <a:prstGeom prst="line">
              <a:avLst/>
            </a:prstGeom>
            <a:grpFill/>
            <a:ln>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grpSp>
      <p:sp>
        <p:nvSpPr>
          <p:cNvPr id="177" name="Ellips 176">
            <a:extLst>
              <a:ext uri="{FF2B5EF4-FFF2-40B4-BE49-F238E27FC236}">
                <a16:creationId xmlns:a16="http://schemas.microsoft.com/office/drawing/2014/main" id="{DF852D35-EADE-8087-D72D-5B733047A7C0}"/>
              </a:ext>
            </a:extLst>
          </p:cNvPr>
          <p:cNvSpPr/>
          <p:nvPr/>
        </p:nvSpPr>
        <p:spPr>
          <a:xfrm>
            <a:off x="7378490" y="2607658"/>
            <a:ext cx="260798" cy="226223"/>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grpSp>
        <p:nvGrpSpPr>
          <p:cNvPr id="178" name="Grupp 177">
            <a:extLst>
              <a:ext uri="{FF2B5EF4-FFF2-40B4-BE49-F238E27FC236}">
                <a16:creationId xmlns:a16="http://schemas.microsoft.com/office/drawing/2014/main" id="{83769322-A196-B0DA-F144-F3CADE06A93D}"/>
              </a:ext>
            </a:extLst>
          </p:cNvPr>
          <p:cNvGrpSpPr/>
          <p:nvPr/>
        </p:nvGrpSpPr>
        <p:grpSpPr>
          <a:xfrm>
            <a:off x="7086845" y="2611958"/>
            <a:ext cx="245995" cy="228734"/>
            <a:chOff x="3995411" y="5766247"/>
            <a:chExt cx="245995" cy="228734"/>
          </a:xfrm>
        </p:grpSpPr>
        <p:cxnSp>
          <p:nvCxnSpPr>
            <p:cNvPr id="179" name="Rak koppling 178">
              <a:extLst>
                <a:ext uri="{FF2B5EF4-FFF2-40B4-BE49-F238E27FC236}">
                  <a16:creationId xmlns:a16="http://schemas.microsoft.com/office/drawing/2014/main" id="{DC3AF882-EA9F-901A-C06B-AA8132A897E1}"/>
                </a:ext>
              </a:extLst>
            </p:cNvPr>
            <p:cNvCxnSpPr>
              <a:cxnSpLocks/>
            </p:cNvCxnSpPr>
            <p:nvPr/>
          </p:nvCxnSpPr>
          <p:spPr>
            <a:xfrm flipV="1">
              <a:off x="3998484" y="5766247"/>
              <a:ext cx="242922" cy="22873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0" name="Rak koppling 179">
              <a:extLst>
                <a:ext uri="{FF2B5EF4-FFF2-40B4-BE49-F238E27FC236}">
                  <a16:creationId xmlns:a16="http://schemas.microsoft.com/office/drawing/2014/main" id="{2DDE28CA-9B24-A567-C8E3-6FF2A5A72B11}"/>
                </a:ext>
              </a:extLst>
            </p:cNvPr>
            <p:cNvCxnSpPr>
              <a:cxnSpLocks/>
            </p:cNvCxnSpPr>
            <p:nvPr/>
          </p:nvCxnSpPr>
          <p:spPr>
            <a:xfrm flipH="1" flipV="1">
              <a:off x="3995411" y="5768950"/>
              <a:ext cx="238685" cy="22603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81" name="Grupp 180">
            <a:extLst>
              <a:ext uri="{FF2B5EF4-FFF2-40B4-BE49-F238E27FC236}">
                <a16:creationId xmlns:a16="http://schemas.microsoft.com/office/drawing/2014/main" id="{8718ACE6-FEA5-AF28-1549-DA99B5F6F584}"/>
              </a:ext>
            </a:extLst>
          </p:cNvPr>
          <p:cNvGrpSpPr/>
          <p:nvPr/>
        </p:nvGrpSpPr>
        <p:grpSpPr>
          <a:xfrm>
            <a:off x="7093621" y="2892944"/>
            <a:ext cx="245995" cy="228734"/>
            <a:chOff x="3995411" y="5766247"/>
            <a:chExt cx="245995" cy="228734"/>
          </a:xfrm>
        </p:grpSpPr>
        <p:cxnSp>
          <p:nvCxnSpPr>
            <p:cNvPr id="182" name="Rak koppling 181">
              <a:extLst>
                <a:ext uri="{FF2B5EF4-FFF2-40B4-BE49-F238E27FC236}">
                  <a16:creationId xmlns:a16="http://schemas.microsoft.com/office/drawing/2014/main" id="{067CBC4C-4B25-0D58-8542-8F5063F15376}"/>
                </a:ext>
              </a:extLst>
            </p:cNvPr>
            <p:cNvCxnSpPr>
              <a:cxnSpLocks/>
            </p:cNvCxnSpPr>
            <p:nvPr/>
          </p:nvCxnSpPr>
          <p:spPr>
            <a:xfrm flipV="1">
              <a:off x="3998484" y="5766247"/>
              <a:ext cx="242922" cy="22873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3" name="Rak koppling 182">
              <a:extLst>
                <a:ext uri="{FF2B5EF4-FFF2-40B4-BE49-F238E27FC236}">
                  <a16:creationId xmlns:a16="http://schemas.microsoft.com/office/drawing/2014/main" id="{8B1CBB15-B357-C401-2FA8-C4B465B5D9C9}"/>
                </a:ext>
              </a:extLst>
            </p:cNvPr>
            <p:cNvCxnSpPr>
              <a:cxnSpLocks/>
            </p:cNvCxnSpPr>
            <p:nvPr/>
          </p:nvCxnSpPr>
          <p:spPr>
            <a:xfrm flipH="1" flipV="1">
              <a:off x="3995411" y="5768950"/>
              <a:ext cx="238685" cy="22603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84" name="Grupp 183">
            <a:extLst>
              <a:ext uri="{FF2B5EF4-FFF2-40B4-BE49-F238E27FC236}">
                <a16:creationId xmlns:a16="http://schemas.microsoft.com/office/drawing/2014/main" id="{11BD69E5-23A9-1CDC-C99B-428D02D5D2D3}"/>
              </a:ext>
            </a:extLst>
          </p:cNvPr>
          <p:cNvGrpSpPr/>
          <p:nvPr/>
        </p:nvGrpSpPr>
        <p:grpSpPr>
          <a:xfrm>
            <a:off x="6799664" y="3164407"/>
            <a:ext cx="245995" cy="228734"/>
            <a:chOff x="3995411" y="5766247"/>
            <a:chExt cx="245995" cy="228734"/>
          </a:xfrm>
        </p:grpSpPr>
        <p:cxnSp>
          <p:nvCxnSpPr>
            <p:cNvPr id="185" name="Rak koppling 184">
              <a:extLst>
                <a:ext uri="{FF2B5EF4-FFF2-40B4-BE49-F238E27FC236}">
                  <a16:creationId xmlns:a16="http://schemas.microsoft.com/office/drawing/2014/main" id="{1ED2D374-D7BA-9821-7882-517A7694A36F}"/>
                </a:ext>
              </a:extLst>
            </p:cNvPr>
            <p:cNvCxnSpPr>
              <a:cxnSpLocks/>
            </p:cNvCxnSpPr>
            <p:nvPr/>
          </p:nvCxnSpPr>
          <p:spPr>
            <a:xfrm flipV="1">
              <a:off x="3998484" y="5766247"/>
              <a:ext cx="242922" cy="22873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6" name="Rak koppling 185">
              <a:extLst>
                <a:ext uri="{FF2B5EF4-FFF2-40B4-BE49-F238E27FC236}">
                  <a16:creationId xmlns:a16="http://schemas.microsoft.com/office/drawing/2014/main" id="{26E922FC-F7E1-5456-4B3D-B2171E7EF852}"/>
                </a:ext>
              </a:extLst>
            </p:cNvPr>
            <p:cNvCxnSpPr>
              <a:cxnSpLocks/>
            </p:cNvCxnSpPr>
            <p:nvPr/>
          </p:nvCxnSpPr>
          <p:spPr>
            <a:xfrm flipH="1" flipV="1">
              <a:off x="3995411" y="5768950"/>
              <a:ext cx="238685" cy="22603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87" name="Ellips 186">
            <a:extLst>
              <a:ext uri="{FF2B5EF4-FFF2-40B4-BE49-F238E27FC236}">
                <a16:creationId xmlns:a16="http://schemas.microsoft.com/office/drawing/2014/main" id="{B0BC3E82-B79E-0538-AC93-C59746DC3085}"/>
              </a:ext>
            </a:extLst>
          </p:cNvPr>
          <p:cNvSpPr/>
          <p:nvPr/>
        </p:nvSpPr>
        <p:spPr>
          <a:xfrm>
            <a:off x="6788560" y="2892752"/>
            <a:ext cx="260798" cy="226223"/>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88" name="Ellips 187">
            <a:extLst>
              <a:ext uri="{FF2B5EF4-FFF2-40B4-BE49-F238E27FC236}">
                <a16:creationId xmlns:a16="http://schemas.microsoft.com/office/drawing/2014/main" id="{ED453022-040B-FE4F-2232-2E4DFFD5A61B}"/>
              </a:ext>
            </a:extLst>
          </p:cNvPr>
          <p:cNvSpPr/>
          <p:nvPr/>
        </p:nvSpPr>
        <p:spPr>
          <a:xfrm>
            <a:off x="7378490" y="3164407"/>
            <a:ext cx="260798" cy="226223"/>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grpSp>
        <p:nvGrpSpPr>
          <p:cNvPr id="189" name="Grupp 188">
            <a:extLst>
              <a:ext uri="{FF2B5EF4-FFF2-40B4-BE49-F238E27FC236}">
                <a16:creationId xmlns:a16="http://schemas.microsoft.com/office/drawing/2014/main" id="{02735843-5560-C96F-37BD-BDACD30FA0DF}"/>
              </a:ext>
            </a:extLst>
          </p:cNvPr>
          <p:cNvGrpSpPr/>
          <p:nvPr/>
        </p:nvGrpSpPr>
        <p:grpSpPr>
          <a:xfrm>
            <a:off x="6798710" y="2610016"/>
            <a:ext cx="245995" cy="228734"/>
            <a:chOff x="3995411" y="5766247"/>
            <a:chExt cx="245995" cy="228734"/>
          </a:xfrm>
        </p:grpSpPr>
        <p:cxnSp>
          <p:nvCxnSpPr>
            <p:cNvPr id="190" name="Rak koppling 189">
              <a:extLst>
                <a:ext uri="{FF2B5EF4-FFF2-40B4-BE49-F238E27FC236}">
                  <a16:creationId xmlns:a16="http://schemas.microsoft.com/office/drawing/2014/main" id="{7BBC50A6-B95E-8E80-C880-75C44D334FB9}"/>
                </a:ext>
              </a:extLst>
            </p:cNvPr>
            <p:cNvCxnSpPr>
              <a:cxnSpLocks/>
            </p:cNvCxnSpPr>
            <p:nvPr/>
          </p:nvCxnSpPr>
          <p:spPr>
            <a:xfrm flipV="1">
              <a:off x="3998484" y="5766247"/>
              <a:ext cx="242922" cy="228734"/>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91" name="Rak koppling 190">
              <a:extLst>
                <a:ext uri="{FF2B5EF4-FFF2-40B4-BE49-F238E27FC236}">
                  <a16:creationId xmlns:a16="http://schemas.microsoft.com/office/drawing/2014/main" id="{32E3A6E5-18B9-A663-57F2-6BB9D64A553C}"/>
                </a:ext>
              </a:extLst>
            </p:cNvPr>
            <p:cNvCxnSpPr>
              <a:cxnSpLocks/>
            </p:cNvCxnSpPr>
            <p:nvPr/>
          </p:nvCxnSpPr>
          <p:spPr>
            <a:xfrm flipH="1" flipV="1">
              <a:off x="3995411" y="5768950"/>
              <a:ext cx="238685" cy="226031"/>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grpSp>
      <p:grpSp>
        <p:nvGrpSpPr>
          <p:cNvPr id="193" name="Grupp 192">
            <a:extLst>
              <a:ext uri="{FF2B5EF4-FFF2-40B4-BE49-F238E27FC236}">
                <a16:creationId xmlns:a16="http://schemas.microsoft.com/office/drawing/2014/main" id="{2CFF7660-6FD1-57B4-D6CB-80A481147EB7}"/>
              </a:ext>
            </a:extLst>
          </p:cNvPr>
          <p:cNvGrpSpPr/>
          <p:nvPr/>
        </p:nvGrpSpPr>
        <p:grpSpPr>
          <a:xfrm>
            <a:off x="9718519" y="2597371"/>
            <a:ext cx="893451" cy="852645"/>
            <a:chOff x="1202049" y="2073910"/>
            <a:chExt cx="893451" cy="852645"/>
          </a:xfrm>
          <a:solidFill>
            <a:schemeClr val="bg1"/>
          </a:solidFill>
        </p:grpSpPr>
        <p:sp>
          <p:nvSpPr>
            <p:cNvPr id="194" name="Rektangel 193">
              <a:extLst>
                <a:ext uri="{FF2B5EF4-FFF2-40B4-BE49-F238E27FC236}">
                  <a16:creationId xmlns:a16="http://schemas.microsoft.com/office/drawing/2014/main" id="{823A7A1D-B6EC-E9C9-1A2D-E031CFC2A436}"/>
                </a:ext>
              </a:extLst>
            </p:cNvPr>
            <p:cNvSpPr/>
            <p:nvPr/>
          </p:nvSpPr>
          <p:spPr>
            <a:xfrm>
              <a:off x="1211580" y="2073910"/>
              <a:ext cx="883920" cy="846295"/>
            </a:xfrm>
            <a:prstGeom prst="rect">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cxnSp>
          <p:nvCxnSpPr>
            <p:cNvPr id="195" name="Rak koppling 194">
              <a:extLst>
                <a:ext uri="{FF2B5EF4-FFF2-40B4-BE49-F238E27FC236}">
                  <a16:creationId xmlns:a16="http://schemas.microsoft.com/office/drawing/2014/main" id="{44A15434-CB6B-DADA-E3C8-A70CF8B07F92}"/>
                </a:ext>
              </a:extLst>
            </p:cNvPr>
            <p:cNvCxnSpPr>
              <a:cxnSpLocks/>
            </p:cNvCxnSpPr>
            <p:nvPr/>
          </p:nvCxnSpPr>
          <p:spPr>
            <a:xfrm flipV="1">
              <a:off x="1512091" y="2080260"/>
              <a:ext cx="0" cy="846295"/>
            </a:xfrm>
            <a:prstGeom prst="line">
              <a:avLst/>
            </a:prstGeom>
            <a:grpFill/>
            <a:ln>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96" name="Rak koppling 195">
              <a:extLst>
                <a:ext uri="{FF2B5EF4-FFF2-40B4-BE49-F238E27FC236}">
                  <a16:creationId xmlns:a16="http://schemas.microsoft.com/office/drawing/2014/main" id="{34517A13-4A40-8138-DDC6-832812892780}"/>
                </a:ext>
              </a:extLst>
            </p:cNvPr>
            <p:cNvCxnSpPr>
              <a:cxnSpLocks/>
            </p:cNvCxnSpPr>
            <p:nvPr/>
          </p:nvCxnSpPr>
          <p:spPr>
            <a:xfrm flipV="1">
              <a:off x="1809751" y="2080260"/>
              <a:ext cx="0" cy="846295"/>
            </a:xfrm>
            <a:prstGeom prst="line">
              <a:avLst/>
            </a:prstGeom>
            <a:grpFill/>
            <a:ln>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97" name="Rak koppling 196">
              <a:extLst>
                <a:ext uri="{FF2B5EF4-FFF2-40B4-BE49-F238E27FC236}">
                  <a16:creationId xmlns:a16="http://schemas.microsoft.com/office/drawing/2014/main" id="{1330813E-3000-E84A-C45A-F68DC5F2D2B3}"/>
                </a:ext>
              </a:extLst>
            </p:cNvPr>
            <p:cNvCxnSpPr>
              <a:cxnSpLocks/>
            </p:cNvCxnSpPr>
            <p:nvPr/>
          </p:nvCxnSpPr>
          <p:spPr>
            <a:xfrm flipH="1">
              <a:off x="1213958" y="2375531"/>
              <a:ext cx="881542" cy="0"/>
            </a:xfrm>
            <a:prstGeom prst="line">
              <a:avLst/>
            </a:prstGeom>
            <a:grpFill/>
            <a:ln>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98" name="Rak koppling 197">
              <a:extLst>
                <a:ext uri="{FF2B5EF4-FFF2-40B4-BE49-F238E27FC236}">
                  <a16:creationId xmlns:a16="http://schemas.microsoft.com/office/drawing/2014/main" id="{235E0F9A-1A41-D292-7B18-F8165067F8A4}"/>
                </a:ext>
              </a:extLst>
            </p:cNvPr>
            <p:cNvCxnSpPr>
              <a:cxnSpLocks/>
            </p:cNvCxnSpPr>
            <p:nvPr/>
          </p:nvCxnSpPr>
          <p:spPr>
            <a:xfrm flipH="1">
              <a:off x="1202049" y="2646993"/>
              <a:ext cx="881542" cy="0"/>
            </a:xfrm>
            <a:prstGeom prst="line">
              <a:avLst/>
            </a:prstGeom>
            <a:grpFill/>
            <a:ln>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grpSp>
      <p:sp>
        <p:nvSpPr>
          <p:cNvPr id="199" name="Ellips 198">
            <a:extLst>
              <a:ext uri="{FF2B5EF4-FFF2-40B4-BE49-F238E27FC236}">
                <a16:creationId xmlns:a16="http://schemas.microsoft.com/office/drawing/2014/main" id="{785ACB11-C542-A614-60A9-97CDB9DE61FF}"/>
              </a:ext>
            </a:extLst>
          </p:cNvPr>
          <p:cNvSpPr/>
          <p:nvPr/>
        </p:nvSpPr>
        <p:spPr>
          <a:xfrm>
            <a:off x="10339263" y="2635070"/>
            <a:ext cx="260798" cy="226223"/>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grpSp>
        <p:nvGrpSpPr>
          <p:cNvPr id="200" name="Grupp 199">
            <a:extLst>
              <a:ext uri="{FF2B5EF4-FFF2-40B4-BE49-F238E27FC236}">
                <a16:creationId xmlns:a16="http://schemas.microsoft.com/office/drawing/2014/main" id="{74196417-5485-54EB-D98D-10A88026298C}"/>
              </a:ext>
            </a:extLst>
          </p:cNvPr>
          <p:cNvGrpSpPr/>
          <p:nvPr/>
        </p:nvGrpSpPr>
        <p:grpSpPr>
          <a:xfrm>
            <a:off x="10047618" y="2639370"/>
            <a:ext cx="245995" cy="228734"/>
            <a:chOff x="3995411" y="5766247"/>
            <a:chExt cx="245995" cy="228734"/>
          </a:xfrm>
        </p:grpSpPr>
        <p:cxnSp>
          <p:nvCxnSpPr>
            <p:cNvPr id="201" name="Rak koppling 200">
              <a:extLst>
                <a:ext uri="{FF2B5EF4-FFF2-40B4-BE49-F238E27FC236}">
                  <a16:creationId xmlns:a16="http://schemas.microsoft.com/office/drawing/2014/main" id="{A66C7EE2-7C70-CB55-AD43-87D08A06A777}"/>
                </a:ext>
              </a:extLst>
            </p:cNvPr>
            <p:cNvCxnSpPr>
              <a:cxnSpLocks/>
            </p:cNvCxnSpPr>
            <p:nvPr/>
          </p:nvCxnSpPr>
          <p:spPr>
            <a:xfrm flipV="1">
              <a:off x="3998484" y="5766247"/>
              <a:ext cx="242922" cy="22873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2" name="Rak koppling 201">
              <a:extLst>
                <a:ext uri="{FF2B5EF4-FFF2-40B4-BE49-F238E27FC236}">
                  <a16:creationId xmlns:a16="http://schemas.microsoft.com/office/drawing/2014/main" id="{D514A394-66F6-BB40-C336-10E610A6B90B}"/>
                </a:ext>
              </a:extLst>
            </p:cNvPr>
            <p:cNvCxnSpPr>
              <a:cxnSpLocks/>
            </p:cNvCxnSpPr>
            <p:nvPr/>
          </p:nvCxnSpPr>
          <p:spPr>
            <a:xfrm flipH="1" flipV="1">
              <a:off x="3995411" y="5768950"/>
              <a:ext cx="238685" cy="22603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03" name="Grupp 202">
            <a:extLst>
              <a:ext uri="{FF2B5EF4-FFF2-40B4-BE49-F238E27FC236}">
                <a16:creationId xmlns:a16="http://schemas.microsoft.com/office/drawing/2014/main" id="{DBDB7A54-FDA3-D5B6-DF2E-2DF396AD5FFA}"/>
              </a:ext>
            </a:extLst>
          </p:cNvPr>
          <p:cNvGrpSpPr/>
          <p:nvPr/>
        </p:nvGrpSpPr>
        <p:grpSpPr>
          <a:xfrm>
            <a:off x="10054394" y="2920356"/>
            <a:ext cx="245995" cy="228734"/>
            <a:chOff x="3995411" y="5766247"/>
            <a:chExt cx="245995" cy="228734"/>
          </a:xfrm>
        </p:grpSpPr>
        <p:cxnSp>
          <p:nvCxnSpPr>
            <p:cNvPr id="204" name="Rak koppling 203">
              <a:extLst>
                <a:ext uri="{FF2B5EF4-FFF2-40B4-BE49-F238E27FC236}">
                  <a16:creationId xmlns:a16="http://schemas.microsoft.com/office/drawing/2014/main" id="{97D1066F-C661-CC06-487B-0AE3B701DE53}"/>
                </a:ext>
              </a:extLst>
            </p:cNvPr>
            <p:cNvCxnSpPr>
              <a:cxnSpLocks/>
            </p:cNvCxnSpPr>
            <p:nvPr/>
          </p:nvCxnSpPr>
          <p:spPr>
            <a:xfrm flipV="1">
              <a:off x="3998484" y="5766247"/>
              <a:ext cx="242922" cy="22873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5" name="Rak koppling 204">
              <a:extLst>
                <a:ext uri="{FF2B5EF4-FFF2-40B4-BE49-F238E27FC236}">
                  <a16:creationId xmlns:a16="http://schemas.microsoft.com/office/drawing/2014/main" id="{5310A0AD-9666-ECB2-BBDE-3260ABB932A2}"/>
                </a:ext>
              </a:extLst>
            </p:cNvPr>
            <p:cNvCxnSpPr>
              <a:cxnSpLocks/>
            </p:cNvCxnSpPr>
            <p:nvPr/>
          </p:nvCxnSpPr>
          <p:spPr>
            <a:xfrm flipH="1" flipV="1">
              <a:off x="3995411" y="5768950"/>
              <a:ext cx="238685" cy="22603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06" name="Grupp 205">
            <a:extLst>
              <a:ext uri="{FF2B5EF4-FFF2-40B4-BE49-F238E27FC236}">
                <a16:creationId xmlns:a16="http://schemas.microsoft.com/office/drawing/2014/main" id="{FE69C11A-2F0D-670C-EE71-A65567A87D4D}"/>
              </a:ext>
            </a:extLst>
          </p:cNvPr>
          <p:cNvGrpSpPr/>
          <p:nvPr/>
        </p:nvGrpSpPr>
        <p:grpSpPr>
          <a:xfrm>
            <a:off x="9760437" y="3191819"/>
            <a:ext cx="245995" cy="228734"/>
            <a:chOff x="3995411" y="5766247"/>
            <a:chExt cx="245995" cy="228734"/>
          </a:xfrm>
        </p:grpSpPr>
        <p:cxnSp>
          <p:nvCxnSpPr>
            <p:cNvPr id="207" name="Rak koppling 206">
              <a:extLst>
                <a:ext uri="{FF2B5EF4-FFF2-40B4-BE49-F238E27FC236}">
                  <a16:creationId xmlns:a16="http://schemas.microsoft.com/office/drawing/2014/main" id="{C69C4639-CB9F-431C-CDEF-83EA83D1EFB2}"/>
                </a:ext>
              </a:extLst>
            </p:cNvPr>
            <p:cNvCxnSpPr>
              <a:cxnSpLocks/>
            </p:cNvCxnSpPr>
            <p:nvPr/>
          </p:nvCxnSpPr>
          <p:spPr>
            <a:xfrm flipV="1">
              <a:off x="3998484" y="5766247"/>
              <a:ext cx="242922" cy="22873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8" name="Rak koppling 207">
              <a:extLst>
                <a:ext uri="{FF2B5EF4-FFF2-40B4-BE49-F238E27FC236}">
                  <a16:creationId xmlns:a16="http://schemas.microsoft.com/office/drawing/2014/main" id="{DA417D22-E9F4-E56E-007D-8A2EA5EB81E3}"/>
                </a:ext>
              </a:extLst>
            </p:cNvPr>
            <p:cNvCxnSpPr>
              <a:cxnSpLocks/>
            </p:cNvCxnSpPr>
            <p:nvPr/>
          </p:nvCxnSpPr>
          <p:spPr>
            <a:xfrm flipH="1" flipV="1">
              <a:off x="3995411" y="5768950"/>
              <a:ext cx="238685" cy="22603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09" name="Ellips 208">
            <a:extLst>
              <a:ext uri="{FF2B5EF4-FFF2-40B4-BE49-F238E27FC236}">
                <a16:creationId xmlns:a16="http://schemas.microsoft.com/office/drawing/2014/main" id="{C694CB5C-BA0B-0A1B-F3E0-5B939DD94F79}"/>
              </a:ext>
            </a:extLst>
          </p:cNvPr>
          <p:cNvSpPr/>
          <p:nvPr/>
        </p:nvSpPr>
        <p:spPr>
          <a:xfrm>
            <a:off x="9749333" y="2920164"/>
            <a:ext cx="260798" cy="226223"/>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210" name="Ellips 209">
            <a:extLst>
              <a:ext uri="{FF2B5EF4-FFF2-40B4-BE49-F238E27FC236}">
                <a16:creationId xmlns:a16="http://schemas.microsoft.com/office/drawing/2014/main" id="{7622CF8E-7016-45BD-06F3-FBC9EB32EE1B}"/>
              </a:ext>
            </a:extLst>
          </p:cNvPr>
          <p:cNvSpPr/>
          <p:nvPr/>
        </p:nvSpPr>
        <p:spPr>
          <a:xfrm>
            <a:off x="10339263" y="3191819"/>
            <a:ext cx="260798" cy="226223"/>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grpSp>
        <p:nvGrpSpPr>
          <p:cNvPr id="211" name="Grupp 210">
            <a:extLst>
              <a:ext uri="{FF2B5EF4-FFF2-40B4-BE49-F238E27FC236}">
                <a16:creationId xmlns:a16="http://schemas.microsoft.com/office/drawing/2014/main" id="{B3D55C7F-7A72-F61B-B202-CDEFF179BC56}"/>
              </a:ext>
            </a:extLst>
          </p:cNvPr>
          <p:cNvGrpSpPr/>
          <p:nvPr/>
        </p:nvGrpSpPr>
        <p:grpSpPr>
          <a:xfrm>
            <a:off x="10057963" y="3197045"/>
            <a:ext cx="245995" cy="228734"/>
            <a:chOff x="3995411" y="5766247"/>
            <a:chExt cx="245995" cy="228734"/>
          </a:xfrm>
        </p:grpSpPr>
        <p:cxnSp>
          <p:nvCxnSpPr>
            <p:cNvPr id="212" name="Rak koppling 211">
              <a:extLst>
                <a:ext uri="{FF2B5EF4-FFF2-40B4-BE49-F238E27FC236}">
                  <a16:creationId xmlns:a16="http://schemas.microsoft.com/office/drawing/2014/main" id="{6F5E9DA6-3218-5BD7-86A6-962A31ED02DA}"/>
                </a:ext>
              </a:extLst>
            </p:cNvPr>
            <p:cNvCxnSpPr>
              <a:cxnSpLocks/>
            </p:cNvCxnSpPr>
            <p:nvPr/>
          </p:nvCxnSpPr>
          <p:spPr>
            <a:xfrm flipV="1">
              <a:off x="3998484" y="5766247"/>
              <a:ext cx="242922" cy="228734"/>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13" name="Rak koppling 212">
              <a:extLst>
                <a:ext uri="{FF2B5EF4-FFF2-40B4-BE49-F238E27FC236}">
                  <a16:creationId xmlns:a16="http://schemas.microsoft.com/office/drawing/2014/main" id="{A007D391-A25F-DCC1-19E1-05123055C277}"/>
                </a:ext>
              </a:extLst>
            </p:cNvPr>
            <p:cNvCxnSpPr>
              <a:cxnSpLocks/>
            </p:cNvCxnSpPr>
            <p:nvPr/>
          </p:nvCxnSpPr>
          <p:spPr>
            <a:xfrm flipH="1" flipV="1">
              <a:off x="3995411" y="5768950"/>
              <a:ext cx="238685" cy="226031"/>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grpSp>
      <p:cxnSp>
        <p:nvCxnSpPr>
          <p:cNvPr id="214" name="Rak pilkoppling 213">
            <a:extLst>
              <a:ext uri="{FF2B5EF4-FFF2-40B4-BE49-F238E27FC236}">
                <a16:creationId xmlns:a16="http://schemas.microsoft.com/office/drawing/2014/main" id="{F993CCDD-B9E6-E009-8C90-06E802BEA09C}"/>
              </a:ext>
            </a:extLst>
          </p:cNvPr>
          <p:cNvCxnSpPr>
            <a:cxnSpLocks/>
          </p:cNvCxnSpPr>
          <p:nvPr/>
        </p:nvCxnSpPr>
        <p:spPr>
          <a:xfrm>
            <a:off x="7449027" y="1879612"/>
            <a:ext cx="2003583" cy="629122"/>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217" name="Rektangel 216">
            <a:extLst>
              <a:ext uri="{FF2B5EF4-FFF2-40B4-BE49-F238E27FC236}">
                <a16:creationId xmlns:a16="http://schemas.microsoft.com/office/drawing/2014/main" id="{3F22904C-DF67-BE53-5E0F-E1F21216CAA9}"/>
              </a:ext>
            </a:extLst>
          </p:cNvPr>
          <p:cNvSpPr/>
          <p:nvPr/>
        </p:nvSpPr>
        <p:spPr>
          <a:xfrm>
            <a:off x="10013204" y="2561636"/>
            <a:ext cx="328343" cy="930463"/>
          </a:xfrm>
          <a:prstGeom prst="rect">
            <a:avLst/>
          </a:prstGeom>
          <a:solidFill>
            <a:srgbClr val="4DFC24">
              <a:alpha val="45000"/>
            </a:srgbClr>
          </a:solid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solidFill>
                <a:schemeClr val="lt1">
                  <a:alpha val="0"/>
                </a:schemeClr>
              </a:solidFill>
            </a:endParaRPr>
          </a:p>
        </p:txBody>
      </p:sp>
      <p:cxnSp>
        <p:nvCxnSpPr>
          <p:cNvPr id="218" name="Rak pilkoppling 217">
            <a:extLst>
              <a:ext uri="{FF2B5EF4-FFF2-40B4-BE49-F238E27FC236}">
                <a16:creationId xmlns:a16="http://schemas.microsoft.com/office/drawing/2014/main" id="{91F1F00D-4B6D-6D67-815F-F4CBB88852EB}"/>
              </a:ext>
            </a:extLst>
          </p:cNvPr>
          <p:cNvCxnSpPr>
            <a:cxnSpLocks/>
          </p:cNvCxnSpPr>
          <p:nvPr/>
        </p:nvCxnSpPr>
        <p:spPr>
          <a:xfrm>
            <a:off x="7786401" y="3535716"/>
            <a:ext cx="571994" cy="400574"/>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219" name="Rak pilkoppling 218">
            <a:extLst>
              <a:ext uri="{FF2B5EF4-FFF2-40B4-BE49-F238E27FC236}">
                <a16:creationId xmlns:a16="http://schemas.microsoft.com/office/drawing/2014/main" id="{5A7BCB40-3E40-EC48-D34B-0759D5BE7BA5}"/>
              </a:ext>
            </a:extLst>
          </p:cNvPr>
          <p:cNvCxnSpPr>
            <a:cxnSpLocks/>
          </p:cNvCxnSpPr>
          <p:nvPr/>
        </p:nvCxnSpPr>
        <p:spPr>
          <a:xfrm flipH="1">
            <a:off x="5992531" y="3516965"/>
            <a:ext cx="622568" cy="38972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grpSp>
        <p:nvGrpSpPr>
          <p:cNvPr id="223" name="Grupp 222">
            <a:extLst>
              <a:ext uri="{FF2B5EF4-FFF2-40B4-BE49-F238E27FC236}">
                <a16:creationId xmlns:a16="http://schemas.microsoft.com/office/drawing/2014/main" id="{56EF2F14-82F6-798E-DA66-95B3CB0A3129}"/>
              </a:ext>
            </a:extLst>
          </p:cNvPr>
          <p:cNvGrpSpPr/>
          <p:nvPr/>
        </p:nvGrpSpPr>
        <p:grpSpPr>
          <a:xfrm>
            <a:off x="5386080" y="4054075"/>
            <a:ext cx="893451" cy="852645"/>
            <a:chOff x="1202049" y="2073910"/>
            <a:chExt cx="893451" cy="852645"/>
          </a:xfrm>
          <a:solidFill>
            <a:schemeClr val="bg1"/>
          </a:solidFill>
        </p:grpSpPr>
        <p:sp>
          <p:nvSpPr>
            <p:cNvPr id="224" name="Rektangel 223">
              <a:extLst>
                <a:ext uri="{FF2B5EF4-FFF2-40B4-BE49-F238E27FC236}">
                  <a16:creationId xmlns:a16="http://schemas.microsoft.com/office/drawing/2014/main" id="{1487749E-E413-3411-3E87-8C4885D52F98}"/>
                </a:ext>
              </a:extLst>
            </p:cNvPr>
            <p:cNvSpPr/>
            <p:nvPr/>
          </p:nvSpPr>
          <p:spPr>
            <a:xfrm>
              <a:off x="1211580" y="2073910"/>
              <a:ext cx="883920" cy="846295"/>
            </a:xfrm>
            <a:prstGeom prst="rect">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cxnSp>
          <p:nvCxnSpPr>
            <p:cNvPr id="225" name="Rak koppling 224">
              <a:extLst>
                <a:ext uri="{FF2B5EF4-FFF2-40B4-BE49-F238E27FC236}">
                  <a16:creationId xmlns:a16="http://schemas.microsoft.com/office/drawing/2014/main" id="{5D0A2E01-211B-0689-6619-2F971A02510A}"/>
                </a:ext>
              </a:extLst>
            </p:cNvPr>
            <p:cNvCxnSpPr>
              <a:cxnSpLocks/>
            </p:cNvCxnSpPr>
            <p:nvPr/>
          </p:nvCxnSpPr>
          <p:spPr>
            <a:xfrm flipV="1">
              <a:off x="1512091" y="2080260"/>
              <a:ext cx="0" cy="846295"/>
            </a:xfrm>
            <a:prstGeom prst="line">
              <a:avLst/>
            </a:prstGeom>
            <a:grpFill/>
            <a:ln>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26" name="Rak koppling 225">
              <a:extLst>
                <a:ext uri="{FF2B5EF4-FFF2-40B4-BE49-F238E27FC236}">
                  <a16:creationId xmlns:a16="http://schemas.microsoft.com/office/drawing/2014/main" id="{5267DEB4-40A1-9426-56A6-C1DF8E5FDBF5}"/>
                </a:ext>
              </a:extLst>
            </p:cNvPr>
            <p:cNvCxnSpPr>
              <a:cxnSpLocks/>
            </p:cNvCxnSpPr>
            <p:nvPr/>
          </p:nvCxnSpPr>
          <p:spPr>
            <a:xfrm flipV="1">
              <a:off x="1809751" y="2080260"/>
              <a:ext cx="0" cy="846295"/>
            </a:xfrm>
            <a:prstGeom prst="line">
              <a:avLst/>
            </a:prstGeom>
            <a:grpFill/>
            <a:ln>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27" name="Rak koppling 226">
              <a:extLst>
                <a:ext uri="{FF2B5EF4-FFF2-40B4-BE49-F238E27FC236}">
                  <a16:creationId xmlns:a16="http://schemas.microsoft.com/office/drawing/2014/main" id="{A3E0F408-EB54-56FC-7DB5-6038F53DAAF5}"/>
                </a:ext>
              </a:extLst>
            </p:cNvPr>
            <p:cNvCxnSpPr>
              <a:cxnSpLocks/>
            </p:cNvCxnSpPr>
            <p:nvPr/>
          </p:nvCxnSpPr>
          <p:spPr>
            <a:xfrm flipH="1">
              <a:off x="1213958" y="2375531"/>
              <a:ext cx="881542" cy="0"/>
            </a:xfrm>
            <a:prstGeom prst="line">
              <a:avLst/>
            </a:prstGeom>
            <a:grpFill/>
            <a:ln>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28" name="Rak koppling 227">
              <a:extLst>
                <a:ext uri="{FF2B5EF4-FFF2-40B4-BE49-F238E27FC236}">
                  <a16:creationId xmlns:a16="http://schemas.microsoft.com/office/drawing/2014/main" id="{B8F7A8EC-6C7B-522C-B8CB-8F1A13B903CA}"/>
                </a:ext>
              </a:extLst>
            </p:cNvPr>
            <p:cNvCxnSpPr>
              <a:cxnSpLocks/>
            </p:cNvCxnSpPr>
            <p:nvPr/>
          </p:nvCxnSpPr>
          <p:spPr>
            <a:xfrm flipH="1">
              <a:off x="1202049" y="2646993"/>
              <a:ext cx="881542" cy="0"/>
            </a:xfrm>
            <a:prstGeom prst="line">
              <a:avLst/>
            </a:prstGeom>
            <a:grpFill/>
            <a:ln>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grpSp>
      <p:sp>
        <p:nvSpPr>
          <p:cNvPr id="229" name="Ellips 228">
            <a:extLst>
              <a:ext uri="{FF2B5EF4-FFF2-40B4-BE49-F238E27FC236}">
                <a16:creationId xmlns:a16="http://schemas.microsoft.com/office/drawing/2014/main" id="{9A02857F-5B68-3D5E-90A1-3C771D7B83E6}"/>
              </a:ext>
            </a:extLst>
          </p:cNvPr>
          <p:cNvSpPr/>
          <p:nvPr/>
        </p:nvSpPr>
        <p:spPr>
          <a:xfrm>
            <a:off x="6006824" y="4091774"/>
            <a:ext cx="260798" cy="226223"/>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grpSp>
        <p:nvGrpSpPr>
          <p:cNvPr id="230" name="Grupp 229">
            <a:extLst>
              <a:ext uri="{FF2B5EF4-FFF2-40B4-BE49-F238E27FC236}">
                <a16:creationId xmlns:a16="http://schemas.microsoft.com/office/drawing/2014/main" id="{FAF008F1-897D-AB37-3E68-97FF68A3C31A}"/>
              </a:ext>
            </a:extLst>
          </p:cNvPr>
          <p:cNvGrpSpPr/>
          <p:nvPr/>
        </p:nvGrpSpPr>
        <p:grpSpPr>
          <a:xfrm>
            <a:off x="5715179" y="4096074"/>
            <a:ext cx="245995" cy="228734"/>
            <a:chOff x="3995411" y="5766247"/>
            <a:chExt cx="245995" cy="228734"/>
          </a:xfrm>
        </p:grpSpPr>
        <p:cxnSp>
          <p:nvCxnSpPr>
            <p:cNvPr id="231" name="Rak koppling 230">
              <a:extLst>
                <a:ext uri="{FF2B5EF4-FFF2-40B4-BE49-F238E27FC236}">
                  <a16:creationId xmlns:a16="http://schemas.microsoft.com/office/drawing/2014/main" id="{A6EEE0CA-7106-A259-DE1A-0CCDF4F51367}"/>
                </a:ext>
              </a:extLst>
            </p:cNvPr>
            <p:cNvCxnSpPr>
              <a:cxnSpLocks/>
            </p:cNvCxnSpPr>
            <p:nvPr/>
          </p:nvCxnSpPr>
          <p:spPr>
            <a:xfrm flipV="1">
              <a:off x="3998484" y="5766247"/>
              <a:ext cx="242922" cy="22873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2" name="Rak koppling 231">
              <a:extLst>
                <a:ext uri="{FF2B5EF4-FFF2-40B4-BE49-F238E27FC236}">
                  <a16:creationId xmlns:a16="http://schemas.microsoft.com/office/drawing/2014/main" id="{3A7BAB93-1648-3D88-6523-43095C05979E}"/>
                </a:ext>
              </a:extLst>
            </p:cNvPr>
            <p:cNvCxnSpPr>
              <a:cxnSpLocks/>
            </p:cNvCxnSpPr>
            <p:nvPr/>
          </p:nvCxnSpPr>
          <p:spPr>
            <a:xfrm flipH="1" flipV="1">
              <a:off x="3995411" y="5768950"/>
              <a:ext cx="238685" cy="22603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33" name="Grupp 232">
            <a:extLst>
              <a:ext uri="{FF2B5EF4-FFF2-40B4-BE49-F238E27FC236}">
                <a16:creationId xmlns:a16="http://schemas.microsoft.com/office/drawing/2014/main" id="{24FB6E77-CC74-AF5D-B11A-F27AD501323E}"/>
              </a:ext>
            </a:extLst>
          </p:cNvPr>
          <p:cNvGrpSpPr/>
          <p:nvPr/>
        </p:nvGrpSpPr>
        <p:grpSpPr>
          <a:xfrm>
            <a:off x="5721955" y="4377060"/>
            <a:ext cx="245995" cy="228734"/>
            <a:chOff x="3995411" y="5766247"/>
            <a:chExt cx="245995" cy="228734"/>
          </a:xfrm>
        </p:grpSpPr>
        <p:cxnSp>
          <p:nvCxnSpPr>
            <p:cNvPr id="234" name="Rak koppling 233">
              <a:extLst>
                <a:ext uri="{FF2B5EF4-FFF2-40B4-BE49-F238E27FC236}">
                  <a16:creationId xmlns:a16="http://schemas.microsoft.com/office/drawing/2014/main" id="{1AF178AB-CFCD-89BA-B622-3956A3297AE1}"/>
                </a:ext>
              </a:extLst>
            </p:cNvPr>
            <p:cNvCxnSpPr>
              <a:cxnSpLocks/>
            </p:cNvCxnSpPr>
            <p:nvPr/>
          </p:nvCxnSpPr>
          <p:spPr>
            <a:xfrm flipV="1">
              <a:off x="3998484" y="5766247"/>
              <a:ext cx="242922" cy="22873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5" name="Rak koppling 234">
              <a:extLst>
                <a:ext uri="{FF2B5EF4-FFF2-40B4-BE49-F238E27FC236}">
                  <a16:creationId xmlns:a16="http://schemas.microsoft.com/office/drawing/2014/main" id="{EE31511A-DCED-25E9-0080-A50D303A092B}"/>
                </a:ext>
              </a:extLst>
            </p:cNvPr>
            <p:cNvCxnSpPr>
              <a:cxnSpLocks/>
            </p:cNvCxnSpPr>
            <p:nvPr/>
          </p:nvCxnSpPr>
          <p:spPr>
            <a:xfrm flipH="1" flipV="1">
              <a:off x="3995411" y="5768950"/>
              <a:ext cx="238685" cy="22603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36" name="Grupp 235">
            <a:extLst>
              <a:ext uri="{FF2B5EF4-FFF2-40B4-BE49-F238E27FC236}">
                <a16:creationId xmlns:a16="http://schemas.microsoft.com/office/drawing/2014/main" id="{85C088A1-3D67-BF3D-C628-94A58D3CCBC2}"/>
              </a:ext>
            </a:extLst>
          </p:cNvPr>
          <p:cNvGrpSpPr/>
          <p:nvPr/>
        </p:nvGrpSpPr>
        <p:grpSpPr>
          <a:xfrm>
            <a:off x="5427998" y="4648523"/>
            <a:ext cx="245995" cy="228734"/>
            <a:chOff x="3995411" y="5766247"/>
            <a:chExt cx="245995" cy="228734"/>
          </a:xfrm>
        </p:grpSpPr>
        <p:cxnSp>
          <p:nvCxnSpPr>
            <p:cNvPr id="237" name="Rak koppling 236">
              <a:extLst>
                <a:ext uri="{FF2B5EF4-FFF2-40B4-BE49-F238E27FC236}">
                  <a16:creationId xmlns:a16="http://schemas.microsoft.com/office/drawing/2014/main" id="{A1B6EB04-3E7F-52E9-AB49-D22D1BAF6010}"/>
                </a:ext>
              </a:extLst>
            </p:cNvPr>
            <p:cNvCxnSpPr>
              <a:cxnSpLocks/>
            </p:cNvCxnSpPr>
            <p:nvPr/>
          </p:nvCxnSpPr>
          <p:spPr>
            <a:xfrm flipV="1">
              <a:off x="3998484" y="5766247"/>
              <a:ext cx="242922" cy="22873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8" name="Rak koppling 237">
              <a:extLst>
                <a:ext uri="{FF2B5EF4-FFF2-40B4-BE49-F238E27FC236}">
                  <a16:creationId xmlns:a16="http://schemas.microsoft.com/office/drawing/2014/main" id="{0563C9B8-37CC-4650-444D-2FB87EC62BD9}"/>
                </a:ext>
              </a:extLst>
            </p:cNvPr>
            <p:cNvCxnSpPr>
              <a:cxnSpLocks/>
            </p:cNvCxnSpPr>
            <p:nvPr/>
          </p:nvCxnSpPr>
          <p:spPr>
            <a:xfrm flipH="1" flipV="1">
              <a:off x="3995411" y="5768950"/>
              <a:ext cx="238685" cy="22603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39" name="Ellips 238">
            <a:extLst>
              <a:ext uri="{FF2B5EF4-FFF2-40B4-BE49-F238E27FC236}">
                <a16:creationId xmlns:a16="http://schemas.microsoft.com/office/drawing/2014/main" id="{15057B90-7435-4223-536D-41E01F3AFA61}"/>
              </a:ext>
            </a:extLst>
          </p:cNvPr>
          <p:cNvSpPr/>
          <p:nvPr/>
        </p:nvSpPr>
        <p:spPr>
          <a:xfrm>
            <a:off x="5416894" y="4376868"/>
            <a:ext cx="260798" cy="226223"/>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240" name="Ellips 239">
            <a:extLst>
              <a:ext uri="{FF2B5EF4-FFF2-40B4-BE49-F238E27FC236}">
                <a16:creationId xmlns:a16="http://schemas.microsoft.com/office/drawing/2014/main" id="{67051EE8-9FA0-CB4F-7C60-901D5024F2ED}"/>
              </a:ext>
            </a:extLst>
          </p:cNvPr>
          <p:cNvSpPr/>
          <p:nvPr/>
        </p:nvSpPr>
        <p:spPr>
          <a:xfrm>
            <a:off x="6006824" y="4648523"/>
            <a:ext cx="260798" cy="226223"/>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grpSp>
        <p:nvGrpSpPr>
          <p:cNvPr id="241" name="Grupp 240">
            <a:extLst>
              <a:ext uri="{FF2B5EF4-FFF2-40B4-BE49-F238E27FC236}">
                <a16:creationId xmlns:a16="http://schemas.microsoft.com/office/drawing/2014/main" id="{90530DBB-55BB-F4ED-9165-B448B5125073}"/>
              </a:ext>
            </a:extLst>
          </p:cNvPr>
          <p:cNvGrpSpPr/>
          <p:nvPr/>
        </p:nvGrpSpPr>
        <p:grpSpPr>
          <a:xfrm>
            <a:off x="5427044" y="4094132"/>
            <a:ext cx="245995" cy="228734"/>
            <a:chOff x="3995411" y="5766247"/>
            <a:chExt cx="245995" cy="228734"/>
          </a:xfrm>
        </p:grpSpPr>
        <p:cxnSp>
          <p:nvCxnSpPr>
            <p:cNvPr id="242" name="Rak koppling 241">
              <a:extLst>
                <a:ext uri="{FF2B5EF4-FFF2-40B4-BE49-F238E27FC236}">
                  <a16:creationId xmlns:a16="http://schemas.microsoft.com/office/drawing/2014/main" id="{A77C41D1-B148-1821-F75B-432624A28DE4}"/>
                </a:ext>
              </a:extLst>
            </p:cNvPr>
            <p:cNvCxnSpPr>
              <a:cxnSpLocks/>
            </p:cNvCxnSpPr>
            <p:nvPr/>
          </p:nvCxnSpPr>
          <p:spPr>
            <a:xfrm flipV="1">
              <a:off x="3998484" y="5766247"/>
              <a:ext cx="242922" cy="22873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3" name="Rak koppling 242">
              <a:extLst>
                <a:ext uri="{FF2B5EF4-FFF2-40B4-BE49-F238E27FC236}">
                  <a16:creationId xmlns:a16="http://schemas.microsoft.com/office/drawing/2014/main" id="{8F432E69-6F78-4D85-093D-A24D295B9081}"/>
                </a:ext>
              </a:extLst>
            </p:cNvPr>
            <p:cNvCxnSpPr>
              <a:cxnSpLocks/>
            </p:cNvCxnSpPr>
            <p:nvPr/>
          </p:nvCxnSpPr>
          <p:spPr>
            <a:xfrm flipH="1" flipV="1">
              <a:off x="3995411" y="5768950"/>
              <a:ext cx="238685" cy="22603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45" name="Ellips 244">
            <a:extLst>
              <a:ext uri="{FF2B5EF4-FFF2-40B4-BE49-F238E27FC236}">
                <a16:creationId xmlns:a16="http://schemas.microsoft.com/office/drawing/2014/main" id="{2CAF72B9-B3FD-F955-F33F-12FF132875B8}"/>
              </a:ext>
            </a:extLst>
          </p:cNvPr>
          <p:cNvSpPr/>
          <p:nvPr/>
        </p:nvSpPr>
        <p:spPr>
          <a:xfrm>
            <a:off x="6006824" y="4376868"/>
            <a:ext cx="260798" cy="226223"/>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246" name="Rektangel 245">
            <a:extLst>
              <a:ext uri="{FF2B5EF4-FFF2-40B4-BE49-F238E27FC236}">
                <a16:creationId xmlns:a16="http://schemas.microsoft.com/office/drawing/2014/main" id="{A732EA16-56DB-F81C-3BA6-52FBA05FF229}"/>
              </a:ext>
            </a:extLst>
          </p:cNvPr>
          <p:cNvSpPr/>
          <p:nvPr/>
        </p:nvSpPr>
        <p:spPr>
          <a:xfrm>
            <a:off x="5965111" y="4015222"/>
            <a:ext cx="328343" cy="930463"/>
          </a:xfrm>
          <a:prstGeom prst="rect">
            <a:avLst/>
          </a:prstGeom>
          <a:solidFill>
            <a:srgbClr val="4DFC24">
              <a:alpha val="45000"/>
            </a:srgbClr>
          </a:solid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solidFill>
                <a:schemeClr val="lt1">
                  <a:alpha val="0"/>
                </a:schemeClr>
              </a:solidFill>
            </a:endParaRPr>
          </a:p>
        </p:txBody>
      </p:sp>
      <p:grpSp>
        <p:nvGrpSpPr>
          <p:cNvPr id="247" name="Grupp 246">
            <a:extLst>
              <a:ext uri="{FF2B5EF4-FFF2-40B4-BE49-F238E27FC236}">
                <a16:creationId xmlns:a16="http://schemas.microsoft.com/office/drawing/2014/main" id="{4E143001-022D-FAAA-8FD3-CC84FC677128}"/>
              </a:ext>
            </a:extLst>
          </p:cNvPr>
          <p:cNvGrpSpPr/>
          <p:nvPr/>
        </p:nvGrpSpPr>
        <p:grpSpPr>
          <a:xfrm>
            <a:off x="8078918" y="4011346"/>
            <a:ext cx="893451" cy="852645"/>
            <a:chOff x="1202049" y="2073910"/>
            <a:chExt cx="893451" cy="852645"/>
          </a:xfrm>
          <a:solidFill>
            <a:schemeClr val="bg1"/>
          </a:solidFill>
        </p:grpSpPr>
        <p:sp>
          <p:nvSpPr>
            <p:cNvPr id="248" name="Rektangel 247">
              <a:extLst>
                <a:ext uri="{FF2B5EF4-FFF2-40B4-BE49-F238E27FC236}">
                  <a16:creationId xmlns:a16="http://schemas.microsoft.com/office/drawing/2014/main" id="{08664D8C-ABFE-97FE-C3F4-553BD9AD71F2}"/>
                </a:ext>
              </a:extLst>
            </p:cNvPr>
            <p:cNvSpPr/>
            <p:nvPr/>
          </p:nvSpPr>
          <p:spPr>
            <a:xfrm>
              <a:off x="1211580" y="2073910"/>
              <a:ext cx="883920" cy="846295"/>
            </a:xfrm>
            <a:prstGeom prst="rect">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cxnSp>
          <p:nvCxnSpPr>
            <p:cNvPr id="249" name="Rak koppling 248">
              <a:extLst>
                <a:ext uri="{FF2B5EF4-FFF2-40B4-BE49-F238E27FC236}">
                  <a16:creationId xmlns:a16="http://schemas.microsoft.com/office/drawing/2014/main" id="{F1AA7C70-A9E4-B5CF-D52F-7029E15DA5EB}"/>
                </a:ext>
              </a:extLst>
            </p:cNvPr>
            <p:cNvCxnSpPr>
              <a:cxnSpLocks/>
            </p:cNvCxnSpPr>
            <p:nvPr/>
          </p:nvCxnSpPr>
          <p:spPr>
            <a:xfrm flipV="1">
              <a:off x="1512091" y="2080260"/>
              <a:ext cx="0" cy="846295"/>
            </a:xfrm>
            <a:prstGeom prst="line">
              <a:avLst/>
            </a:prstGeom>
            <a:grpFill/>
            <a:ln>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50" name="Rak koppling 249">
              <a:extLst>
                <a:ext uri="{FF2B5EF4-FFF2-40B4-BE49-F238E27FC236}">
                  <a16:creationId xmlns:a16="http://schemas.microsoft.com/office/drawing/2014/main" id="{EB286EC0-E2C5-C661-E116-23D3914399EF}"/>
                </a:ext>
              </a:extLst>
            </p:cNvPr>
            <p:cNvCxnSpPr>
              <a:cxnSpLocks/>
            </p:cNvCxnSpPr>
            <p:nvPr/>
          </p:nvCxnSpPr>
          <p:spPr>
            <a:xfrm flipV="1">
              <a:off x="1809751" y="2080260"/>
              <a:ext cx="0" cy="846295"/>
            </a:xfrm>
            <a:prstGeom prst="line">
              <a:avLst/>
            </a:prstGeom>
            <a:grpFill/>
            <a:ln>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51" name="Rak koppling 250">
              <a:extLst>
                <a:ext uri="{FF2B5EF4-FFF2-40B4-BE49-F238E27FC236}">
                  <a16:creationId xmlns:a16="http://schemas.microsoft.com/office/drawing/2014/main" id="{309BE20F-27D8-3411-801D-61D1DC5EC022}"/>
                </a:ext>
              </a:extLst>
            </p:cNvPr>
            <p:cNvCxnSpPr>
              <a:cxnSpLocks/>
            </p:cNvCxnSpPr>
            <p:nvPr/>
          </p:nvCxnSpPr>
          <p:spPr>
            <a:xfrm flipH="1">
              <a:off x="1213958" y="2375531"/>
              <a:ext cx="881542" cy="0"/>
            </a:xfrm>
            <a:prstGeom prst="line">
              <a:avLst/>
            </a:prstGeom>
            <a:grpFill/>
            <a:ln>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52" name="Rak koppling 251">
              <a:extLst>
                <a:ext uri="{FF2B5EF4-FFF2-40B4-BE49-F238E27FC236}">
                  <a16:creationId xmlns:a16="http://schemas.microsoft.com/office/drawing/2014/main" id="{D9459B9E-C237-6227-7FF2-88403D6637F0}"/>
                </a:ext>
              </a:extLst>
            </p:cNvPr>
            <p:cNvCxnSpPr>
              <a:cxnSpLocks/>
            </p:cNvCxnSpPr>
            <p:nvPr/>
          </p:nvCxnSpPr>
          <p:spPr>
            <a:xfrm flipH="1">
              <a:off x="1202049" y="2646993"/>
              <a:ext cx="881542" cy="0"/>
            </a:xfrm>
            <a:prstGeom prst="line">
              <a:avLst/>
            </a:prstGeom>
            <a:grpFill/>
            <a:ln>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grpSp>
      <p:sp>
        <p:nvSpPr>
          <p:cNvPr id="253" name="Ellips 252">
            <a:extLst>
              <a:ext uri="{FF2B5EF4-FFF2-40B4-BE49-F238E27FC236}">
                <a16:creationId xmlns:a16="http://schemas.microsoft.com/office/drawing/2014/main" id="{966864C8-A64D-6580-B10A-F9E945309C17}"/>
              </a:ext>
            </a:extLst>
          </p:cNvPr>
          <p:cNvSpPr/>
          <p:nvPr/>
        </p:nvSpPr>
        <p:spPr>
          <a:xfrm>
            <a:off x="8699662" y="4049045"/>
            <a:ext cx="260798" cy="226223"/>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grpSp>
        <p:nvGrpSpPr>
          <p:cNvPr id="254" name="Grupp 253">
            <a:extLst>
              <a:ext uri="{FF2B5EF4-FFF2-40B4-BE49-F238E27FC236}">
                <a16:creationId xmlns:a16="http://schemas.microsoft.com/office/drawing/2014/main" id="{DD95310D-283E-D552-E8B7-E7D649F1B9EF}"/>
              </a:ext>
            </a:extLst>
          </p:cNvPr>
          <p:cNvGrpSpPr/>
          <p:nvPr/>
        </p:nvGrpSpPr>
        <p:grpSpPr>
          <a:xfrm>
            <a:off x="8408017" y="4053345"/>
            <a:ext cx="245995" cy="228734"/>
            <a:chOff x="3995411" y="5766247"/>
            <a:chExt cx="245995" cy="228734"/>
          </a:xfrm>
        </p:grpSpPr>
        <p:cxnSp>
          <p:nvCxnSpPr>
            <p:cNvPr id="255" name="Rak koppling 254">
              <a:extLst>
                <a:ext uri="{FF2B5EF4-FFF2-40B4-BE49-F238E27FC236}">
                  <a16:creationId xmlns:a16="http://schemas.microsoft.com/office/drawing/2014/main" id="{C968B7BD-C4B3-AF85-1D09-53E10134E4A8}"/>
                </a:ext>
              </a:extLst>
            </p:cNvPr>
            <p:cNvCxnSpPr>
              <a:cxnSpLocks/>
            </p:cNvCxnSpPr>
            <p:nvPr/>
          </p:nvCxnSpPr>
          <p:spPr>
            <a:xfrm flipV="1">
              <a:off x="3998484" y="5766247"/>
              <a:ext cx="242922" cy="22873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6" name="Rak koppling 255">
              <a:extLst>
                <a:ext uri="{FF2B5EF4-FFF2-40B4-BE49-F238E27FC236}">
                  <a16:creationId xmlns:a16="http://schemas.microsoft.com/office/drawing/2014/main" id="{E3B42092-AA5D-3267-C848-9D920AFF8240}"/>
                </a:ext>
              </a:extLst>
            </p:cNvPr>
            <p:cNvCxnSpPr>
              <a:cxnSpLocks/>
            </p:cNvCxnSpPr>
            <p:nvPr/>
          </p:nvCxnSpPr>
          <p:spPr>
            <a:xfrm flipH="1" flipV="1">
              <a:off x="3995411" y="5768950"/>
              <a:ext cx="238685" cy="22603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57" name="Grupp 256">
            <a:extLst>
              <a:ext uri="{FF2B5EF4-FFF2-40B4-BE49-F238E27FC236}">
                <a16:creationId xmlns:a16="http://schemas.microsoft.com/office/drawing/2014/main" id="{B1054509-44FC-587D-98A4-D4D4B520DE5D}"/>
              </a:ext>
            </a:extLst>
          </p:cNvPr>
          <p:cNvGrpSpPr/>
          <p:nvPr/>
        </p:nvGrpSpPr>
        <p:grpSpPr>
          <a:xfrm>
            <a:off x="8414793" y="4334331"/>
            <a:ext cx="245995" cy="228734"/>
            <a:chOff x="3995411" y="5766247"/>
            <a:chExt cx="245995" cy="228734"/>
          </a:xfrm>
        </p:grpSpPr>
        <p:cxnSp>
          <p:nvCxnSpPr>
            <p:cNvPr id="258" name="Rak koppling 257">
              <a:extLst>
                <a:ext uri="{FF2B5EF4-FFF2-40B4-BE49-F238E27FC236}">
                  <a16:creationId xmlns:a16="http://schemas.microsoft.com/office/drawing/2014/main" id="{712295E7-DAC0-2D2B-F861-E774D47B6637}"/>
                </a:ext>
              </a:extLst>
            </p:cNvPr>
            <p:cNvCxnSpPr>
              <a:cxnSpLocks/>
            </p:cNvCxnSpPr>
            <p:nvPr/>
          </p:nvCxnSpPr>
          <p:spPr>
            <a:xfrm flipV="1">
              <a:off x="3998484" y="5766247"/>
              <a:ext cx="242922" cy="22873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9" name="Rak koppling 258">
              <a:extLst>
                <a:ext uri="{FF2B5EF4-FFF2-40B4-BE49-F238E27FC236}">
                  <a16:creationId xmlns:a16="http://schemas.microsoft.com/office/drawing/2014/main" id="{460A127A-1391-9DF1-98D1-29756949C799}"/>
                </a:ext>
              </a:extLst>
            </p:cNvPr>
            <p:cNvCxnSpPr>
              <a:cxnSpLocks/>
            </p:cNvCxnSpPr>
            <p:nvPr/>
          </p:nvCxnSpPr>
          <p:spPr>
            <a:xfrm flipH="1" flipV="1">
              <a:off x="3995411" y="5768950"/>
              <a:ext cx="238685" cy="22603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60" name="Grupp 259">
            <a:extLst>
              <a:ext uri="{FF2B5EF4-FFF2-40B4-BE49-F238E27FC236}">
                <a16:creationId xmlns:a16="http://schemas.microsoft.com/office/drawing/2014/main" id="{4252A439-D8A8-698E-7403-604208F4B333}"/>
              </a:ext>
            </a:extLst>
          </p:cNvPr>
          <p:cNvGrpSpPr/>
          <p:nvPr/>
        </p:nvGrpSpPr>
        <p:grpSpPr>
          <a:xfrm>
            <a:off x="8120836" y="4605794"/>
            <a:ext cx="245995" cy="228734"/>
            <a:chOff x="3995411" y="5766247"/>
            <a:chExt cx="245995" cy="228734"/>
          </a:xfrm>
        </p:grpSpPr>
        <p:cxnSp>
          <p:nvCxnSpPr>
            <p:cNvPr id="261" name="Rak koppling 260">
              <a:extLst>
                <a:ext uri="{FF2B5EF4-FFF2-40B4-BE49-F238E27FC236}">
                  <a16:creationId xmlns:a16="http://schemas.microsoft.com/office/drawing/2014/main" id="{57E69094-F1F1-C432-39E2-68F851B92D1A}"/>
                </a:ext>
              </a:extLst>
            </p:cNvPr>
            <p:cNvCxnSpPr>
              <a:cxnSpLocks/>
            </p:cNvCxnSpPr>
            <p:nvPr/>
          </p:nvCxnSpPr>
          <p:spPr>
            <a:xfrm flipV="1">
              <a:off x="3998484" y="5766247"/>
              <a:ext cx="242922" cy="22873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2" name="Rak koppling 261">
              <a:extLst>
                <a:ext uri="{FF2B5EF4-FFF2-40B4-BE49-F238E27FC236}">
                  <a16:creationId xmlns:a16="http://schemas.microsoft.com/office/drawing/2014/main" id="{B645638B-3927-1387-401B-5AF084B3ACA2}"/>
                </a:ext>
              </a:extLst>
            </p:cNvPr>
            <p:cNvCxnSpPr>
              <a:cxnSpLocks/>
            </p:cNvCxnSpPr>
            <p:nvPr/>
          </p:nvCxnSpPr>
          <p:spPr>
            <a:xfrm flipH="1" flipV="1">
              <a:off x="3995411" y="5768950"/>
              <a:ext cx="238685" cy="22603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63" name="Ellips 262">
            <a:extLst>
              <a:ext uri="{FF2B5EF4-FFF2-40B4-BE49-F238E27FC236}">
                <a16:creationId xmlns:a16="http://schemas.microsoft.com/office/drawing/2014/main" id="{F471E803-7038-194C-64FF-28C392DDF5B0}"/>
              </a:ext>
            </a:extLst>
          </p:cNvPr>
          <p:cNvSpPr/>
          <p:nvPr/>
        </p:nvSpPr>
        <p:spPr>
          <a:xfrm>
            <a:off x="8109732" y="4334139"/>
            <a:ext cx="260798" cy="226223"/>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264" name="Ellips 263">
            <a:extLst>
              <a:ext uri="{FF2B5EF4-FFF2-40B4-BE49-F238E27FC236}">
                <a16:creationId xmlns:a16="http://schemas.microsoft.com/office/drawing/2014/main" id="{51074024-553D-E561-2FCA-B8C68A074813}"/>
              </a:ext>
            </a:extLst>
          </p:cNvPr>
          <p:cNvSpPr/>
          <p:nvPr/>
        </p:nvSpPr>
        <p:spPr>
          <a:xfrm>
            <a:off x="8699662" y="4605794"/>
            <a:ext cx="260798" cy="226223"/>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grpSp>
        <p:nvGrpSpPr>
          <p:cNvPr id="265" name="Grupp 264">
            <a:extLst>
              <a:ext uri="{FF2B5EF4-FFF2-40B4-BE49-F238E27FC236}">
                <a16:creationId xmlns:a16="http://schemas.microsoft.com/office/drawing/2014/main" id="{D38A93CF-C064-F988-560B-2D84F1EEDF72}"/>
              </a:ext>
            </a:extLst>
          </p:cNvPr>
          <p:cNvGrpSpPr/>
          <p:nvPr/>
        </p:nvGrpSpPr>
        <p:grpSpPr>
          <a:xfrm>
            <a:off x="8119882" y="4051403"/>
            <a:ext cx="245995" cy="228734"/>
            <a:chOff x="3995411" y="5766247"/>
            <a:chExt cx="245995" cy="228734"/>
          </a:xfrm>
        </p:grpSpPr>
        <p:cxnSp>
          <p:nvCxnSpPr>
            <p:cNvPr id="266" name="Rak koppling 265">
              <a:extLst>
                <a:ext uri="{FF2B5EF4-FFF2-40B4-BE49-F238E27FC236}">
                  <a16:creationId xmlns:a16="http://schemas.microsoft.com/office/drawing/2014/main" id="{B0AA0547-D8CD-BA5E-E9E3-57F09D7CA651}"/>
                </a:ext>
              </a:extLst>
            </p:cNvPr>
            <p:cNvCxnSpPr>
              <a:cxnSpLocks/>
            </p:cNvCxnSpPr>
            <p:nvPr/>
          </p:nvCxnSpPr>
          <p:spPr>
            <a:xfrm flipV="1">
              <a:off x="3998484" y="5766247"/>
              <a:ext cx="242922" cy="22873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7" name="Rak koppling 266">
              <a:extLst>
                <a:ext uri="{FF2B5EF4-FFF2-40B4-BE49-F238E27FC236}">
                  <a16:creationId xmlns:a16="http://schemas.microsoft.com/office/drawing/2014/main" id="{4E67C6B7-14E6-813B-DF9A-764941285F86}"/>
                </a:ext>
              </a:extLst>
            </p:cNvPr>
            <p:cNvCxnSpPr>
              <a:cxnSpLocks/>
            </p:cNvCxnSpPr>
            <p:nvPr/>
          </p:nvCxnSpPr>
          <p:spPr>
            <a:xfrm flipH="1" flipV="1">
              <a:off x="3995411" y="5768950"/>
              <a:ext cx="238685" cy="22603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69" name="Ellips 268">
            <a:extLst>
              <a:ext uri="{FF2B5EF4-FFF2-40B4-BE49-F238E27FC236}">
                <a16:creationId xmlns:a16="http://schemas.microsoft.com/office/drawing/2014/main" id="{06A87A7B-3952-349A-AF8D-7B0F6B3B3325}"/>
              </a:ext>
            </a:extLst>
          </p:cNvPr>
          <p:cNvSpPr/>
          <p:nvPr/>
        </p:nvSpPr>
        <p:spPr>
          <a:xfrm>
            <a:off x="8412906" y="4605794"/>
            <a:ext cx="260798" cy="226223"/>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cxnSp>
        <p:nvCxnSpPr>
          <p:cNvPr id="270" name="Rak pilkoppling 269">
            <a:extLst>
              <a:ext uri="{FF2B5EF4-FFF2-40B4-BE49-F238E27FC236}">
                <a16:creationId xmlns:a16="http://schemas.microsoft.com/office/drawing/2014/main" id="{A8E1EB34-8899-CEC4-BEBA-C1710D8E5BD4}"/>
              </a:ext>
            </a:extLst>
          </p:cNvPr>
          <p:cNvCxnSpPr>
            <a:cxnSpLocks/>
          </p:cNvCxnSpPr>
          <p:nvPr/>
        </p:nvCxnSpPr>
        <p:spPr>
          <a:xfrm>
            <a:off x="8534135" y="4949984"/>
            <a:ext cx="0" cy="430647"/>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grpSp>
        <p:nvGrpSpPr>
          <p:cNvPr id="271" name="Grupp 270">
            <a:extLst>
              <a:ext uri="{FF2B5EF4-FFF2-40B4-BE49-F238E27FC236}">
                <a16:creationId xmlns:a16="http://schemas.microsoft.com/office/drawing/2014/main" id="{128A4503-9C63-964F-3975-F60741C7591A}"/>
              </a:ext>
            </a:extLst>
          </p:cNvPr>
          <p:cNvGrpSpPr/>
          <p:nvPr/>
        </p:nvGrpSpPr>
        <p:grpSpPr>
          <a:xfrm>
            <a:off x="8078918" y="5436522"/>
            <a:ext cx="893451" cy="852645"/>
            <a:chOff x="1202049" y="2073910"/>
            <a:chExt cx="893451" cy="852645"/>
          </a:xfrm>
          <a:solidFill>
            <a:schemeClr val="bg1"/>
          </a:solidFill>
        </p:grpSpPr>
        <p:sp>
          <p:nvSpPr>
            <p:cNvPr id="272" name="Rektangel 271">
              <a:extLst>
                <a:ext uri="{FF2B5EF4-FFF2-40B4-BE49-F238E27FC236}">
                  <a16:creationId xmlns:a16="http://schemas.microsoft.com/office/drawing/2014/main" id="{AAF381ED-F2E3-F124-A94A-F53320D07012}"/>
                </a:ext>
              </a:extLst>
            </p:cNvPr>
            <p:cNvSpPr/>
            <p:nvPr/>
          </p:nvSpPr>
          <p:spPr>
            <a:xfrm>
              <a:off x="1211580" y="2073910"/>
              <a:ext cx="883920" cy="846295"/>
            </a:xfrm>
            <a:prstGeom prst="rect">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cxnSp>
          <p:nvCxnSpPr>
            <p:cNvPr id="273" name="Rak koppling 272">
              <a:extLst>
                <a:ext uri="{FF2B5EF4-FFF2-40B4-BE49-F238E27FC236}">
                  <a16:creationId xmlns:a16="http://schemas.microsoft.com/office/drawing/2014/main" id="{4BA0B72E-5583-E2EE-92B9-2C7E0FAD0E73}"/>
                </a:ext>
              </a:extLst>
            </p:cNvPr>
            <p:cNvCxnSpPr>
              <a:cxnSpLocks/>
            </p:cNvCxnSpPr>
            <p:nvPr/>
          </p:nvCxnSpPr>
          <p:spPr>
            <a:xfrm flipV="1">
              <a:off x="1512091" y="2080260"/>
              <a:ext cx="0" cy="846295"/>
            </a:xfrm>
            <a:prstGeom prst="line">
              <a:avLst/>
            </a:prstGeom>
            <a:grpFill/>
            <a:ln>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74" name="Rak koppling 273">
              <a:extLst>
                <a:ext uri="{FF2B5EF4-FFF2-40B4-BE49-F238E27FC236}">
                  <a16:creationId xmlns:a16="http://schemas.microsoft.com/office/drawing/2014/main" id="{AB4FB943-47DF-9D50-3E37-7DF01DB61D4C}"/>
                </a:ext>
              </a:extLst>
            </p:cNvPr>
            <p:cNvCxnSpPr>
              <a:cxnSpLocks/>
            </p:cNvCxnSpPr>
            <p:nvPr/>
          </p:nvCxnSpPr>
          <p:spPr>
            <a:xfrm flipV="1">
              <a:off x="1809751" y="2080260"/>
              <a:ext cx="0" cy="846295"/>
            </a:xfrm>
            <a:prstGeom prst="line">
              <a:avLst/>
            </a:prstGeom>
            <a:grpFill/>
            <a:ln>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75" name="Rak koppling 274">
              <a:extLst>
                <a:ext uri="{FF2B5EF4-FFF2-40B4-BE49-F238E27FC236}">
                  <a16:creationId xmlns:a16="http://schemas.microsoft.com/office/drawing/2014/main" id="{3D450BDF-4457-6D33-0086-FFA23352F0E1}"/>
                </a:ext>
              </a:extLst>
            </p:cNvPr>
            <p:cNvCxnSpPr>
              <a:cxnSpLocks/>
            </p:cNvCxnSpPr>
            <p:nvPr/>
          </p:nvCxnSpPr>
          <p:spPr>
            <a:xfrm flipH="1">
              <a:off x="1213958" y="2375531"/>
              <a:ext cx="881542" cy="0"/>
            </a:xfrm>
            <a:prstGeom prst="line">
              <a:avLst/>
            </a:prstGeom>
            <a:grpFill/>
            <a:ln>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76" name="Rak koppling 275">
              <a:extLst>
                <a:ext uri="{FF2B5EF4-FFF2-40B4-BE49-F238E27FC236}">
                  <a16:creationId xmlns:a16="http://schemas.microsoft.com/office/drawing/2014/main" id="{54304DEB-B350-DA82-3EA4-19469AD55AB9}"/>
                </a:ext>
              </a:extLst>
            </p:cNvPr>
            <p:cNvCxnSpPr>
              <a:cxnSpLocks/>
            </p:cNvCxnSpPr>
            <p:nvPr/>
          </p:nvCxnSpPr>
          <p:spPr>
            <a:xfrm flipH="1">
              <a:off x="1202049" y="2646993"/>
              <a:ext cx="881542" cy="0"/>
            </a:xfrm>
            <a:prstGeom prst="line">
              <a:avLst/>
            </a:prstGeom>
            <a:grpFill/>
            <a:ln>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grpSp>
      <p:sp>
        <p:nvSpPr>
          <p:cNvPr id="277" name="Ellips 276">
            <a:extLst>
              <a:ext uri="{FF2B5EF4-FFF2-40B4-BE49-F238E27FC236}">
                <a16:creationId xmlns:a16="http://schemas.microsoft.com/office/drawing/2014/main" id="{3F224FE7-3BF5-D7CD-E18E-866549C2B2DA}"/>
              </a:ext>
            </a:extLst>
          </p:cNvPr>
          <p:cNvSpPr/>
          <p:nvPr/>
        </p:nvSpPr>
        <p:spPr>
          <a:xfrm>
            <a:off x="8699662" y="5474221"/>
            <a:ext cx="260798" cy="226223"/>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grpSp>
        <p:nvGrpSpPr>
          <p:cNvPr id="278" name="Grupp 277">
            <a:extLst>
              <a:ext uri="{FF2B5EF4-FFF2-40B4-BE49-F238E27FC236}">
                <a16:creationId xmlns:a16="http://schemas.microsoft.com/office/drawing/2014/main" id="{5A642006-1910-148B-F38F-A645CBD322C2}"/>
              </a:ext>
            </a:extLst>
          </p:cNvPr>
          <p:cNvGrpSpPr/>
          <p:nvPr/>
        </p:nvGrpSpPr>
        <p:grpSpPr>
          <a:xfrm>
            <a:off x="8408017" y="5478521"/>
            <a:ext cx="245995" cy="228734"/>
            <a:chOff x="3995411" y="5766247"/>
            <a:chExt cx="245995" cy="228734"/>
          </a:xfrm>
        </p:grpSpPr>
        <p:cxnSp>
          <p:nvCxnSpPr>
            <p:cNvPr id="279" name="Rak koppling 278">
              <a:extLst>
                <a:ext uri="{FF2B5EF4-FFF2-40B4-BE49-F238E27FC236}">
                  <a16:creationId xmlns:a16="http://schemas.microsoft.com/office/drawing/2014/main" id="{F59E08A9-DD50-5B17-2A4A-6590732EB73F}"/>
                </a:ext>
              </a:extLst>
            </p:cNvPr>
            <p:cNvCxnSpPr>
              <a:cxnSpLocks/>
            </p:cNvCxnSpPr>
            <p:nvPr/>
          </p:nvCxnSpPr>
          <p:spPr>
            <a:xfrm flipV="1">
              <a:off x="3998484" y="5766247"/>
              <a:ext cx="242922" cy="22873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0" name="Rak koppling 279">
              <a:extLst>
                <a:ext uri="{FF2B5EF4-FFF2-40B4-BE49-F238E27FC236}">
                  <a16:creationId xmlns:a16="http://schemas.microsoft.com/office/drawing/2014/main" id="{74B19A4B-D49B-6F51-E679-E7222ED7BF43}"/>
                </a:ext>
              </a:extLst>
            </p:cNvPr>
            <p:cNvCxnSpPr>
              <a:cxnSpLocks/>
            </p:cNvCxnSpPr>
            <p:nvPr/>
          </p:nvCxnSpPr>
          <p:spPr>
            <a:xfrm flipH="1" flipV="1">
              <a:off x="3995411" y="5768950"/>
              <a:ext cx="238685" cy="22603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81" name="Grupp 280">
            <a:extLst>
              <a:ext uri="{FF2B5EF4-FFF2-40B4-BE49-F238E27FC236}">
                <a16:creationId xmlns:a16="http://schemas.microsoft.com/office/drawing/2014/main" id="{223865D4-AB6F-F27D-CDD8-9D558F37E843}"/>
              </a:ext>
            </a:extLst>
          </p:cNvPr>
          <p:cNvGrpSpPr/>
          <p:nvPr/>
        </p:nvGrpSpPr>
        <p:grpSpPr>
          <a:xfrm>
            <a:off x="8414793" y="5759507"/>
            <a:ext cx="245995" cy="228734"/>
            <a:chOff x="3995411" y="5766247"/>
            <a:chExt cx="245995" cy="228734"/>
          </a:xfrm>
        </p:grpSpPr>
        <p:cxnSp>
          <p:nvCxnSpPr>
            <p:cNvPr id="282" name="Rak koppling 281">
              <a:extLst>
                <a:ext uri="{FF2B5EF4-FFF2-40B4-BE49-F238E27FC236}">
                  <a16:creationId xmlns:a16="http://schemas.microsoft.com/office/drawing/2014/main" id="{90D58298-098E-9BE2-1180-A3FADBE66575}"/>
                </a:ext>
              </a:extLst>
            </p:cNvPr>
            <p:cNvCxnSpPr>
              <a:cxnSpLocks/>
            </p:cNvCxnSpPr>
            <p:nvPr/>
          </p:nvCxnSpPr>
          <p:spPr>
            <a:xfrm flipV="1">
              <a:off x="3998484" y="5766247"/>
              <a:ext cx="242922" cy="22873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3" name="Rak koppling 282">
              <a:extLst>
                <a:ext uri="{FF2B5EF4-FFF2-40B4-BE49-F238E27FC236}">
                  <a16:creationId xmlns:a16="http://schemas.microsoft.com/office/drawing/2014/main" id="{37F3EB02-8AA4-138D-A9C8-565356B2E5AF}"/>
                </a:ext>
              </a:extLst>
            </p:cNvPr>
            <p:cNvCxnSpPr>
              <a:cxnSpLocks/>
            </p:cNvCxnSpPr>
            <p:nvPr/>
          </p:nvCxnSpPr>
          <p:spPr>
            <a:xfrm flipH="1" flipV="1">
              <a:off x="3995411" y="5768950"/>
              <a:ext cx="238685" cy="22603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84" name="Grupp 283">
            <a:extLst>
              <a:ext uri="{FF2B5EF4-FFF2-40B4-BE49-F238E27FC236}">
                <a16:creationId xmlns:a16="http://schemas.microsoft.com/office/drawing/2014/main" id="{1242E30E-77FE-C6F6-3921-CF2CF718B782}"/>
              </a:ext>
            </a:extLst>
          </p:cNvPr>
          <p:cNvGrpSpPr/>
          <p:nvPr/>
        </p:nvGrpSpPr>
        <p:grpSpPr>
          <a:xfrm>
            <a:off x="8120836" y="6030970"/>
            <a:ext cx="245995" cy="228734"/>
            <a:chOff x="3995411" y="5766247"/>
            <a:chExt cx="245995" cy="228734"/>
          </a:xfrm>
        </p:grpSpPr>
        <p:cxnSp>
          <p:nvCxnSpPr>
            <p:cNvPr id="285" name="Rak koppling 284">
              <a:extLst>
                <a:ext uri="{FF2B5EF4-FFF2-40B4-BE49-F238E27FC236}">
                  <a16:creationId xmlns:a16="http://schemas.microsoft.com/office/drawing/2014/main" id="{2C123F9C-F0E6-DBA8-96FC-F0907A7C3FAC}"/>
                </a:ext>
              </a:extLst>
            </p:cNvPr>
            <p:cNvCxnSpPr>
              <a:cxnSpLocks/>
            </p:cNvCxnSpPr>
            <p:nvPr/>
          </p:nvCxnSpPr>
          <p:spPr>
            <a:xfrm flipV="1">
              <a:off x="3998484" y="5766247"/>
              <a:ext cx="242922" cy="22873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6" name="Rak koppling 285">
              <a:extLst>
                <a:ext uri="{FF2B5EF4-FFF2-40B4-BE49-F238E27FC236}">
                  <a16:creationId xmlns:a16="http://schemas.microsoft.com/office/drawing/2014/main" id="{DFAB54D2-27EA-A175-6AD0-779F99EC9F9A}"/>
                </a:ext>
              </a:extLst>
            </p:cNvPr>
            <p:cNvCxnSpPr>
              <a:cxnSpLocks/>
            </p:cNvCxnSpPr>
            <p:nvPr/>
          </p:nvCxnSpPr>
          <p:spPr>
            <a:xfrm flipH="1" flipV="1">
              <a:off x="3995411" y="5768950"/>
              <a:ext cx="238685" cy="22603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87" name="Ellips 286">
            <a:extLst>
              <a:ext uri="{FF2B5EF4-FFF2-40B4-BE49-F238E27FC236}">
                <a16:creationId xmlns:a16="http://schemas.microsoft.com/office/drawing/2014/main" id="{B848105B-6970-1C04-3933-3B57F15AB86C}"/>
              </a:ext>
            </a:extLst>
          </p:cNvPr>
          <p:cNvSpPr/>
          <p:nvPr/>
        </p:nvSpPr>
        <p:spPr>
          <a:xfrm>
            <a:off x="8109732" y="5759315"/>
            <a:ext cx="260798" cy="226223"/>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288" name="Ellips 287">
            <a:extLst>
              <a:ext uri="{FF2B5EF4-FFF2-40B4-BE49-F238E27FC236}">
                <a16:creationId xmlns:a16="http://schemas.microsoft.com/office/drawing/2014/main" id="{556E2FC9-872A-3C21-2563-52C0402CE29A}"/>
              </a:ext>
            </a:extLst>
          </p:cNvPr>
          <p:cNvSpPr/>
          <p:nvPr/>
        </p:nvSpPr>
        <p:spPr>
          <a:xfrm>
            <a:off x="8699662" y="6030970"/>
            <a:ext cx="260798" cy="226223"/>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grpSp>
        <p:nvGrpSpPr>
          <p:cNvPr id="289" name="Grupp 288">
            <a:extLst>
              <a:ext uri="{FF2B5EF4-FFF2-40B4-BE49-F238E27FC236}">
                <a16:creationId xmlns:a16="http://schemas.microsoft.com/office/drawing/2014/main" id="{BC7920B2-60AB-77E3-055A-2D5947D89476}"/>
              </a:ext>
            </a:extLst>
          </p:cNvPr>
          <p:cNvGrpSpPr/>
          <p:nvPr/>
        </p:nvGrpSpPr>
        <p:grpSpPr>
          <a:xfrm>
            <a:off x="8119882" y="5476579"/>
            <a:ext cx="245995" cy="228734"/>
            <a:chOff x="3995411" y="5766247"/>
            <a:chExt cx="245995" cy="228734"/>
          </a:xfrm>
        </p:grpSpPr>
        <p:cxnSp>
          <p:nvCxnSpPr>
            <p:cNvPr id="290" name="Rak koppling 289">
              <a:extLst>
                <a:ext uri="{FF2B5EF4-FFF2-40B4-BE49-F238E27FC236}">
                  <a16:creationId xmlns:a16="http://schemas.microsoft.com/office/drawing/2014/main" id="{92C43175-C50B-EE91-9C93-FCA4B1DCCC36}"/>
                </a:ext>
              </a:extLst>
            </p:cNvPr>
            <p:cNvCxnSpPr>
              <a:cxnSpLocks/>
            </p:cNvCxnSpPr>
            <p:nvPr/>
          </p:nvCxnSpPr>
          <p:spPr>
            <a:xfrm flipV="1">
              <a:off x="3998484" y="5766247"/>
              <a:ext cx="242922" cy="22873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1" name="Rak koppling 290">
              <a:extLst>
                <a:ext uri="{FF2B5EF4-FFF2-40B4-BE49-F238E27FC236}">
                  <a16:creationId xmlns:a16="http://schemas.microsoft.com/office/drawing/2014/main" id="{38AE61F0-89BB-D671-E023-213F6DB3CA86}"/>
                </a:ext>
              </a:extLst>
            </p:cNvPr>
            <p:cNvCxnSpPr>
              <a:cxnSpLocks/>
            </p:cNvCxnSpPr>
            <p:nvPr/>
          </p:nvCxnSpPr>
          <p:spPr>
            <a:xfrm flipH="1" flipV="1">
              <a:off x="3995411" y="5768950"/>
              <a:ext cx="238685" cy="22603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92" name="Ellips 291">
            <a:extLst>
              <a:ext uri="{FF2B5EF4-FFF2-40B4-BE49-F238E27FC236}">
                <a16:creationId xmlns:a16="http://schemas.microsoft.com/office/drawing/2014/main" id="{7862208F-5978-2A37-46BB-438F16B724E7}"/>
              </a:ext>
            </a:extLst>
          </p:cNvPr>
          <p:cNvSpPr/>
          <p:nvPr/>
        </p:nvSpPr>
        <p:spPr>
          <a:xfrm>
            <a:off x="8412906" y="6030970"/>
            <a:ext cx="260798" cy="226223"/>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grpSp>
        <p:nvGrpSpPr>
          <p:cNvPr id="293" name="Grupp 292">
            <a:extLst>
              <a:ext uri="{FF2B5EF4-FFF2-40B4-BE49-F238E27FC236}">
                <a16:creationId xmlns:a16="http://schemas.microsoft.com/office/drawing/2014/main" id="{F1B62900-7D7C-91AB-2224-C14A53882DC8}"/>
              </a:ext>
            </a:extLst>
          </p:cNvPr>
          <p:cNvGrpSpPr/>
          <p:nvPr/>
        </p:nvGrpSpPr>
        <p:grpSpPr>
          <a:xfrm>
            <a:off x="8706973" y="5761177"/>
            <a:ext cx="245995" cy="228734"/>
            <a:chOff x="3995411" y="5766247"/>
            <a:chExt cx="245995" cy="228734"/>
          </a:xfrm>
        </p:grpSpPr>
        <p:cxnSp>
          <p:nvCxnSpPr>
            <p:cNvPr id="294" name="Rak koppling 293">
              <a:extLst>
                <a:ext uri="{FF2B5EF4-FFF2-40B4-BE49-F238E27FC236}">
                  <a16:creationId xmlns:a16="http://schemas.microsoft.com/office/drawing/2014/main" id="{CD8122BE-F8AC-ED87-3F85-945F9B8072B9}"/>
                </a:ext>
              </a:extLst>
            </p:cNvPr>
            <p:cNvCxnSpPr>
              <a:cxnSpLocks/>
            </p:cNvCxnSpPr>
            <p:nvPr/>
          </p:nvCxnSpPr>
          <p:spPr>
            <a:xfrm flipV="1">
              <a:off x="3998484" y="5766247"/>
              <a:ext cx="242922" cy="228734"/>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95" name="Rak koppling 294">
              <a:extLst>
                <a:ext uri="{FF2B5EF4-FFF2-40B4-BE49-F238E27FC236}">
                  <a16:creationId xmlns:a16="http://schemas.microsoft.com/office/drawing/2014/main" id="{EAA50C7D-C095-CF80-7D44-5ED568FB87C2}"/>
                </a:ext>
              </a:extLst>
            </p:cNvPr>
            <p:cNvCxnSpPr>
              <a:cxnSpLocks/>
            </p:cNvCxnSpPr>
            <p:nvPr/>
          </p:nvCxnSpPr>
          <p:spPr>
            <a:xfrm flipH="1" flipV="1">
              <a:off x="3995411" y="5768950"/>
              <a:ext cx="238685" cy="226031"/>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grpSp>
      <p:sp>
        <p:nvSpPr>
          <p:cNvPr id="296" name="textruta 295">
            <a:extLst>
              <a:ext uri="{FF2B5EF4-FFF2-40B4-BE49-F238E27FC236}">
                <a16:creationId xmlns:a16="http://schemas.microsoft.com/office/drawing/2014/main" id="{76D2C06B-C8D3-7E6F-CA6F-3E8F78592F72}"/>
              </a:ext>
            </a:extLst>
          </p:cNvPr>
          <p:cNvSpPr txBox="1"/>
          <p:nvPr/>
        </p:nvSpPr>
        <p:spPr>
          <a:xfrm>
            <a:off x="841153" y="5804696"/>
            <a:ext cx="1244793" cy="276999"/>
          </a:xfrm>
          <a:prstGeom prst="rect">
            <a:avLst/>
          </a:prstGeom>
          <a:noFill/>
        </p:spPr>
        <p:txBody>
          <a:bodyPr wrap="square" rtlCol="0">
            <a:spAutoFit/>
          </a:bodyPr>
          <a:lstStyle/>
          <a:p>
            <a:r>
              <a:rPr lang="sv-SE" sz="1200" dirty="0"/>
              <a:t>Värde: 1</a:t>
            </a:r>
          </a:p>
        </p:txBody>
      </p:sp>
      <p:sp>
        <p:nvSpPr>
          <p:cNvPr id="297" name="textruta 296">
            <a:extLst>
              <a:ext uri="{FF2B5EF4-FFF2-40B4-BE49-F238E27FC236}">
                <a16:creationId xmlns:a16="http://schemas.microsoft.com/office/drawing/2014/main" id="{560D2E3D-D77D-1ECD-9B40-E98BECCD322C}"/>
              </a:ext>
            </a:extLst>
          </p:cNvPr>
          <p:cNvSpPr txBox="1"/>
          <p:nvPr/>
        </p:nvSpPr>
        <p:spPr>
          <a:xfrm>
            <a:off x="3921017" y="5771214"/>
            <a:ext cx="1244793" cy="276999"/>
          </a:xfrm>
          <a:prstGeom prst="rect">
            <a:avLst/>
          </a:prstGeom>
          <a:noFill/>
        </p:spPr>
        <p:txBody>
          <a:bodyPr wrap="square" rtlCol="0">
            <a:spAutoFit/>
          </a:bodyPr>
          <a:lstStyle/>
          <a:p>
            <a:r>
              <a:rPr lang="sv-SE" sz="1200" dirty="0"/>
              <a:t>Värde: 0</a:t>
            </a:r>
          </a:p>
        </p:txBody>
      </p:sp>
      <p:sp>
        <p:nvSpPr>
          <p:cNvPr id="298" name="textruta 297">
            <a:extLst>
              <a:ext uri="{FF2B5EF4-FFF2-40B4-BE49-F238E27FC236}">
                <a16:creationId xmlns:a16="http://schemas.microsoft.com/office/drawing/2014/main" id="{2A2C02BF-0C08-938C-6771-4FDC629EF16B}"/>
              </a:ext>
            </a:extLst>
          </p:cNvPr>
          <p:cNvSpPr txBox="1"/>
          <p:nvPr/>
        </p:nvSpPr>
        <p:spPr>
          <a:xfrm>
            <a:off x="8979767" y="2891311"/>
            <a:ext cx="1244793" cy="276999"/>
          </a:xfrm>
          <a:prstGeom prst="rect">
            <a:avLst/>
          </a:prstGeom>
          <a:noFill/>
        </p:spPr>
        <p:txBody>
          <a:bodyPr wrap="square" rtlCol="0">
            <a:spAutoFit/>
          </a:bodyPr>
          <a:lstStyle/>
          <a:p>
            <a:r>
              <a:rPr lang="sv-SE" sz="1200" dirty="0"/>
              <a:t>Värde: 1</a:t>
            </a:r>
          </a:p>
        </p:txBody>
      </p:sp>
      <p:sp>
        <p:nvSpPr>
          <p:cNvPr id="300" name="textruta 299">
            <a:extLst>
              <a:ext uri="{FF2B5EF4-FFF2-40B4-BE49-F238E27FC236}">
                <a16:creationId xmlns:a16="http://schemas.microsoft.com/office/drawing/2014/main" id="{E66EF3CA-40AE-1EAB-DE98-FA63B6EAEA03}"/>
              </a:ext>
            </a:extLst>
          </p:cNvPr>
          <p:cNvSpPr txBox="1"/>
          <p:nvPr/>
        </p:nvSpPr>
        <p:spPr>
          <a:xfrm>
            <a:off x="7365448" y="5765334"/>
            <a:ext cx="1244793" cy="276999"/>
          </a:xfrm>
          <a:prstGeom prst="rect">
            <a:avLst/>
          </a:prstGeom>
          <a:noFill/>
        </p:spPr>
        <p:txBody>
          <a:bodyPr wrap="square" rtlCol="0">
            <a:spAutoFit/>
          </a:bodyPr>
          <a:lstStyle/>
          <a:p>
            <a:r>
              <a:rPr lang="sv-SE" sz="1200" dirty="0"/>
              <a:t>Värde: 0</a:t>
            </a:r>
          </a:p>
        </p:txBody>
      </p:sp>
      <p:sp>
        <p:nvSpPr>
          <p:cNvPr id="301" name="textruta 300">
            <a:extLst>
              <a:ext uri="{FF2B5EF4-FFF2-40B4-BE49-F238E27FC236}">
                <a16:creationId xmlns:a16="http://schemas.microsoft.com/office/drawing/2014/main" id="{88CD4B3E-01C2-02DC-40A5-F341883A247B}"/>
              </a:ext>
            </a:extLst>
          </p:cNvPr>
          <p:cNvSpPr txBox="1"/>
          <p:nvPr/>
        </p:nvSpPr>
        <p:spPr>
          <a:xfrm>
            <a:off x="6277153" y="4341953"/>
            <a:ext cx="1244793" cy="276999"/>
          </a:xfrm>
          <a:prstGeom prst="rect">
            <a:avLst/>
          </a:prstGeom>
          <a:noFill/>
        </p:spPr>
        <p:txBody>
          <a:bodyPr wrap="square" rtlCol="0">
            <a:spAutoFit/>
          </a:bodyPr>
          <a:lstStyle/>
          <a:p>
            <a:r>
              <a:rPr lang="sv-SE" sz="1200" dirty="0"/>
              <a:t>Värde: -1</a:t>
            </a:r>
          </a:p>
        </p:txBody>
      </p:sp>
      <p:sp>
        <p:nvSpPr>
          <p:cNvPr id="302" name="textruta 301">
            <a:extLst>
              <a:ext uri="{FF2B5EF4-FFF2-40B4-BE49-F238E27FC236}">
                <a16:creationId xmlns:a16="http://schemas.microsoft.com/office/drawing/2014/main" id="{59F3C8F0-AD16-1888-C05F-4C21C65F303C}"/>
              </a:ext>
            </a:extLst>
          </p:cNvPr>
          <p:cNvSpPr txBox="1"/>
          <p:nvPr/>
        </p:nvSpPr>
        <p:spPr>
          <a:xfrm>
            <a:off x="541574" y="4321858"/>
            <a:ext cx="1488036" cy="276999"/>
          </a:xfrm>
          <a:prstGeom prst="rect">
            <a:avLst/>
          </a:prstGeom>
          <a:noFill/>
        </p:spPr>
        <p:txBody>
          <a:bodyPr wrap="square" rtlCol="0">
            <a:spAutoFit/>
          </a:bodyPr>
          <a:lstStyle/>
          <a:p>
            <a:r>
              <a:rPr lang="sv-SE" sz="1200" dirty="0"/>
              <a:t>Max-värde: 1</a:t>
            </a:r>
          </a:p>
        </p:txBody>
      </p:sp>
      <p:sp>
        <p:nvSpPr>
          <p:cNvPr id="303" name="textruta 302">
            <a:extLst>
              <a:ext uri="{FF2B5EF4-FFF2-40B4-BE49-F238E27FC236}">
                <a16:creationId xmlns:a16="http://schemas.microsoft.com/office/drawing/2014/main" id="{16267A95-7A5E-3D1A-782C-FA88F1B970DD}"/>
              </a:ext>
            </a:extLst>
          </p:cNvPr>
          <p:cNvSpPr txBox="1"/>
          <p:nvPr/>
        </p:nvSpPr>
        <p:spPr>
          <a:xfrm>
            <a:off x="3907718" y="4248580"/>
            <a:ext cx="1488036" cy="276999"/>
          </a:xfrm>
          <a:prstGeom prst="rect">
            <a:avLst/>
          </a:prstGeom>
          <a:noFill/>
        </p:spPr>
        <p:txBody>
          <a:bodyPr wrap="square" rtlCol="0">
            <a:spAutoFit/>
          </a:bodyPr>
          <a:lstStyle/>
          <a:p>
            <a:r>
              <a:rPr lang="sv-SE" sz="1200" dirty="0"/>
              <a:t>Max-värde: 0</a:t>
            </a:r>
          </a:p>
        </p:txBody>
      </p:sp>
      <p:sp>
        <p:nvSpPr>
          <p:cNvPr id="304" name="textruta 303">
            <a:extLst>
              <a:ext uri="{FF2B5EF4-FFF2-40B4-BE49-F238E27FC236}">
                <a16:creationId xmlns:a16="http://schemas.microsoft.com/office/drawing/2014/main" id="{5F10725B-5CD7-5B9A-7192-88520E17C063}"/>
              </a:ext>
            </a:extLst>
          </p:cNvPr>
          <p:cNvSpPr txBox="1"/>
          <p:nvPr/>
        </p:nvSpPr>
        <p:spPr>
          <a:xfrm>
            <a:off x="1368663" y="2998477"/>
            <a:ext cx="1488036" cy="276999"/>
          </a:xfrm>
          <a:prstGeom prst="rect">
            <a:avLst/>
          </a:prstGeom>
          <a:noFill/>
        </p:spPr>
        <p:txBody>
          <a:bodyPr wrap="square" rtlCol="0">
            <a:spAutoFit/>
          </a:bodyPr>
          <a:lstStyle/>
          <a:p>
            <a:r>
              <a:rPr lang="sv-SE" sz="1200" dirty="0"/>
              <a:t>Min-värde: 0</a:t>
            </a:r>
          </a:p>
        </p:txBody>
      </p:sp>
      <p:sp>
        <p:nvSpPr>
          <p:cNvPr id="305" name="textruta 304">
            <a:extLst>
              <a:ext uri="{FF2B5EF4-FFF2-40B4-BE49-F238E27FC236}">
                <a16:creationId xmlns:a16="http://schemas.microsoft.com/office/drawing/2014/main" id="{EB6D9BB1-DA60-26BD-BFBC-2D3C989A8B73}"/>
              </a:ext>
            </a:extLst>
          </p:cNvPr>
          <p:cNvSpPr txBox="1"/>
          <p:nvPr/>
        </p:nvSpPr>
        <p:spPr>
          <a:xfrm>
            <a:off x="8985285" y="4305370"/>
            <a:ext cx="1488036" cy="276999"/>
          </a:xfrm>
          <a:prstGeom prst="rect">
            <a:avLst/>
          </a:prstGeom>
          <a:noFill/>
        </p:spPr>
        <p:txBody>
          <a:bodyPr wrap="square" rtlCol="0">
            <a:spAutoFit/>
          </a:bodyPr>
          <a:lstStyle/>
          <a:p>
            <a:r>
              <a:rPr lang="sv-SE" sz="1200" dirty="0"/>
              <a:t>Max-värde: 0</a:t>
            </a:r>
          </a:p>
        </p:txBody>
      </p:sp>
      <p:sp>
        <p:nvSpPr>
          <p:cNvPr id="306" name="textruta 305">
            <a:extLst>
              <a:ext uri="{FF2B5EF4-FFF2-40B4-BE49-F238E27FC236}">
                <a16:creationId xmlns:a16="http://schemas.microsoft.com/office/drawing/2014/main" id="{1958784A-ABC1-1CF5-1DE7-0810FC1DF259}"/>
              </a:ext>
            </a:extLst>
          </p:cNvPr>
          <p:cNvSpPr txBox="1"/>
          <p:nvPr/>
        </p:nvSpPr>
        <p:spPr>
          <a:xfrm>
            <a:off x="5764537" y="2909392"/>
            <a:ext cx="1488036" cy="276999"/>
          </a:xfrm>
          <a:prstGeom prst="rect">
            <a:avLst/>
          </a:prstGeom>
          <a:noFill/>
        </p:spPr>
        <p:txBody>
          <a:bodyPr wrap="square" rtlCol="0">
            <a:spAutoFit/>
          </a:bodyPr>
          <a:lstStyle/>
          <a:p>
            <a:r>
              <a:rPr lang="sv-SE" sz="1200" dirty="0"/>
              <a:t>Min-värde: -1</a:t>
            </a:r>
          </a:p>
        </p:txBody>
      </p:sp>
      <p:sp>
        <p:nvSpPr>
          <p:cNvPr id="307" name="textruta 306">
            <a:extLst>
              <a:ext uri="{FF2B5EF4-FFF2-40B4-BE49-F238E27FC236}">
                <a16:creationId xmlns:a16="http://schemas.microsoft.com/office/drawing/2014/main" id="{AA4CC525-CA92-2A52-72C2-15F66DAA5B1D}"/>
              </a:ext>
            </a:extLst>
          </p:cNvPr>
          <p:cNvSpPr txBox="1"/>
          <p:nvPr/>
        </p:nvSpPr>
        <p:spPr>
          <a:xfrm>
            <a:off x="4489822" y="999769"/>
            <a:ext cx="1488036" cy="276999"/>
          </a:xfrm>
          <a:prstGeom prst="rect">
            <a:avLst/>
          </a:prstGeom>
          <a:noFill/>
        </p:spPr>
        <p:txBody>
          <a:bodyPr wrap="square" rtlCol="0">
            <a:spAutoFit/>
          </a:bodyPr>
          <a:lstStyle/>
          <a:p>
            <a:r>
              <a:rPr lang="sv-SE" sz="1200" dirty="0"/>
              <a:t>Max-värde: 1</a:t>
            </a:r>
          </a:p>
        </p:txBody>
      </p:sp>
      <p:sp>
        <p:nvSpPr>
          <p:cNvPr id="2" name="Ellips 1">
            <a:extLst>
              <a:ext uri="{FF2B5EF4-FFF2-40B4-BE49-F238E27FC236}">
                <a16:creationId xmlns:a16="http://schemas.microsoft.com/office/drawing/2014/main" id="{6422789C-63F5-845D-2D4A-57959D179F0E}"/>
              </a:ext>
            </a:extLst>
          </p:cNvPr>
          <p:cNvSpPr/>
          <p:nvPr/>
        </p:nvSpPr>
        <p:spPr>
          <a:xfrm rot="1303898">
            <a:off x="7167548" y="1562236"/>
            <a:ext cx="3994595" cy="1776599"/>
          </a:xfrm>
          <a:prstGeom prst="ellipse">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24" name="textruta 23">
            <a:extLst>
              <a:ext uri="{FF2B5EF4-FFF2-40B4-BE49-F238E27FC236}">
                <a16:creationId xmlns:a16="http://schemas.microsoft.com/office/drawing/2014/main" id="{458B1845-66B9-2F8E-5AA6-4A8C7C9B61A9}"/>
              </a:ext>
            </a:extLst>
          </p:cNvPr>
          <p:cNvSpPr txBox="1"/>
          <p:nvPr/>
        </p:nvSpPr>
        <p:spPr>
          <a:xfrm>
            <a:off x="7067788" y="953602"/>
            <a:ext cx="1130157" cy="369332"/>
          </a:xfrm>
          <a:prstGeom prst="rect">
            <a:avLst/>
          </a:prstGeom>
          <a:noFill/>
        </p:spPr>
        <p:txBody>
          <a:bodyPr wrap="square" rtlCol="0">
            <a:spAutoFit/>
          </a:bodyPr>
          <a:lstStyle/>
          <a:p>
            <a:r>
              <a:rPr lang="sv-SE" dirty="0"/>
              <a:t>X:s tur</a:t>
            </a:r>
          </a:p>
        </p:txBody>
      </p:sp>
      <p:sp>
        <p:nvSpPr>
          <p:cNvPr id="27" name="Platshållare för sidfot 1">
            <a:extLst>
              <a:ext uri="{FF2B5EF4-FFF2-40B4-BE49-F238E27FC236}">
                <a16:creationId xmlns:a16="http://schemas.microsoft.com/office/drawing/2014/main" id="{AB1C25F3-4FFE-E565-F2FB-08FBAEEB1DB1}"/>
              </a:ext>
            </a:extLst>
          </p:cNvPr>
          <p:cNvSpPr>
            <a:spLocks noGrp="1"/>
          </p:cNvSpPr>
          <p:nvPr/>
        </p:nvSpPr>
        <p:spPr>
          <a:xfrm>
            <a:off x="2768194" y="6419850"/>
            <a:ext cx="5588812" cy="438150"/>
          </a:xfrm>
          <a:prstGeom prst="rect">
            <a:avLst/>
          </a:prstGeom>
        </p:spPr>
        <p:txBody>
          <a:bodyPr vert="horz" lIns="91440" tIns="45720" rIns="91440" bIns="45720" rtlCol="0" anchor="ctr"/>
          <a:lstStyle>
            <a:defPPr>
              <a:defRPr lang="en-US"/>
            </a:defPPr>
            <a:lvl1pPr marL="0" algn="ctr" defTabSz="457200" rtl="0" eaLnBrk="1" latinLnBrk="0" hangingPunct="1">
              <a:defRPr sz="144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dirty="0"/>
              <a:t>Presentation av David Hedengren</a:t>
            </a:r>
          </a:p>
        </p:txBody>
      </p:sp>
    </p:spTree>
    <p:extLst>
      <p:ext uri="{BB962C8B-B14F-4D97-AF65-F5344CB8AC3E}">
        <p14:creationId xmlns:p14="http://schemas.microsoft.com/office/powerpoint/2010/main" val="33485637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1000"/>
                                        <p:tgtEl>
                                          <p:spTgt spid="9"/>
                                        </p:tgtEl>
                                      </p:cBhvr>
                                    </p:animEffect>
                                    <p:anim calcmode="lin" valueType="num">
                                      <p:cBhvr>
                                        <p:cTn id="13" dur="1000" fill="hold"/>
                                        <p:tgtEl>
                                          <p:spTgt spid="9"/>
                                        </p:tgtEl>
                                        <p:attrNameLst>
                                          <p:attrName>ppt_x</p:attrName>
                                        </p:attrNameLst>
                                      </p:cBhvr>
                                      <p:tavLst>
                                        <p:tav tm="0">
                                          <p:val>
                                            <p:strVal val="#ppt_x"/>
                                          </p:val>
                                        </p:tav>
                                        <p:tav tm="100000">
                                          <p:val>
                                            <p:strVal val="#ppt_x"/>
                                          </p:val>
                                        </p:tav>
                                      </p:tavLst>
                                    </p:anim>
                                    <p:anim calcmode="lin" valueType="num">
                                      <p:cBhvr>
                                        <p:cTn id="14" dur="1000" fill="hold"/>
                                        <p:tgtEl>
                                          <p:spTgt spid="9"/>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fade">
                                      <p:cBhvr>
                                        <p:cTn id="17" dur="1000"/>
                                        <p:tgtEl>
                                          <p:spTgt spid="12"/>
                                        </p:tgtEl>
                                      </p:cBhvr>
                                    </p:animEffect>
                                    <p:anim calcmode="lin" valueType="num">
                                      <p:cBhvr>
                                        <p:cTn id="18" dur="1000" fill="hold"/>
                                        <p:tgtEl>
                                          <p:spTgt spid="12"/>
                                        </p:tgtEl>
                                        <p:attrNameLst>
                                          <p:attrName>ppt_x</p:attrName>
                                        </p:attrNameLst>
                                      </p:cBhvr>
                                      <p:tavLst>
                                        <p:tav tm="0">
                                          <p:val>
                                            <p:strVal val="#ppt_x"/>
                                          </p:val>
                                        </p:tav>
                                        <p:tav tm="100000">
                                          <p:val>
                                            <p:strVal val="#ppt_x"/>
                                          </p:val>
                                        </p:tav>
                                      </p:tavLst>
                                    </p:anim>
                                    <p:anim calcmode="lin" valueType="num">
                                      <p:cBhvr>
                                        <p:cTn id="19" dur="1000" fill="hold"/>
                                        <p:tgtEl>
                                          <p:spTgt spid="12"/>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fade">
                                      <p:cBhvr>
                                        <p:cTn id="22" dur="1000"/>
                                        <p:tgtEl>
                                          <p:spTgt spid="13"/>
                                        </p:tgtEl>
                                      </p:cBhvr>
                                    </p:animEffect>
                                    <p:anim calcmode="lin" valueType="num">
                                      <p:cBhvr>
                                        <p:cTn id="23" dur="1000" fill="hold"/>
                                        <p:tgtEl>
                                          <p:spTgt spid="13"/>
                                        </p:tgtEl>
                                        <p:attrNameLst>
                                          <p:attrName>ppt_x</p:attrName>
                                        </p:attrNameLst>
                                      </p:cBhvr>
                                      <p:tavLst>
                                        <p:tav tm="0">
                                          <p:val>
                                            <p:strVal val="#ppt_x"/>
                                          </p:val>
                                        </p:tav>
                                        <p:tav tm="100000">
                                          <p:val>
                                            <p:strVal val="#ppt_x"/>
                                          </p:val>
                                        </p:tav>
                                      </p:tavLst>
                                    </p:anim>
                                    <p:anim calcmode="lin" valueType="num">
                                      <p:cBhvr>
                                        <p:cTn id="24" dur="1000" fill="hold"/>
                                        <p:tgtEl>
                                          <p:spTgt spid="13"/>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16"/>
                                        </p:tgtEl>
                                        <p:attrNameLst>
                                          <p:attrName>style.visibility</p:attrName>
                                        </p:attrNameLst>
                                      </p:cBhvr>
                                      <p:to>
                                        <p:strVal val="visible"/>
                                      </p:to>
                                    </p:set>
                                    <p:animEffect transition="in" filter="fade">
                                      <p:cBhvr>
                                        <p:cTn id="27" dur="1000"/>
                                        <p:tgtEl>
                                          <p:spTgt spid="16"/>
                                        </p:tgtEl>
                                      </p:cBhvr>
                                    </p:animEffect>
                                    <p:anim calcmode="lin" valueType="num">
                                      <p:cBhvr>
                                        <p:cTn id="28" dur="1000" fill="hold"/>
                                        <p:tgtEl>
                                          <p:spTgt spid="16"/>
                                        </p:tgtEl>
                                        <p:attrNameLst>
                                          <p:attrName>ppt_x</p:attrName>
                                        </p:attrNameLst>
                                      </p:cBhvr>
                                      <p:tavLst>
                                        <p:tav tm="0">
                                          <p:val>
                                            <p:strVal val="#ppt_x"/>
                                          </p:val>
                                        </p:tav>
                                        <p:tav tm="100000">
                                          <p:val>
                                            <p:strVal val="#ppt_x"/>
                                          </p:val>
                                        </p:tav>
                                      </p:tavLst>
                                    </p:anim>
                                    <p:anim calcmode="lin" valueType="num">
                                      <p:cBhvr>
                                        <p:cTn id="29" dur="1000" fill="hold"/>
                                        <p:tgtEl>
                                          <p:spTgt spid="16"/>
                                        </p:tgtEl>
                                        <p:attrNameLst>
                                          <p:attrName>ppt_y</p:attrName>
                                        </p:attrNameLst>
                                      </p:cBhvr>
                                      <p:tavLst>
                                        <p:tav tm="0">
                                          <p:val>
                                            <p:strVal val="#ppt_y+.1"/>
                                          </p:val>
                                        </p:tav>
                                        <p:tav tm="100000">
                                          <p:val>
                                            <p:strVal val="#ppt_y"/>
                                          </p:val>
                                        </p:tav>
                                      </p:tavLst>
                                    </p:anim>
                                  </p:childTnLst>
                                </p:cTn>
                              </p:par>
                              <p:par>
                                <p:cTn id="30" presetID="42" presetClass="entr" presetSubtype="0" fill="hold" grpId="0" nodeType="withEffect">
                                  <p:stCondLst>
                                    <p:cond delay="0"/>
                                  </p:stCondLst>
                                  <p:childTnLst>
                                    <p:set>
                                      <p:cBhvr>
                                        <p:cTn id="31" dur="1" fill="hold">
                                          <p:stCondLst>
                                            <p:cond delay="0"/>
                                          </p:stCondLst>
                                        </p:cTn>
                                        <p:tgtEl>
                                          <p:spTgt spid="19"/>
                                        </p:tgtEl>
                                        <p:attrNameLst>
                                          <p:attrName>style.visibility</p:attrName>
                                        </p:attrNameLst>
                                      </p:cBhvr>
                                      <p:to>
                                        <p:strVal val="visible"/>
                                      </p:to>
                                    </p:set>
                                    <p:animEffect transition="in" filter="fade">
                                      <p:cBhvr>
                                        <p:cTn id="32" dur="1000"/>
                                        <p:tgtEl>
                                          <p:spTgt spid="19"/>
                                        </p:tgtEl>
                                      </p:cBhvr>
                                    </p:animEffect>
                                    <p:anim calcmode="lin" valueType="num">
                                      <p:cBhvr>
                                        <p:cTn id="33" dur="1000" fill="hold"/>
                                        <p:tgtEl>
                                          <p:spTgt spid="19"/>
                                        </p:tgtEl>
                                        <p:attrNameLst>
                                          <p:attrName>ppt_x</p:attrName>
                                        </p:attrNameLst>
                                      </p:cBhvr>
                                      <p:tavLst>
                                        <p:tav tm="0">
                                          <p:val>
                                            <p:strVal val="#ppt_x"/>
                                          </p:val>
                                        </p:tav>
                                        <p:tav tm="100000">
                                          <p:val>
                                            <p:strVal val="#ppt_x"/>
                                          </p:val>
                                        </p:tav>
                                      </p:tavLst>
                                    </p:anim>
                                    <p:anim calcmode="lin" valueType="num">
                                      <p:cBhvr>
                                        <p:cTn id="34" dur="1000" fill="hold"/>
                                        <p:tgtEl>
                                          <p:spTgt spid="19"/>
                                        </p:tgtEl>
                                        <p:attrNameLst>
                                          <p:attrName>ppt_y</p:attrName>
                                        </p:attrNameLst>
                                      </p:cBhvr>
                                      <p:tavLst>
                                        <p:tav tm="0">
                                          <p:val>
                                            <p:strVal val="#ppt_y+.1"/>
                                          </p:val>
                                        </p:tav>
                                        <p:tav tm="100000">
                                          <p:val>
                                            <p:strVal val="#ppt_y"/>
                                          </p:val>
                                        </p:tav>
                                      </p:tavLst>
                                    </p:anim>
                                  </p:childTnLst>
                                </p:cTn>
                              </p:par>
                              <p:par>
                                <p:cTn id="35" presetID="42" presetClass="entr" presetSubtype="0" fill="hold" grpId="0" nodeType="withEffect">
                                  <p:stCondLst>
                                    <p:cond delay="0"/>
                                  </p:stCondLst>
                                  <p:childTnLst>
                                    <p:set>
                                      <p:cBhvr>
                                        <p:cTn id="36" dur="1" fill="hold">
                                          <p:stCondLst>
                                            <p:cond delay="0"/>
                                          </p:stCondLst>
                                        </p:cTn>
                                        <p:tgtEl>
                                          <p:spTgt spid="20"/>
                                        </p:tgtEl>
                                        <p:attrNameLst>
                                          <p:attrName>style.visibility</p:attrName>
                                        </p:attrNameLst>
                                      </p:cBhvr>
                                      <p:to>
                                        <p:strVal val="visible"/>
                                      </p:to>
                                    </p:set>
                                    <p:animEffect transition="in" filter="fade">
                                      <p:cBhvr>
                                        <p:cTn id="37" dur="1000"/>
                                        <p:tgtEl>
                                          <p:spTgt spid="20"/>
                                        </p:tgtEl>
                                      </p:cBhvr>
                                    </p:animEffect>
                                    <p:anim calcmode="lin" valueType="num">
                                      <p:cBhvr>
                                        <p:cTn id="38" dur="1000" fill="hold"/>
                                        <p:tgtEl>
                                          <p:spTgt spid="20"/>
                                        </p:tgtEl>
                                        <p:attrNameLst>
                                          <p:attrName>ppt_x</p:attrName>
                                        </p:attrNameLst>
                                      </p:cBhvr>
                                      <p:tavLst>
                                        <p:tav tm="0">
                                          <p:val>
                                            <p:strVal val="#ppt_x"/>
                                          </p:val>
                                        </p:tav>
                                        <p:tav tm="100000">
                                          <p:val>
                                            <p:strVal val="#ppt_x"/>
                                          </p:val>
                                        </p:tav>
                                      </p:tavLst>
                                    </p:anim>
                                    <p:anim calcmode="lin" valueType="num">
                                      <p:cBhvr>
                                        <p:cTn id="39" dur="1000" fill="hold"/>
                                        <p:tgtEl>
                                          <p:spTgt spid="20"/>
                                        </p:tgtEl>
                                        <p:attrNameLst>
                                          <p:attrName>ppt_y</p:attrName>
                                        </p:attrNameLst>
                                      </p:cBhvr>
                                      <p:tavLst>
                                        <p:tav tm="0">
                                          <p:val>
                                            <p:strVal val="#ppt_y+.1"/>
                                          </p:val>
                                        </p:tav>
                                        <p:tav tm="100000">
                                          <p:val>
                                            <p:strVal val="#ppt_y"/>
                                          </p:val>
                                        </p:tav>
                                      </p:tavLst>
                                    </p:anim>
                                  </p:childTnLst>
                                </p:cTn>
                              </p:par>
                              <p:par>
                                <p:cTn id="40" presetID="42" presetClass="entr" presetSubtype="0" fill="hold" nodeType="withEffect">
                                  <p:stCondLst>
                                    <p:cond delay="0"/>
                                  </p:stCondLst>
                                  <p:childTnLst>
                                    <p:set>
                                      <p:cBhvr>
                                        <p:cTn id="41" dur="1" fill="hold">
                                          <p:stCondLst>
                                            <p:cond delay="0"/>
                                          </p:stCondLst>
                                        </p:cTn>
                                        <p:tgtEl>
                                          <p:spTgt spid="21"/>
                                        </p:tgtEl>
                                        <p:attrNameLst>
                                          <p:attrName>style.visibility</p:attrName>
                                        </p:attrNameLst>
                                      </p:cBhvr>
                                      <p:to>
                                        <p:strVal val="visible"/>
                                      </p:to>
                                    </p:set>
                                    <p:animEffect transition="in" filter="fade">
                                      <p:cBhvr>
                                        <p:cTn id="42" dur="1000"/>
                                        <p:tgtEl>
                                          <p:spTgt spid="21"/>
                                        </p:tgtEl>
                                      </p:cBhvr>
                                    </p:animEffect>
                                    <p:anim calcmode="lin" valueType="num">
                                      <p:cBhvr>
                                        <p:cTn id="43" dur="1000" fill="hold"/>
                                        <p:tgtEl>
                                          <p:spTgt spid="21"/>
                                        </p:tgtEl>
                                        <p:attrNameLst>
                                          <p:attrName>ppt_x</p:attrName>
                                        </p:attrNameLst>
                                      </p:cBhvr>
                                      <p:tavLst>
                                        <p:tav tm="0">
                                          <p:val>
                                            <p:strVal val="#ppt_x"/>
                                          </p:val>
                                        </p:tav>
                                        <p:tav tm="100000">
                                          <p:val>
                                            <p:strVal val="#ppt_x"/>
                                          </p:val>
                                        </p:tav>
                                      </p:tavLst>
                                    </p:anim>
                                    <p:anim calcmode="lin" valueType="num">
                                      <p:cBhvr>
                                        <p:cTn id="44" dur="1000" fill="hold"/>
                                        <p:tgtEl>
                                          <p:spTgt spid="21"/>
                                        </p:tgtEl>
                                        <p:attrNameLst>
                                          <p:attrName>ppt_y</p:attrName>
                                        </p:attrNameLst>
                                      </p:cBhvr>
                                      <p:tavLst>
                                        <p:tav tm="0">
                                          <p:val>
                                            <p:strVal val="#ppt_y+.1"/>
                                          </p:val>
                                        </p:tav>
                                        <p:tav tm="100000">
                                          <p:val>
                                            <p:strVal val="#ppt_y"/>
                                          </p:val>
                                        </p:tav>
                                      </p:tavLst>
                                    </p:anim>
                                  </p:childTnLst>
                                </p:cTn>
                              </p:par>
                              <p:par>
                                <p:cTn id="45" presetID="42" presetClass="entr" presetSubtype="0" fill="hold" nodeType="withEffect">
                                  <p:stCondLst>
                                    <p:cond delay="0"/>
                                  </p:stCondLst>
                                  <p:childTnLst>
                                    <p:set>
                                      <p:cBhvr>
                                        <p:cTn id="46" dur="1" fill="hold">
                                          <p:stCondLst>
                                            <p:cond delay="0"/>
                                          </p:stCondLst>
                                        </p:cTn>
                                        <p:tgtEl>
                                          <p:spTgt spid="25"/>
                                        </p:tgtEl>
                                        <p:attrNameLst>
                                          <p:attrName>style.visibility</p:attrName>
                                        </p:attrNameLst>
                                      </p:cBhvr>
                                      <p:to>
                                        <p:strVal val="visible"/>
                                      </p:to>
                                    </p:set>
                                    <p:animEffect transition="in" filter="fade">
                                      <p:cBhvr>
                                        <p:cTn id="47" dur="1000"/>
                                        <p:tgtEl>
                                          <p:spTgt spid="25"/>
                                        </p:tgtEl>
                                      </p:cBhvr>
                                    </p:animEffect>
                                    <p:anim calcmode="lin" valueType="num">
                                      <p:cBhvr>
                                        <p:cTn id="48" dur="1000" fill="hold"/>
                                        <p:tgtEl>
                                          <p:spTgt spid="25"/>
                                        </p:tgtEl>
                                        <p:attrNameLst>
                                          <p:attrName>ppt_x</p:attrName>
                                        </p:attrNameLst>
                                      </p:cBhvr>
                                      <p:tavLst>
                                        <p:tav tm="0">
                                          <p:val>
                                            <p:strVal val="#ppt_x"/>
                                          </p:val>
                                        </p:tav>
                                        <p:tav tm="100000">
                                          <p:val>
                                            <p:strVal val="#ppt_x"/>
                                          </p:val>
                                        </p:tav>
                                      </p:tavLst>
                                    </p:anim>
                                    <p:anim calcmode="lin" valueType="num">
                                      <p:cBhvr>
                                        <p:cTn id="49" dur="1000" fill="hold"/>
                                        <p:tgtEl>
                                          <p:spTgt spid="25"/>
                                        </p:tgtEl>
                                        <p:attrNameLst>
                                          <p:attrName>ppt_y</p:attrName>
                                        </p:attrNameLst>
                                      </p:cBhvr>
                                      <p:tavLst>
                                        <p:tav tm="0">
                                          <p:val>
                                            <p:strVal val="#ppt_y+.1"/>
                                          </p:val>
                                        </p:tav>
                                        <p:tav tm="100000">
                                          <p:val>
                                            <p:strVal val="#ppt_y"/>
                                          </p:val>
                                        </p:tav>
                                      </p:tavLst>
                                    </p:anim>
                                  </p:childTnLst>
                                </p:cTn>
                              </p:par>
                              <p:par>
                                <p:cTn id="50" presetID="42" presetClass="entr" presetSubtype="0" fill="hold" nodeType="withEffect">
                                  <p:stCondLst>
                                    <p:cond delay="0"/>
                                  </p:stCondLst>
                                  <p:childTnLst>
                                    <p:set>
                                      <p:cBhvr>
                                        <p:cTn id="51" dur="1" fill="hold">
                                          <p:stCondLst>
                                            <p:cond delay="0"/>
                                          </p:stCondLst>
                                        </p:cTn>
                                        <p:tgtEl>
                                          <p:spTgt spid="26"/>
                                        </p:tgtEl>
                                        <p:attrNameLst>
                                          <p:attrName>style.visibility</p:attrName>
                                        </p:attrNameLst>
                                      </p:cBhvr>
                                      <p:to>
                                        <p:strVal val="visible"/>
                                      </p:to>
                                    </p:set>
                                    <p:animEffect transition="in" filter="fade">
                                      <p:cBhvr>
                                        <p:cTn id="52" dur="1000"/>
                                        <p:tgtEl>
                                          <p:spTgt spid="26"/>
                                        </p:tgtEl>
                                      </p:cBhvr>
                                    </p:animEffect>
                                    <p:anim calcmode="lin" valueType="num">
                                      <p:cBhvr>
                                        <p:cTn id="53" dur="1000" fill="hold"/>
                                        <p:tgtEl>
                                          <p:spTgt spid="26"/>
                                        </p:tgtEl>
                                        <p:attrNameLst>
                                          <p:attrName>ppt_x</p:attrName>
                                        </p:attrNameLst>
                                      </p:cBhvr>
                                      <p:tavLst>
                                        <p:tav tm="0">
                                          <p:val>
                                            <p:strVal val="#ppt_x"/>
                                          </p:val>
                                        </p:tav>
                                        <p:tav tm="100000">
                                          <p:val>
                                            <p:strVal val="#ppt_x"/>
                                          </p:val>
                                        </p:tav>
                                      </p:tavLst>
                                    </p:anim>
                                    <p:anim calcmode="lin" valueType="num">
                                      <p:cBhvr>
                                        <p:cTn id="54" dur="1000" fill="hold"/>
                                        <p:tgtEl>
                                          <p:spTgt spid="26"/>
                                        </p:tgtEl>
                                        <p:attrNameLst>
                                          <p:attrName>ppt_y</p:attrName>
                                        </p:attrNameLst>
                                      </p:cBhvr>
                                      <p:tavLst>
                                        <p:tav tm="0">
                                          <p:val>
                                            <p:strVal val="#ppt_y+.1"/>
                                          </p:val>
                                        </p:tav>
                                        <p:tav tm="100000">
                                          <p:val>
                                            <p:strVal val="#ppt_y"/>
                                          </p:val>
                                        </p:tav>
                                      </p:tavLst>
                                    </p:anim>
                                  </p:childTnLst>
                                </p:cTn>
                              </p:par>
                              <p:par>
                                <p:cTn id="55" presetID="42" presetClass="entr" presetSubtype="0" fill="hold" nodeType="withEffect">
                                  <p:stCondLst>
                                    <p:cond delay="0"/>
                                  </p:stCondLst>
                                  <p:childTnLst>
                                    <p:set>
                                      <p:cBhvr>
                                        <p:cTn id="56" dur="1" fill="hold">
                                          <p:stCondLst>
                                            <p:cond delay="0"/>
                                          </p:stCondLst>
                                        </p:cTn>
                                        <p:tgtEl>
                                          <p:spTgt spid="28"/>
                                        </p:tgtEl>
                                        <p:attrNameLst>
                                          <p:attrName>style.visibility</p:attrName>
                                        </p:attrNameLst>
                                      </p:cBhvr>
                                      <p:to>
                                        <p:strVal val="visible"/>
                                      </p:to>
                                    </p:set>
                                    <p:animEffect transition="in" filter="fade">
                                      <p:cBhvr>
                                        <p:cTn id="57" dur="1000"/>
                                        <p:tgtEl>
                                          <p:spTgt spid="28"/>
                                        </p:tgtEl>
                                      </p:cBhvr>
                                    </p:animEffect>
                                    <p:anim calcmode="lin" valueType="num">
                                      <p:cBhvr>
                                        <p:cTn id="58" dur="1000" fill="hold"/>
                                        <p:tgtEl>
                                          <p:spTgt spid="28"/>
                                        </p:tgtEl>
                                        <p:attrNameLst>
                                          <p:attrName>ppt_x</p:attrName>
                                        </p:attrNameLst>
                                      </p:cBhvr>
                                      <p:tavLst>
                                        <p:tav tm="0">
                                          <p:val>
                                            <p:strVal val="#ppt_x"/>
                                          </p:val>
                                        </p:tav>
                                        <p:tav tm="100000">
                                          <p:val>
                                            <p:strVal val="#ppt_x"/>
                                          </p:val>
                                        </p:tav>
                                      </p:tavLst>
                                    </p:anim>
                                    <p:anim calcmode="lin" valueType="num">
                                      <p:cBhvr>
                                        <p:cTn id="59" dur="1000" fill="hold"/>
                                        <p:tgtEl>
                                          <p:spTgt spid="28"/>
                                        </p:tgtEl>
                                        <p:attrNameLst>
                                          <p:attrName>ppt_y</p:attrName>
                                        </p:attrNameLst>
                                      </p:cBhvr>
                                      <p:tavLst>
                                        <p:tav tm="0">
                                          <p:val>
                                            <p:strVal val="#ppt_y+.1"/>
                                          </p:val>
                                        </p:tav>
                                        <p:tav tm="100000">
                                          <p:val>
                                            <p:strVal val="#ppt_y"/>
                                          </p:val>
                                        </p:tav>
                                      </p:tavLst>
                                    </p:anim>
                                  </p:childTnLst>
                                </p:cTn>
                              </p:par>
                              <p:par>
                                <p:cTn id="60" presetID="42" presetClass="entr" presetSubtype="0" fill="hold" grpId="0" nodeType="withEffect">
                                  <p:stCondLst>
                                    <p:cond delay="0"/>
                                  </p:stCondLst>
                                  <p:childTnLst>
                                    <p:set>
                                      <p:cBhvr>
                                        <p:cTn id="61" dur="1" fill="hold">
                                          <p:stCondLst>
                                            <p:cond delay="0"/>
                                          </p:stCondLst>
                                        </p:cTn>
                                        <p:tgtEl>
                                          <p:spTgt spid="34"/>
                                        </p:tgtEl>
                                        <p:attrNameLst>
                                          <p:attrName>style.visibility</p:attrName>
                                        </p:attrNameLst>
                                      </p:cBhvr>
                                      <p:to>
                                        <p:strVal val="visible"/>
                                      </p:to>
                                    </p:set>
                                    <p:animEffect transition="in" filter="fade">
                                      <p:cBhvr>
                                        <p:cTn id="62" dur="1000"/>
                                        <p:tgtEl>
                                          <p:spTgt spid="34"/>
                                        </p:tgtEl>
                                      </p:cBhvr>
                                    </p:animEffect>
                                    <p:anim calcmode="lin" valueType="num">
                                      <p:cBhvr>
                                        <p:cTn id="63" dur="1000" fill="hold"/>
                                        <p:tgtEl>
                                          <p:spTgt spid="34"/>
                                        </p:tgtEl>
                                        <p:attrNameLst>
                                          <p:attrName>ppt_x</p:attrName>
                                        </p:attrNameLst>
                                      </p:cBhvr>
                                      <p:tavLst>
                                        <p:tav tm="0">
                                          <p:val>
                                            <p:strVal val="#ppt_x"/>
                                          </p:val>
                                        </p:tav>
                                        <p:tav tm="100000">
                                          <p:val>
                                            <p:strVal val="#ppt_x"/>
                                          </p:val>
                                        </p:tav>
                                      </p:tavLst>
                                    </p:anim>
                                    <p:anim calcmode="lin" valueType="num">
                                      <p:cBhvr>
                                        <p:cTn id="64" dur="1000" fill="hold"/>
                                        <p:tgtEl>
                                          <p:spTgt spid="34"/>
                                        </p:tgtEl>
                                        <p:attrNameLst>
                                          <p:attrName>ppt_y</p:attrName>
                                        </p:attrNameLst>
                                      </p:cBhvr>
                                      <p:tavLst>
                                        <p:tav tm="0">
                                          <p:val>
                                            <p:strVal val="#ppt_y+.1"/>
                                          </p:val>
                                        </p:tav>
                                        <p:tav tm="100000">
                                          <p:val>
                                            <p:strVal val="#ppt_y"/>
                                          </p:val>
                                        </p:tav>
                                      </p:tavLst>
                                    </p:anim>
                                  </p:childTnLst>
                                </p:cTn>
                              </p:par>
                              <p:par>
                                <p:cTn id="65" presetID="42" presetClass="entr" presetSubtype="0" fill="hold" nodeType="withEffect">
                                  <p:stCondLst>
                                    <p:cond delay="0"/>
                                  </p:stCondLst>
                                  <p:childTnLst>
                                    <p:set>
                                      <p:cBhvr>
                                        <p:cTn id="66" dur="1" fill="hold">
                                          <p:stCondLst>
                                            <p:cond delay="0"/>
                                          </p:stCondLst>
                                        </p:cTn>
                                        <p:tgtEl>
                                          <p:spTgt spid="35"/>
                                        </p:tgtEl>
                                        <p:attrNameLst>
                                          <p:attrName>style.visibility</p:attrName>
                                        </p:attrNameLst>
                                      </p:cBhvr>
                                      <p:to>
                                        <p:strVal val="visible"/>
                                      </p:to>
                                    </p:set>
                                    <p:animEffect transition="in" filter="fade">
                                      <p:cBhvr>
                                        <p:cTn id="67" dur="1000"/>
                                        <p:tgtEl>
                                          <p:spTgt spid="35"/>
                                        </p:tgtEl>
                                      </p:cBhvr>
                                    </p:animEffect>
                                    <p:anim calcmode="lin" valueType="num">
                                      <p:cBhvr>
                                        <p:cTn id="68" dur="1000" fill="hold"/>
                                        <p:tgtEl>
                                          <p:spTgt spid="35"/>
                                        </p:tgtEl>
                                        <p:attrNameLst>
                                          <p:attrName>ppt_x</p:attrName>
                                        </p:attrNameLst>
                                      </p:cBhvr>
                                      <p:tavLst>
                                        <p:tav tm="0">
                                          <p:val>
                                            <p:strVal val="#ppt_x"/>
                                          </p:val>
                                        </p:tav>
                                        <p:tav tm="100000">
                                          <p:val>
                                            <p:strVal val="#ppt_x"/>
                                          </p:val>
                                        </p:tav>
                                      </p:tavLst>
                                    </p:anim>
                                    <p:anim calcmode="lin" valueType="num">
                                      <p:cBhvr>
                                        <p:cTn id="69" dur="1000" fill="hold"/>
                                        <p:tgtEl>
                                          <p:spTgt spid="35"/>
                                        </p:tgtEl>
                                        <p:attrNameLst>
                                          <p:attrName>ppt_y</p:attrName>
                                        </p:attrNameLst>
                                      </p:cBhvr>
                                      <p:tavLst>
                                        <p:tav tm="0">
                                          <p:val>
                                            <p:strVal val="#ppt_y+.1"/>
                                          </p:val>
                                        </p:tav>
                                        <p:tav tm="100000">
                                          <p:val>
                                            <p:strVal val="#ppt_y"/>
                                          </p:val>
                                        </p:tav>
                                      </p:tavLst>
                                    </p:anim>
                                  </p:childTnLst>
                                </p:cTn>
                              </p:par>
                              <p:par>
                                <p:cTn id="70" presetID="42" presetClass="entr" presetSubtype="0" fill="hold" nodeType="withEffect">
                                  <p:stCondLst>
                                    <p:cond delay="0"/>
                                  </p:stCondLst>
                                  <p:childTnLst>
                                    <p:set>
                                      <p:cBhvr>
                                        <p:cTn id="71" dur="1" fill="hold">
                                          <p:stCondLst>
                                            <p:cond delay="0"/>
                                          </p:stCondLst>
                                        </p:cTn>
                                        <p:tgtEl>
                                          <p:spTgt spid="38"/>
                                        </p:tgtEl>
                                        <p:attrNameLst>
                                          <p:attrName>style.visibility</p:attrName>
                                        </p:attrNameLst>
                                      </p:cBhvr>
                                      <p:to>
                                        <p:strVal val="visible"/>
                                      </p:to>
                                    </p:set>
                                    <p:animEffect transition="in" filter="fade">
                                      <p:cBhvr>
                                        <p:cTn id="72" dur="1000"/>
                                        <p:tgtEl>
                                          <p:spTgt spid="38"/>
                                        </p:tgtEl>
                                      </p:cBhvr>
                                    </p:animEffect>
                                    <p:anim calcmode="lin" valueType="num">
                                      <p:cBhvr>
                                        <p:cTn id="73" dur="1000" fill="hold"/>
                                        <p:tgtEl>
                                          <p:spTgt spid="38"/>
                                        </p:tgtEl>
                                        <p:attrNameLst>
                                          <p:attrName>ppt_x</p:attrName>
                                        </p:attrNameLst>
                                      </p:cBhvr>
                                      <p:tavLst>
                                        <p:tav tm="0">
                                          <p:val>
                                            <p:strVal val="#ppt_x"/>
                                          </p:val>
                                        </p:tav>
                                        <p:tav tm="100000">
                                          <p:val>
                                            <p:strVal val="#ppt_x"/>
                                          </p:val>
                                        </p:tav>
                                      </p:tavLst>
                                    </p:anim>
                                    <p:anim calcmode="lin" valueType="num">
                                      <p:cBhvr>
                                        <p:cTn id="74" dur="1000" fill="hold"/>
                                        <p:tgtEl>
                                          <p:spTgt spid="38"/>
                                        </p:tgtEl>
                                        <p:attrNameLst>
                                          <p:attrName>ppt_y</p:attrName>
                                        </p:attrNameLst>
                                      </p:cBhvr>
                                      <p:tavLst>
                                        <p:tav tm="0">
                                          <p:val>
                                            <p:strVal val="#ppt_y+.1"/>
                                          </p:val>
                                        </p:tav>
                                        <p:tav tm="100000">
                                          <p:val>
                                            <p:strVal val="#ppt_y"/>
                                          </p:val>
                                        </p:tav>
                                      </p:tavLst>
                                    </p:anim>
                                  </p:childTnLst>
                                </p:cTn>
                              </p:par>
                              <p:par>
                                <p:cTn id="75" presetID="42" presetClass="entr" presetSubtype="0" fill="hold" nodeType="withEffect">
                                  <p:stCondLst>
                                    <p:cond delay="0"/>
                                  </p:stCondLst>
                                  <p:childTnLst>
                                    <p:set>
                                      <p:cBhvr>
                                        <p:cTn id="76" dur="1" fill="hold">
                                          <p:stCondLst>
                                            <p:cond delay="0"/>
                                          </p:stCondLst>
                                        </p:cTn>
                                        <p:tgtEl>
                                          <p:spTgt spid="41"/>
                                        </p:tgtEl>
                                        <p:attrNameLst>
                                          <p:attrName>style.visibility</p:attrName>
                                        </p:attrNameLst>
                                      </p:cBhvr>
                                      <p:to>
                                        <p:strVal val="visible"/>
                                      </p:to>
                                    </p:set>
                                    <p:animEffect transition="in" filter="fade">
                                      <p:cBhvr>
                                        <p:cTn id="77" dur="1000"/>
                                        <p:tgtEl>
                                          <p:spTgt spid="41"/>
                                        </p:tgtEl>
                                      </p:cBhvr>
                                    </p:animEffect>
                                    <p:anim calcmode="lin" valueType="num">
                                      <p:cBhvr>
                                        <p:cTn id="78" dur="1000" fill="hold"/>
                                        <p:tgtEl>
                                          <p:spTgt spid="41"/>
                                        </p:tgtEl>
                                        <p:attrNameLst>
                                          <p:attrName>ppt_x</p:attrName>
                                        </p:attrNameLst>
                                      </p:cBhvr>
                                      <p:tavLst>
                                        <p:tav tm="0">
                                          <p:val>
                                            <p:strVal val="#ppt_x"/>
                                          </p:val>
                                        </p:tav>
                                        <p:tav tm="100000">
                                          <p:val>
                                            <p:strVal val="#ppt_x"/>
                                          </p:val>
                                        </p:tav>
                                      </p:tavLst>
                                    </p:anim>
                                    <p:anim calcmode="lin" valueType="num">
                                      <p:cBhvr>
                                        <p:cTn id="79" dur="1000" fill="hold"/>
                                        <p:tgtEl>
                                          <p:spTgt spid="41"/>
                                        </p:tgtEl>
                                        <p:attrNameLst>
                                          <p:attrName>ppt_y</p:attrName>
                                        </p:attrNameLst>
                                      </p:cBhvr>
                                      <p:tavLst>
                                        <p:tav tm="0">
                                          <p:val>
                                            <p:strVal val="#ppt_y+.1"/>
                                          </p:val>
                                        </p:tav>
                                        <p:tav tm="100000">
                                          <p:val>
                                            <p:strVal val="#ppt_y"/>
                                          </p:val>
                                        </p:tav>
                                      </p:tavLst>
                                    </p:anim>
                                  </p:childTnLst>
                                </p:cTn>
                              </p:par>
                              <p:par>
                                <p:cTn id="80" presetID="42" presetClass="entr" presetSubtype="0" fill="hold" grpId="0" nodeType="withEffect">
                                  <p:stCondLst>
                                    <p:cond delay="0"/>
                                  </p:stCondLst>
                                  <p:childTnLst>
                                    <p:set>
                                      <p:cBhvr>
                                        <p:cTn id="81" dur="1" fill="hold">
                                          <p:stCondLst>
                                            <p:cond delay="0"/>
                                          </p:stCondLst>
                                        </p:cTn>
                                        <p:tgtEl>
                                          <p:spTgt spid="44"/>
                                        </p:tgtEl>
                                        <p:attrNameLst>
                                          <p:attrName>style.visibility</p:attrName>
                                        </p:attrNameLst>
                                      </p:cBhvr>
                                      <p:to>
                                        <p:strVal val="visible"/>
                                      </p:to>
                                    </p:set>
                                    <p:animEffect transition="in" filter="fade">
                                      <p:cBhvr>
                                        <p:cTn id="82" dur="1000"/>
                                        <p:tgtEl>
                                          <p:spTgt spid="44"/>
                                        </p:tgtEl>
                                      </p:cBhvr>
                                    </p:animEffect>
                                    <p:anim calcmode="lin" valueType="num">
                                      <p:cBhvr>
                                        <p:cTn id="83" dur="1000" fill="hold"/>
                                        <p:tgtEl>
                                          <p:spTgt spid="44"/>
                                        </p:tgtEl>
                                        <p:attrNameLst>
                                          <p:attrName>ppt_x</p:attrName>
                                        </p:attrNameLst>
                                      </p:cBhvr>
                                      <p:tavLst>
                                        <p:tav tm="0">
                                          <p:val>
                                            <p:strVal val="#ppt_x"/>
                                          </p:val>
                                        </p:tav>
                                        <p:tav tm="100000">
                                          <p:val>
                                            <p:strVal val="#ppt_x"/>
                                          </p:val>
                                        </p:tav>
                                      </p:tavLst>
                                    </p:anim>
                                    <p:anim calcmode="lin" valueType="num">
                                      <p:cBhvr>
                                        <p:cTn id="84" dur="1000" fill="hold"/>
                                        <p:tgtEl>
                                          <p:spTgt spid="44"/>
                                        </p:tgtEl>
                                        <p:attrNameLst>
                                          <p:attrName>ppt_y</p:attrName>
                                        </p:attrNameLst>
                                      </p:cBhvr>
                                      <p:tavLst>
                                        <p:tav tm="0">
                                          <p:val>
                                            <p:strVal val="#ppt_y+.1"/>
                                          </p:val>
                                        </p:tav>
                                        <p:tav tm="100000">
                                          <p:val>
                                            <p:strVal val="#ppt_y"/>
                                          </p:val>
                                        </p:tav>
                                      </p:tavLst>
                                    </p:anim>
                                  </p:childTnLst>
                                </p:cTn>
                              </p:par>
                              <p:par>
                                <p:cTn id="85" presetID="42" presetClass="entr" presetSubtype="0" fill="hold" grpId="0" nodeType="withEffect">
                                  <p:stCondLst>
                                    <p:cond delay="0"/>
                                  </p:stCondLst>
                                  <p:childTnLst>
                                    <p:set>
                                      <p:cBhvr>
                                        <p:cTn id="86" dur="1" fill="hold">
                                          <p:stCondLst>
                                            <p:cond delay="0"/>
                                          </p:stCondLst>
                                        </p:cTn>
                                        <p:tgtEl>
                                          <p:spTgt spid="45"/>
                                        </p:tgtEl>
                                        <p:attrNameLst>
                                          <p:attrName>style.visibility</p:attrName>
                                        </p:attrNameLst>
                                      </p:cBhvr>
                                      <p:to>
                                        <p:strVal val="visible"/>
                                      </p:to>
                                    </p:set>
                                    <p:animEffect transition="in" filter="fade">
                                      <p:cBhvr>
                                        <p:cTn id="87" dur="1000"/>
                                        <p:tgtEl>
                                          <p:spTgt spid="45"/>
                                        </p:tgtEl>
                                      </p:cBhvr>
                                    </p:animEffect>
                                    <p:anim calcmode="lin" valueType="num">
                                      <p:cBhvr>
                                        <p:cTn id="88" dur="1000" fill="hold"/>
                                        <p:tgtEl>
                                          <p:spTgt spid="45"/>
                                        </p:tgtEl>
                                        <p:attrNameLst>
                                          <p:attrName>ppt_x</p:attrName>
                                        </p:attrNameLst>
                                      </p:cBhvr>
                                      <p:tavLst>
                                        <p:tav tm="0">
                                          <p:val>
                                            <p:strVal val="#ppt_x"/>
                                          </p:val>
                                        </p:tav>
                                        <p:tav tm="100000">
                                          <p:val>
                                            <p:strVal val="#ppt_x"/>
                                          </p:val>
                                        </p:tav>
                                      </p:tavLst>
                                    </p:anim>
                                    <p:anim calcmode="lin" valueType="num">
                                      <p:cBhvr>
                                        <p:cTn id="89" dur="1000" fill="hold"/>
                                        <p:tgtEl>
                                          <p:spTgt spid="45"/>
                                        </p:tgtEl>
                                        <p:attrNameLst>
                                          <p:attrName>ppt_y</p:attrName>
                                        </p:attrNameLst>
                                      </p:cBhvr>
                                      <p:tavLst>
                                        <p:tav tm="0">
                                          <p:val>
                                            <p:strVal val="#ppt_y+.1"/>
                                          </p:val>
                                        </p:tav>
                                        <p:tav tm="100000">
                                          <p:val>
                                            <p:strVal val="#ppt_y"/>
                                          </p:val>
                                        </p:tav>
                                      </p:tavLst>
                                    </p:anim>
                                  </p:childTnLst>
                                </p:cTn>
                              </p:par>
                              <p:par>
                                <p:cTn id="90" presetID="42" presetClass="entr" presetSubtype="0" fill="hold" nodeType="withEffect">
                                  <p:stCondLst>
                                    <p:cond delay="0"/>
                                  </p:stCondLst>
                                  <p:childTnLst>
                                    <p:set>
                                      <p:cBhvr>
                                        <p:cTn id="91" dur="1" fill="hold">
                                          <p:stCondLst>
                                            <p:cond delay="0"/>
                                          </p:stCondLst>
                                        </p:cTn>
                                        <p:tgtEl>
                                          <p:spTgt spid="46"/>
                                        </p:tgtEl>
                                        <p:attrNameLst>
                                          <p:attrName>style.visibility</p:attrName>
                                        </p:attrNameLst>
                                      </p:cBhvr>
                                      <p:to>
                                        <p:strVal val="visible"/>
                                      </p:to>
                                    </p:set>
                                    <p:animEffect transition="in" filter="fade">
                                      <p:cBhvr>
                                        <p:cTn id="92" dur="1000"/>
                                        <p:tgtEl>
                                          <p:spTgt spid="46"/>
                                        </p:tgtEl>
                                      </p:cBhvr>
                                    </p:animEffect>
                                    <p:anim calcmode="lin" valueType="num">
                                      <p:cBhvr>
                                        <p:cTn id="93" dur="1000" fill="hold"/>
                                        <p:tgtEl>
                                          <p:spTgt spid="46"/>
                                        </p:tgtEl>
                                        <p:attrNameLst>
                                          <p:attrName>ppt_x</p:attrName>
                                        </p:attrNameLst>
                                      </p:cBhvr>
                                      <p:tavLst>
                                        <p:tav tm="0">
                                          <p:val>
                                            <p:strVal val="#ppt_x"/>
                                          </p:val>
                                        </p:tav>
                                        <p:tav tm="100000">
                                          <p:val>
                                            <p:strVal val="#ppt_x"/>
                                          </p:val>
                                        </p:tav>
                                      </p:tavLst>
                                    </p:anim>
                                    <p:anim calcmode="lin" valueType="num">
                                      <p:cBhvr>
                                        <p:cTn id="94" dur="1000" fill="hold"/>
                                        <p:tgtEl>
                                          <p:spTgt spid="46"/>
                                        </p:tgtEl>
                                        <p:attrNameLst>
                                          <p:attrName>ppt_y</p:attrName>
                                        </p:attrNameLst>
                                      </p:cBhvr>
                                      <p:tavLst>
                                        <p:tav tm="0">
                                          <p:val>
                                            <p:strVal val="#ppt_y+.1"/>
                                          </p:val>
                                        </p:tav>
                                        <p:tav tm="100000">
                                          <p:val>
                                            <p:strVal val="#ppt_y"/>
                                          </p:val>
                                        </p:tav>
                                      </p:tavLst>
                                    </p:anim>
                                  </p:childTnLst>
                                </p:cTn>
                              </p:par>
                              <p:par>
                                <p:cTn id="95" presetID="42" presetClass="entr" presetSubtype="0" fill="hold" grpId="0" nodeType="withEffect">
                                  <p:stCondLst>
                                    <p:cond delay="0"/>
                                  </p:stCondLst>
                                  <p:childTnLst>
                                    <p:set>
                                      <p:cBhvr>
                                        <p:cTn id="96" dur="1" fill="hold">
                                          <p:stCondLst>
                                            <p:cond delay="0"/>
                                          </p:stCondLst>
                                        </p:cTn>
                                        <p:tgtEl>
                                          <p:spTgt spid="49"/>
                                        </p:tgtEl>
                                        <p:attrNameLst>
                                          <p:attrName>style.visibility</p:attrName>
                                        </p:attrNameLst>
                                      </p:cBhvr>
                                      <p:to>
                                        <p:strVal val="visible"/>
                                      </p:to>
                                    </p:set>
                                    <p:animEffect transition="in" filter="fade">
                                      <p:cBhvr>
                                        <p:cTn id="97" dur="1000"/>
                                        <p:tgtEl>
                                          <p:spTgt spid="49"/>
                                        </p:tgtEl>
                                      </p:cBhvr>
                                    </p:animEffect>
                                    <p:anim calcmode="lin" valueType="num">
                                      <p:cBhvr>
                                        <p:cTn id="98" dur="1000" fill="hold"/>
                                        <p:tgtEl>
                                          <p:spTgt spid="49"/>
                                        </p:tgtEl>
                                        <p:attrNameLst>
                                          <p:attrName>ppt_x</p:attrName>
                                        </p:attrNameLst>
                                      </p:cBhvr>
                                      <p:tavLst>
                                        <p:tav tm="0">
                                          <p:val>
                                            <p:strVal val="#ppt_x"/>
                                          </p:val>
                                        </p:tav>
                                        <p:tav tm="100000">
                                          <p:val>
                                            <p:strVal val="#ppt_x"/>
                                          </p:val>
                                        </p:tav>
                                      </p:tavLst>
                                    </p:anim>
                                    <p:anim calcmode="lin" valueType="num">
                                      <p:cBhvr>
                                        <p:cTn id="99" dur="1000" fill="hold"/>
                                        <p:tgtEl>
                                          <p:spTgt spid="49"/>
                                        </p:tgtEl>
                                        <p:attrNameLst>
                                          <p:attrName>ppt_y</p:attrName>
                                        </p:attrNameLst>
                                      </p:cBhvr>
                                      <p:tavLst>
                                        <p:tav tm="0">
                                          <p:val>
                                            <p:strVal val="#ppt_y+.1"/>
                                          </p:val>
                                        </p:tav>
                                        <p:tav tm="100000">
                                          <p:val>
                                            <p:strVal val="#ppt_y"/>
                                          </p:val>
                                        </p:tav>
                                      </p:tavLst>
                                    </p:anim>
                                  </p:childTnLst>
                                </p:cTn>
                              </p:par>
                              <p:par>
                                <p:cTn id="100" presetID="42" presetClass="entr" presetSubtype="0" fill="hold" nodeType="withEffect">
                                  <p:stCondLst>
                                    <p:cond delay="0"/>
                                  </p:stCondLst>
                                  <p:childTnLst>
                                    <p:set>
                                      <p:cBhvr>
                                        <p:cTn id="101" dur="1" fill="hold">
                                          <p:stCondLst>
                                            <p:cond delay="0"/>
                                          </p:stCondLst>
                                        </p:cTn>
                                        <p:tgtEl>
                                          <p:spTgt spid="50"/>
                                        </p:tgtEl>
                                        <p:attrNameLst>
                                          <p:attrName>style.visibility</p:attrName>
                                        </p:attrNameLst>
                                      </p:cBhvr>
                                      <p:to>
                                        <p:strVal val="visible"/>
                                      </p:to>
                                    </p:set>
                                    <p:animEffect transition="in" filter="fade">
                                      <p:cBhvr>
                                        <p:cTn id="102" dur="1000"/>
                                        <p:tgtEl>
                                          <p:spTgt spid="50"/>
                                        </p:tgtEl>
                                      </p:cBhvr>
                                    </p:animEffect>
                                    <p:anim calcmode="lin" valueType="num">
                                      <p:cBhvr>
                                        <p:cTn id="103" dur="1000" fill="hold"/>
                                        <p:tgtEl>
                                          <p:spTgt spid="50"/>
                                        </p:tgtEl>
                                        <p:attrNameLst>
                                          <p:attrName>ppt_x</p:attrName>
                                        </p:attrNameLst>
                                      </p:cBhvr>
                                      <p:tavLst>
                                        <p:tav tm="0">
                                          <p:val>
                                            <p:strVal val="#ppt_x"/>
                                          </p:val>
                                        </p:tav>
                                        <p:tav tm="100000">
                                          <p:val>
                                            <p:strVal val="#ppt_x"/>
                                          </p:val>
                                        </p:tav>
                                      </p:tavLst>
                                    </p:anim>
                                    <p:anim calcmode="lin" valueType="num">
                                      <p:cBhvr>
                                        <p:cTn id="104" dur="1000" fill="hold"/>
                                        <p:tgtEl>
                                          <p:spTgt spid="50"/>
                                        </p:tgtEl>
                                        <p:attrNameLst>
                                          <p:attrName>ppt_y</p:attrName>
                                        </p:attrNameLst>
                                      </p:cBhvr>
                                      <p:tavLst>
                                        <p:tav tm="0">
                                          <p:val>
                                            <p:strVal val="#ppt_y+.1"/>
                                          </p:val>
                                        </p:tav>
                                        <p:tav tm="100000">
                                          <p:val>
                                            <p:strVal val="#ppt_y"/>
                                          </p:val>
                                        </p:tav>
                                      </p:tavLst>
                                    </p:anim>
                                  </p:childTnLst>
                                </p:cTn>
                              </p:par>
                              <p:par>
                                <p:cTn id="105" presetID="42" presetClass="entr" presetSubtype="0" fill="hold" grpId="0" nodeType="withEffect">
                                  <p:stCondLst>
                                    <p:cond delay="0"/>
                                  </p:stCondLst>
                                  <p:childTnLst>
                                    <p:set>
                                      <p:cBhvr>
                                        <p:cTn id="106" dur="1" fill="hold">
                                          <p:stCondLst>
                                            <p:cond delay="0"/>
                                          </p:stCondLst>
                                        </p:cTn>
                                        <p:tgtEl>
                                          <p:spTgt spid="56"/>
                                        </p:tgtEl>
                                        <p:attrNameLst>
                                          <p:attrName>style.visibility</p:attrName>
                                        </p:attrNameLst>
                                      </p:cBhvr>
                                      <p:to>
                                        <p:strVal val="visible"/>
                                      </p:to>
                                    </p:set>
                                    <p:animEffect transition="in" filter="fade">
                                      <p:cBhvr>
                                        <p:cTn id="107" dur="1000"/>
                                        <p:tgtEl>
                                          <p:spTgt spid="56"/>
                                        </p:tgtEl>
                                      </p:cBhvr>
                                    </p:animEffect>
                                    <p:anim calcmode="lin" valueType="num">
                                      <p:cBhvr>
                                        <p:cTn id="108" dur="1000" fill="hold"/>
                                        <p:tgtEl>
                                          <p:spTgt spid="56"/>
                                        </p:tgtEl>
                                        <p:attrNameLst>
                                          <p:attrName>ppt_x</p:attrName>
                                        </p:attrNameLst>
                                      </p:cBhvr>
                                      <p:tavLst>
                                        <p:tav tm="0">
                                          <p:val>
                                            <p:strVal val="#ppt_x"/>
                                          </p:val>
                                        </p:tav>
                                        <p:tav tm="100000">
                                          <p:val>
                                            <p:strVal val="#ppt_x"/>
                                          </p:val>
                                        </p:tav>
                                      </p:tavLst>
                                    </p:anim>
                                    <p:anim calcmode="lin" valueType="num">
                                      <p:cBhvr>
                                        <p:cTn id="109" dur="1000" fill="hold"/>
                                        <p:tgtEl>
                                          <p:spTgt spid="56"/>
                                        </p:tgtEl>
                                        <p:attrNameLst>
                                          <p:attrName>ppt_y</p:attrName>
                                        </p:attrNameLst>
                                      </p:cBhvr>
                                      <p:tavLst>
                                        <p:tav tm="0">
                                          <p:val>
                                            <p:strVal val="#ppt_y+.1"/>
                                          </p:val>
                                        </p:tav>
                                        <p:tav tm="100000">
                                          <p:val>
                                            <p:strVal val="#ppt_y"/>
                                          </p:val>
                                        </p:tav>
                                      </p:tavLst>
                                    </p:anim>
                                  </p:childTnLst>
                                </p:cTn>
                              </p:par>
                              <p:par>
                                <p:cTn id="110" presetID="42" presetClass="entr" presetSubtype="0" fill="hold" nodeType="withEffect">
                                  <p:stCondLst>
                                    <p:cond delay="0"/>
                                  </p:stCondLst>
                                  <p:childTnLst>
                                    <p:set>
                                      <p:cBhvr>
                                        <p:cTn id="111" dur="1" fill="hold">
                                          <p:stCondLst>
                                            <p:cond delay="0"/>
                                          </p:stCondLst>
                                        </p:cTn>
                                        <p:tgtEl>
                                          <p:spTgt spid="57"/>
                                        </p:tgtEl>
                                        <p:attrNameLst>
                                          <p:attrName>style.visibility</p:attrName>
                                        </p:attrNameLst>
                                      </p:cBhvr>
                                      <p:to>
                                        <p:strVal val="visible"/>
                                      </p:to>
                                    </p:set>
                                    <p:animEffect transition="in" filter="fade">
                                      <p:cBhvr>
                                        <p:cTn id="112" dur="1000"/>
                                        <p:tgtEl>
                                          <p:spTgt spid="57"/>
                                        </p:tgtEl>
                                      </p:cBhvr>
                                    </p:animEffect>
                                    <p:anim calcmode="lin" valueType="num">
                                      <p:cBhvr>
                                        <p:cTn id="113" dur="1000" fill="hold"/>
                                        <p:tgtEl>
                                          <p:spTgt spid="57"/>
                                        </p:tgtEl>
                                        <p:attrNameLst>
                                          <p:attrName>ppt_x</p:attrName>
                                        </p:attrNameLst>
                                      </p:cBhvr>
                                      <p:tavLst>
                                        <p:tav tm="0">
                                          <p:val>
                                            <p:strVal val="#ppt_x"/>
                                          </p:val>
                                        </p:tav>
                                        <p:tav tm="100000">
                                          <p:val>
                                            <p:strVal val="#ppt_x"/>
                                          </p:val>
                                        </p:tav>
                                      </p:tavLst>
                                    </p:anim>
                                    <p:anim calcmode="lin" valueType="num">
                                      <p:cBhvr>
                                        <p:cTn id="114" dur="1000" fill="hold"/>
                                        <p:tgtEl>
                                          <p:spTgt spid="57"/>
                                        </p:tgtEl>
                                        <p:attrNameLst>
                                          <p:attrName>ppt_y</p:attrName>
                                        </p:attrNameLst>
                                      </p:cBhvr>
                                      <p:tavLst>
                                        <p:tav tm="0">
                                          <p:val>
                                            <p:strVal val="#ppt_y+.1"/>
                                          </p:val>
                                        </p:tav>
                                        <p:tav tm="100000">
                                          <p:val>
                                            <p:strVal val="#ppt_y"/>
                                          </p:val>
                                        </p:tav>
                                      </p:tavLst>
                                    </p:anim>
                                  </p:childTnLst>
                                </p:cTn>
                              </p:par>
                              <p:par>
                                <p:cTn id="115" presetID="42" presetClass="entr" presetSubtype="0" fill="hold" nodeType="withEffect">
                                  <p:stCondLst>
                                    <p:cond delay="0"/>
                                  </p:stCondLst>
                                  <p:childTnLst>
                                    <p:set>
                                      <p:cBhvr>
                                        <p:cTn id="116" dur="1" fill="hold">
                                          <p:stCondLst>
                                            <p:cond delay="0"/>
                                          </p:stCondLst>
                                        </p:cTn>
                                        <p:tgtEl>
                                          <p:spTgt spid="60"/>
                                        </p:tgtEl>
                                        <p:attrNameLst>
                                          <p:attrName>style.visibility</p:attrName>
                                        </p:attrNameLst>
                                      </p:cBhvr>
                                      <p:to>
                                        <p:strVal val="visible"/>
                                      </p:to>
                                    </p:set>
                                    <p:animEffect transition="in" filter="fade">
                                      <p:cBhvr>
                                        <p:cTn id="117" dur="1000"/>
                                        <p:tgtEl>
                                          <p:spTgt spid="60"/>
                                        </p:tgtEl>
                                      </p:cBhvr>
                                    </p:animEffect>
                                    <p:anim calcmode="lin" valueType="num">
                                      <p:cBhvr>
                                        <p:cTn id="118" dur="1000" fill="hold"/>
                                        <p:tgtEl>
                                          <p:spTgt spid="60"/>
                                        </p:tgtEl>
                                        <p:attrNameLst>
                                          <p:attrName>ppt_x</p:attrName>
                                        </p:attrNameLst>
                                      </p:cBhvr>
                                      <p:tavLst>
                                        <p:tav tm="0">
                                          <p:val>
                                            <p:strVal val="#ppt_x"/>
                                          </p:val>
                                        </p:tav>
                                        <p:tav tm="100000">
                                          <p:val>
                                            <p:strVal val="#ppt_x"/>
                                          </p:val>
                                        </p:tav>
                                      </p:tavLst>
                                    </p:anim>
                                    <p:anim calcmode="lin" valueType="num">
                                      <p:cBhvr>
                                        <p:cTn id="119" dur="1000" fill="hold"/>
                                        <p:tgtEl>
                                          <p:spTgt spid="60"/>
                                        </p:tgtEl>
                                        <p:attrNameLst>
                                          <p:attrName>ppt_y</p:attrName>
                                        </p:attrNameLst>
                                      </p:cBhvr>
                                      <p:tavLst>
                                        <p:tav tm="0">
                                          <p:val>
                                            <p:strVal val="#ppt_y+.1"/>
                                          </p:val>
                                        </p:tav>
                                        <p:tav tm="100000">
                                          <p:val>
                                            <p:strVal val="#ppt_y"/>
                                          </p:val>
                                        </p:tav>
                                      </p:tavLst>
                                    </p:anim>
                                  </p:childTnLst>
                                </p:cTn>
                              </p:par>
                              <p:par>
                                <p:cTn id="120" presetID="42" presetClass="entr" presetSubtype="0" fill="hold" nodeType="withEffect">
                                  <p:stCondLst>
                                    <p:cond delay="0"/>
                                  </p:stCondLst>
                                  <p:childTnLst>
                                    <p:set>
                                      <p:cBhvr>
                                        <p:cTn id="121" dur="1" fill="hold">
                                          <p:stCondLst>
                                            <p:cond delay="0"/>
                                          </p:stCondLst>
                                        </p:cTn>
                                        <p:tgtEl>
                                          <p:spTgt spid="63"/>
                                        </p:tgtEl>
                                        <p:attrNameLst>
                                          <p:attrName>style.visibility</p:attrName>
                                        </p:attrNameLst>
                                      </p:cBhvr>
                                      <p:to>
                                        <p:strVal val="visible"/>
                                      </p:to>
                                    </p:set>
                                    <p:animEffect transition="in" filter="fade">
                                      <p:cBhvr>
                                        <p:cTn id="122" dur="1000"/>
                                        <p:tgtEl>
                                          <p:spTgt spid="63"/>
                                        </p:tgtEl>
                                      </p:cBhvr>
                                    </p:animEffect>
                                    <p:anim calcmode="lin" valueType="num">
                                      <p:cBhvr>
                                        <p:cTn id="123" dur="1000" fill="hold"/>
                                        <p:tgtEl>
                                          <p:spTgt spid="63"/>
                                        </p:tgtEl>
                                        <p:attrNameLst>
                                          <p:attrName>ppt_x</p:attrName>
                                        </p:attrNameLst>
                                      </p:cBhvr>
                                      <p:tavLst>
                                        <p:tav tm="0">
                                          <p:val>
                                            <p:strVal val="#ppt_x"/>
                                          </p:val>
                                        </p:tav>
                                        <p:tav tm="100000">
                                          <p:val>
                                            <p:strVal val="#ppt_x"/>
                                          </p:val>
                                        </p:tav>
                                      </p:tavLst>
                                    </p:anim>
                                    <p:anim calcmode="lin" valueType="num">
                                      <p:cBhvr>
                                        <p:cTn id="124" dur="1000" fill="hold"/>
                                        <p:tgtEl>
                                          <p:spTgt spid="63"/>
                                        </p:tgtEl>
                                        <p:attrNameLst>
                                          <p:attrName>ppt_y</p:attrName>
                                        </p:attrNameLst>
                                      </p:cBhvr>
                                      <p:tavLst>
                                        <p:tav tm="0">
                                          <p:val>
                                            <p:strVal val="#ppt_y+.1"/>
                                          </p:val>
                                        </p:tav>
                                        <p:tav tm="100000">
                                          <p:val>
                                            <p:strVal val="#ppt_y"/>
                                          </p:val>
                                        </p:tav>
                                      </p:tavLst>
                                    </p:anim>
                                  </p:childTnLst>
                                </p:cTn>
                              </p:par>
                              <p:par>
                                <p:cTn id="125" presetID="42" presetClass="entr" presetSubtype="0" fill="hold" grpId="0" nodeType="withEffect">
                                  <p:stCondLst>
                                    <p:cond delay="0"/>
                                  </p:stCondLst>
                                  <p:childTnLst>
                                    <p:set>
                                      <p:cBhvr>
                                        <p:cTn id="126" dur="1" fill="hold">
                                          <p:stCondLst>
                                            <p:cond delay="0"/>
                                          </p:stCondLst>
                                        </p:cTn>
                                        <p:tgtEl>
                                          <p:spTgt spid="66"/>
                                        </p:tgtEl>
                                        <p:attrNameLst>
                                          <p:attrName>style.visibility</p:attrName>
                                        </p:attrNameLst>
                                      </p:cBhvr>
                                      <p:to>
                                        <p:strVal val="visible"/>
                                      </p:to>
                                    </p:set>
                                    <p:animEffect transition="in" filter="fade">
                                      <p:cBhvr>
                                        <p:cTn id="127" dur="1000"/>
                                        <p:tgtEl>
                                          <p:spTgt spid="66"/>
                                        </p:tgtEl>
                                      </p:cBhvr>
                                    </p:animEffect>
                                    <p:anim calcmode="lin" valueType="num">
                                      <p:cBhvr>
                                        <p:cTn id="128" dur="1000" fill="hold"/>
                                        <p:tgtEl>
                                          <p:spTgt spid="66"/>
                                        </p:tgtEl>
                                        <p:attrNameLst>
                                          <p:attrName>ppt_x</p:attrName>
                                        </p:attrNameLst>
                                      </p:cBhvr>
                                      <p:tavLst>
                                        <p:tav tm="0">
                                          <p:val>
                                            <p:strVal val="#ppt_x"/>
                                          </p:val>
                                        </p:tav>
                                        <p:tav tm="100000">
                                          <p:val>
                                            <p:strVal val="#ppt_x"/>
                                          </p:val>
                                        </p:tav>
                                      </p:tavLst>
                                    </p:anim>
                                    <p:anim calcmode="lin" valueType="num">
                                      <p:cBhvr>
                                        <p:cTn id="129" dur="1000" fill="hold"/>
                                        <p:tgtEl>
                                          <p:spTgt spid="66"/>
                                        </p:tgtEl>
                                        <p:attrNameLst>
                                          <p:attrName>ppt_y</p:attrName>
                                        </p:attrNameLst>
                                      </p:cBhvr>
                                      <p:tavLst>
                                        <p:tav tm="0">
                                          <p:val>
                                            <p:strVal val="#ppt_y+.1"/>
                                          </p:val>
                                        </p:tav>
                                        <p:tav tm="100000">
                                          <p:val>
                                            <p:strVal val="#ppt_y"/>
                                          </p:val>
                                        </p:tav>
                                      </p:tavLst>
                                    </p:anim>
                                  </p:childTnLst>
                                </p:cTn>
                              </p:par>
                              <p:par>
                                <p:cTn id="130" presetID="42" presetClass="entr" presetSubtype="0" fill="hold" grpId="0" nodeType="withEffect">
                                  <p:stCondLst>
                                    <p:cond delay="0"/>
                                  </p:stCondLst>
                                  <p:childTnLst>
                                    <p:set>
                                      <p:cBhvr>
                                        <p:cTn id="131" dur="1" fill="hold">
                                          <p:stCondLst>
                                            <p:cond delay="0"/>
                                          </p:stCondLst>
                                        </p:cTn>
                                        <p:tgtEl>
                                          <p:spTgt spid="67"/>
                                        </p:tgtEl>
                                        <p:attrNameLst>
                                          <p:attrName>style.visibility</p:attrName>
                                        </p:attrNameLst>
                                      </p:cBhvr>
                                      <p:to>
                                        <p:strVal val="visible"/>
                                      </p:to>
                                    </p:set>
                                    <p:animEffect transition="in" filter="fade">
                                      <p:cBhvr>
                                        <p:cTn id="132" dur="1000"/>
                                        <p:tgtEl>
                                          <p:spTgt spid="67"/>
                                        </p:tgtEl>
                                      </p:cBhvr>
                                    </p:animEffect>
                                    <p:anim calcmode="lin" valueType="num">
                                      <p:cBhvr>
                                        <p:cTn id="133" dur="1000" fill="hold"/>
                                        <p:tgtEl>
                                          <p:spTgt spid="67"/>
                                        </p:tgtEl>
                                        <p:attrNameLst>
                                          <p:attrName>ppt_x</p:attrName>
                                        </p:attrNameLst>
                                      </p:cBhvr>
                                      <p:tavLst>
                                        <p:tav tm="0">
                                          <p:val>
                                            <p:strVal val="#ppt_x"/>
                                          </p:val>
                                        </p:tav>
                                        <p:tav tm="100000">
                                          <p:val>
                                            <p:strVal val="#ppt_x"/>
                                          </p:val>
                                        </p:tav>
                                      </p:tavLst>
                                    </p:anim>
                                    <p:anim calcmode="lin" valueType="num">
                                      <p:cBhvr>
                                        <p:cTn id="134" dur="1000" fill="hold"/>
                                        <p:tgtEl>
                                          <p:spTgt spid="67"/>
                                        </p:tgtEl>
                                        <p:attrNameLst>
                                          <p:attrName>ppt_y</p:attrName>
                                        </p:attrNameLst>
                                      </p:cBhvr>
                                      <p:tavLst>
                                        <p:tav tm="0">
                                          <p:val>
                                            <p:strVal val="#ppt_y+.1"/>
                                          </p:val>
                                        </p:tav>
                                        <p:tav tm="100000">
                                          <p:val>
                                            <p:strVal val="#ppt_y"/>
                                          </p:val>
                                        </p:tav>
                                      </p:tavLst>
                                    </p:anim>
                                  </p:childTnLst>
                                </p:cTn>
                              </p:par>
                              <p:par>
                                <p:cTn id="135" presetID="42" presetClass="entr" presetSubtype="0" fill="hold" nodeType="withEffect">
                                  <p:stCondLst>
                                    <p:cond delay="0"/>
                                  </p:stCondLst>
                                  <p:childTnLst>
                                    <p:set>
                                      <p:cBhvr>
                                        <p:cTn id="136" dur="1" fill="hold">
                                          <p:stCondLst>
                                            <p:cond delay="0"/>
                                          </p:stCondLst>
                                        </p:cTn>
                                        <p:tgtEl>
                                          <p:spTgt spid="68"/>
                                        </p:tgtEl>
                                        <p:attrNameLst>
                                          <p:attrName>style.visibility</p:attrName>
                                        </p:attrNameLst>
                                      </p:cBhvr>
                                      <p:to>
                                        <p:strVal val="visible"/>
                                      </p:to>
                                    </p:set>
                                    <p:animEffect transition="in" filter="fade">
                                      <p:cBhvr>
                                        <p:cTn id="137" dur="1000"/>
                                        <p:tgtEl>
                                          <p:spTgt spid="68"/>
                                        </p:tgtEl>
                                      </p:cBhvr>
                                    </p:animEffect>
                                    <p:anim calcmode="lin" valueType="num">
                                      <p:cBhvr>
                                        <p:cTn id="138" dur="1000" fill="hold"/>
                                        <p:tgtEl>
                                          <p:spTgt spid="68"/>
                                        </p:tgtEl>
                                        <p:attrNameLst>
                                          <p:attrName>ppt_x</p:attrName>
                                        </p:attrNameLst>
                                      </p:cBhvr>
                                      <p:tavLst>
                                        <p:tav tm="0">
                                          <p:val>
                                            <p:strVal val="#ppt_x"/>
                                          </p:val>
                                        </p:tav>
                                        <p:tav tm="100000">
                                          <p:val>
                                            <p:strVal val="#ppt_x"/>
                                          </p:val>
                                        </p:tav>
                                      </p:tavLst>
                                    </p:anim>
                                    <p:anim calcmode="lin" valueType="num">
                                      <p:cBhvr>
                                        <p:cTn id="139" dur="1000" fill="hold"/>
                                        <p:tgtEl>
                                          <p:spTgt spid="68"/>
                                        </p:tgtEl>
                                        <p:attrNameLst>
                                          <p:attrName>ppt_y</p:attrName>
                                        </p:attrNameLst>
                                      </p:cBhvr>
                                      <p:tavLst>
                                        <p:tav tm="0">
                                          <p:val>
                                            <p:strVal val="#ppt_y+.1"/>
                                          </p:val>
                                        </p:tav>
                                        <p:tav tm="100000">
                                          <p:val>
                                            <p:strVal val="#ppt_y"/>
                                          </p:val>
                                        </p:tav>
                                      </p:tavLst>
                                    </p:anim>
                                  </p:childTnLst>
                                </p:cTn>
                              </p:par>
                              <p:par>
                                <p:cTn id="140" presetID="42" presetClass="entr" presetSubtype="0" fill="hold" grpId="0" nodeType="withEffect">
                                  <p:stCondLst>
                                    <p:cond delay="0"/>
                                  </p:stCondLst>
                                  <p:childTnLst>
                                    <p:set>
                                      <p:cBhvr>
                                        <p:cTn id="141" dur="1" fill="hold">
                                          <p:stCondLst>
                                            <p:cond delay="0"/>
                                          </p:stCondLst>
                                        </p:cTn>
                                        <p:tgtEl>
                                          <p:spTgt spid="72"/>
                                        </p:tgtEl>
                                        <p:attrNameLst>
                                          <p:attrName>style.visibility</p:attrName>
                                        </p:attrNameLst>
                                      </p:cBhvr>
                                      <p:to>
                                        <p:strVal val="visible"/>
                                      </p:to>
                                    </p:set>
                                    <p:animEffect transition="in" filter="fade">
                                      <p:cBhvr>
                                        <p:cTn id="142" dur="1000"/>
                                        <p:tgtEl>
                                          <p:spTgt spid="72"/>
                                        </p:tgtEl>
                                      </p:cBhvr>
                                    </p:animEffect>
                                    <p:anim calcmode="lin" valueType="num">
                                      <p:cBhvr>
                                        <p:cTn id="143" dur="1000" fill="hold"/>
                                        <p:tgtEl>
                                          <p:spTgt spid="72"/>
                                        </p:tgtEl>
                                        <p:attrNameLst>
                                          <p:attrName>ppt_x</p:attrName>
                                        </p:attrNameLst>
                                      </p:cBhvr>
                                      <p:tavLst>
                                        <p:tav tm="0">
                                          <p:val>
                                            <p:strVal val="#ppt_x"/>
                                          </p:val>
                                        </p:tav>
                                        <p:tav tm="100000">
                                          <p:val>
                                            <p:strVal val="#ppt_x"/>
                                          </p:val>
                                        </p:tav>
                                      </p:tavLst>
                                    </p:anim>
                                    <p:anim calcmode="lin" valueType="num">
                                      <p:cBhvr>
                                        <p:cTn id="144" dur="1000" fill="hold"/>
                                        <p:tgtEl>
                                          <p:spTgt spid="72"/>
                                        </p:tgtEl>
                                        <p:attrNameLst>
                                          <p:attrName>ppt_y</p:attrName>
                                        </p:attrNameLst>
                                      </p:cBhvr>
                                      <p:tavLst>
                                        <p:tav tm="0">
                                          <p:val>
                                            <p:strVal val="#ppt_y+.1"/>
                                          </p:val>
                                        </p:tav>
                                        <p:tav tm="100000">
                                          <p:val>
                                            <p:strVal val="#ppt_y"/>
                                          </p:val>
                                        </p:tav>
                                      </p:tavLst>
                                    </p:anim>
                                  </p:childTnLst>
                                </p:cTn>
                              </p:par>
                              <p:par>
                                <p:cTn id="145" presetID="42" presetClass="entr" presetSubtype="0" fill="hold" nodeType="withEffect">
                                  <p:stCondLst>
                                    <p:cond delay="0"/>
                                  </p:stCondLst>
                                  <p:childTnLst>
                                    <p:set>
                                      <p:cBhvr>
                                        <p:cTn id="146" dur="1" fill="hold">
                                          <p:stCondLst>
                                            <p:cond delay="0"/>
                                          </p:stCondLst>
                                        </p:cTn>
                                        <p:tgtEl>
                                          <p:spTgt spid="73"/>
                                        </p:tgtEl>
                                        <p:attrNameLst>
                                          <p:attrName>style.visibility</p:attrName>
                                        </p:attrNameLst>
                                      </p:cBhvr>
                                      <p:to>
                                        <p:strVal val="visible"/>
                                      </p:to>
                                    </p:set>
                                    <p:animEffect transition="in" filter="fade">
                                      <p:cBhvr>
                                        <p:cTn id="147" dur="1000"/>
                                        <p:tgtEl>
                                          <p:spTgt spid="73"/>
                                        </p:tgtEl>
                                      </p:cBhvr>
                                    </p:animEffect>
                                    <p:anim calcmode="lin" valueType="num">
                                      <p:cBhvr>
                                        <p:cTn id="148" dur="1000" fill="hold"/>
                                        <p:tgtEl>
                                          <p:spTgt spid="73"/>
                                        </p:tgtEl>
                                        <p:attrNameLst>
                                          <p:attrName>ppt_x</p:attrName>
                                        </p:attrNameLst>
                                      </p:cBhvr>
                                      <p:tavLst>
                                        <p:tav tm="0">
                                          <p:val>
                                            <p:strVal val="#ppt_x"/>
                                          </p:val>
                                        </p:tav>
                                        <p:tav tm="100000">
                                          <p:val>
                                            <p:strVal val="#ppt_x"/>
                                          </p:val>
                                        </p:tav>
                                      </p:tavLst>
                                    </p:anim>
                                    <p:anim calcmode="lin" valueType="num">
                                      <p:cBhvr>
                                        <p:cTn id="149" dur="1000" fill="hold"/>
                                        <p:tgtEl>
                                          <p:spTgt spid="73"/>
                                        </p:tgtEl>
                                        <p:attrNameLst>
                                          <p:attrName>ppt_y</p:attrName>
                                        </p:attrNameLst>
                                      </p:cBhvr>
                                      <p:tavLst>
                                        <p:tav tm="0">
                                          <p:val>
                                            <p:strVal val="#ppt_y+.1"/>
                                          </p:val>
                                        </p:tav>
                                        <p:tav tm="100000">
                                          <p:val>
                                            <p:strVal val="#ppt_y"/>
                                          </p:val>
                                        </p:tav>
                                      </p:tavLst>
                                    </p:anim>
                                  </p:childTnLst>
                                </p:cTn>
                              </p:par>
                              <p:par>
                                <p:cTn id="150" presetID="42" presetClass="entr" presetSubtype="0" fill="hold" nodeType="withEffect">
                                  <p:stCondLst>
                                    <p:cond delay="0"/>
                                  </p:stCondLst>
                                  <p:childTnLst>
                                    <p:set>
                                      <p:cBhvr>
                                        <p:cTn id="151" dur="1" fill="hold">
                                          <p:stCondLst>
                                            <p:cond delay="0"/>
                                          </p:stCondLst>
                                        </p:cTn>
                                        <p:tgtEl>
                                          <p:spTgt spid="75"/>
                                        </p:tgtEl>
                                        <p:attrNameLst>
                                          <p:attrName>style.visibility</p:attrName>
                                        </p:attrNameLst>
                                      </p:cBhvr>
                                      <p:to>
                                        <p:strVal val="visible"/>
                                      </p:to>
                                    </p:set>
                                    <p:animEffect transition="in" filter="fade">
                                      <p:cBhvr>
                                        <p:cTn id="152" dur="1000"/>
                                        <p:tgtEl>
                                          <p:spTgt spid="75"/>
                                        </p:tgtEl>
                                      </p:cBhvr>
                                    </p:animEffect>
                                    <p:anim calcmode="lin" valueType="num">
                                      <p:cBhvr>
                                        <p:cTn id="153" dur="1000" fill="hold"/>
                                        <p:tgtEl>
                                          <p:spTgt spid="75"/>
                                        </p:tgtEl>
                                        <p:attrNameLst>
                                          <p:attrName>ppt_x</p:attrName>
                                        </p:attrNameLst>
                                      </p:cBhvr>
                                      <p:tavLst>
                                        <p:tav tm="0">
                                          <p:val>
                                            <p:strVal val="#ppt_x"/>
                                          </p:val>
                                        </p:tav>
                                        <p:tav tm="100000">
                                          <p:val>
                                            <p:strVal val="#ppt_x"/>
                                          </p:val>
                                        </p:tav>
                                      </p:tavLst>
                                    </p:anim>
                                    <p:anim calcmode="lin" valueType="num">
                                      <p:cBhvr>
                                        <p:cTn id="154" dur="1000" fill="hold"/>
                                        <p:tgtEl>
                                          <p:spTgt spid="75"/>
                                        </p:tgtEl>
                                        <p:attrNameLst>
                                          <p:attrName>ppt_y</p:attrName>
                                        </p:attrNameLst>
                                      </p:cBhvr>
                                      <p:tavLst>
                                        <p:tav tm="0">
                                          <p:val>
                                            <p:strVal val="#ppt_y+.1"/>
                                          </p:val>
                                        </p:tav>
                                        <p:tav tm="100000">
                                          <p:val>
                                            <p:strVal val="#ppt_y"/>
                                          </p:val>
                                        </p:tav>
                                      </p:tavLst>
                                    </p:anim>
                                  </p:childTnLst>
                                </p:cTn>
                              </p:par>
                              <p:par>
                                <p:cTn id="155" presetID="42" presetClass="entr" presetSubtype="0" fill="hold" nodeType="withEffect">
                                  <p:stCondLst>
                                    <p:cond delay="0"/>
                                  </p:stCondLst>
                                  <p:childTnLst>
                                    <p:set>
                                      <p:cBhvr>
                                        <p:cTn id="156" dur="1" fill="hold">
                                          <p:stCondLst>
                                            <p:cond delay="0"/>
                                          </p:stCondLst>
                                        </p:cTn>
                                        <p:tgtEl>
                                          <p:spTgt spid="76"/>
                                        </p:tgtEl>
                                        <p:attrNameLst>
                                          <p:attrName>style.visibility</p:attrName>
                                        </p:attrNameLst>
                                      </p:cBhvr>
                                      <p:to>
                                        <p:strVal val="visible"/>
                                      </p:to>
                                    </p:set>
                                    <p:animEffect transition="in" filter="fade">
                                      <p:cBhvr>
                                        <p:cTn id="157" dur="1000"/>
                                        <p:tgtEl>
                                          <p:spTgt spid="76"/>
                                        </p:tgtEl>
                                      </p:cBhvr>
                                    </p:animEffect>
                                    <p:anim calcmode="lin" valueType="num">
                                      <p:cBhvr>
                                        <p:cTn id="158" dur="1000" fill="hold"/>
                                        <p:tgtEl>
                                          <p:spTgt spid="76"/>
                                        </p:tgtEl>
                                        <p:attrNameLst>
                                          <p:attrName>ppt_x</p:attrName>
                                        </p:attrNameLst>
                                      </p:cBhvr>
                                      <p:tavLst>
                                        <p:tav tm="0">
                                          <p:val>
                                            <p:strVal val="#ppt_x"/>
                                          </p:val>
                                        </p:tav>
                                        <p:tav tm="100000">
                                          <p:val>
                                            <p:strVal val="#ppt_x"/>
                                          </p:val>
                                        </p:tav>
                                      </p:tavLst>
                                    </p:anim>
                                    <p:anim calcmode="lin" valueType="num">
                                      <p:cBhvr>
                                        <p:cTn id="159" dur="1000" fill="hold"/>
                                        <p:tgtEl>
                                          <p:spTgt spid="76"/>
                                        </p:tgtEl>
                                        <p:attrNameLst>
                                          <p:attrName>ppt_y</p:attrName>
                                        </p:attrNameLst>
                                      </p:cBhvr>
                                      <p:tavLst>
                                        <p:tav tm="0">
                                          <p:val>
                                            <p:strVal val="#ppt_y+.1"/>
                                          </p:val>
                                        </p:tav>
                                        <p:tav tm="100000">
                                          <p:val>
                                            <p:strVal val="#ppt_y"/>
                                          </p:val>
                                        </p:tav>
                                      </p:tavLst>
                                    </p:anim>
                                  </p:childTnLst>
                                </p:cTn>
                              </p:par>
                              <p:par>
                                <p:cTn id="160" presetID="42" presetClass="entr" presetSubtype="0" fill="hold" grpId="0" nodeType="withEffect">
                                  <p:stCondLst>
                                    <p:cond delay="0"/>
                                  </p:stCondLst>
                                  <p:childTnLst>
                                    <p:set>
                                      <p:cBhvr>
                                        <p:cTn id="161" dur="1" fill="hold">
                                          <p:stCondLst>
                                            <p:cond delay="0"/>
                                          </p:stCondLst>
                                        </p:cTn>
                                        <p:tgtEl>
                                          <p:spTgt spid="82"/>
                                        </p:tgtEl>
                                        <p:attrNameLst>
                                          <p:attrName>style.visibility</p:attrName>
                                        </p:attrNameLst>
                                      </p:cBhvr>
                                      <p:to>
                                        <p:strVal val="visible"/>
                                      </p:to>
                                    </p:set>
                                    <p:animEffect transition="in" filter="fade">
                                      <p:cBhvr>
                                        <p:cTn id="162" dur="1000"/>
                                        <p:tgtEl>
                                          <p:spTgt spid="82"/>
                                        </p:tgtEl>
                                      </p:cBhvr>
                                    </p:animEffect>
                                    <p:anim calcmode="lin" valueType="num">
                                      <p:cBhvr>
                                        <p:cTn id="163" dur="1000" fill="hold"/>
                                        <p:tgtEl>
                                          <p:spTgt spid="82"/>
                                        </p:tgtEl>
                                        <p:attrNameLst>
                                          <p:attrName>ppt_x</p:attrName>
                                        </p:attrNameLst>
                                      </p:cBhvr>
                                      <p:tavLst>
                                        <p:tav tm="0">
                                          <p:val>
                                            <p:strVal val="#ppt_x"/>
                                          </p:val>
                                        </p:tav>
                                        <p:tav tm="100000">
                                          <p:val>
                                            <p:strVal val="#ppt_x"/>
                                          </p:val>
                                        </p:tav>
                                      </p:tavLst>
                                    </p:anim>
                                    <p:anim calcmode="lin" valueType="num">
                                      <p:cBhvr>
                                        <p:cTn id="164" dur="1000" fill="hold"/>
                                        <p:tgtEl>
                                          <p:spTgt spid="82"/>
                                        </p:tgtEl>
                                        <p:attrNameLst>
                                          <p:attrName>ppt_y</p:attrName>
                                        </p:attrNameLst>
                                      </p:cBhvr>
                                      <p:tavLst>
                                        <p:tav tm="0">
                                          <p:val>
                                            <p:strVal val="#ppt_y+.1"/>
                                          </p:val>
                                        </p:tav>
                                        <p:tav tm="100000">
                                          <p:val>
                                            <p:strVal val="#ppt_y"/>
                                          </p:val>
                                        </p:tav>
                                      </p:tavLst>
                                    </p:anim>
                                  </p:childTnLst>
                                </p:cTn>
                              </p:par>
                              <p:par>
                                <p:cTn id="165" presetID="42" presetClass="entr" presetSubtype="0" fill="hold" nodeType="withEffect">
                                  <p:stCondLst>
                                    <p:cond delay="0"/>
                                  </p:stCondLst>
                                  <p:childTnLst>
                                    <p:set>
                                      <p:cBhvr>
                                        <p:cTn id="166" dur="1" fill="hold">
                                          <p:stCondLst>
                                            <p:cond delay="0"/>
                                          </p:stCondLst>
                                        </p:cTn>
                                        <p:tgtEl>
                                          <p:spTgt spid="83"/>
                                        </p:tgtEl>
                                        <p:attrNameLst>
                                          <p:attrName>style.visibility</p:attrName>
                                        </p:attrNameLst>
                                      </p:cBhvr>
                                      <p:to>
                                        <p:strVal val="visible"/>
                                      </p:to>
                                    </p:set>
                                    <p:animEffect transition="in" filter="fade">
                                      <p:cBhvr>
                                        <p:cTn id="167" dur="1000"/>
                                        <p:tgtEl>
                                          <p:spTgt spid="83"/>
                                        </p:tgtEl>
                                      </p:cBhvr>
                                    </p:animEffect>
                                    <p:anim calcmode="lin" valueType="num">
                                      <p:cBhvr>
                                        <p:cTn id="168" dur="1000" fill="hold"/>
                                        <p:tgtEl>
                                          <p:spTgt spid="83"/>
                                        </p:tgtEl>
                                        <p:attrNameLst>
                                          <p:attrName>ppt_x</p:attrName>
                                        </p:attrNameLst>
                                      </p:cBhvr>
                                      <p:tavLst>
                                        <p:tav tm="0">
                                          <p:val>
                                            <p:strVal val="#ppt_x"/>
                                          </p:val>
                                        </p:tav>
                                        <p:tav tm="100000">
                                          <p:val>
                                            <p:strVal val="#ppt_x"/>
                                          </p:val>
                                        </p:tav>
                                      </p:tavLst>
                                    </p:anim>
                                    <p:anim calcmode="lin" valueType="num">
                                      <p:cBhvr>
                                        <p:cTn id="169" dur="1000" fill="hold"/>
                                        <p:tgtEl>
                                          <p:spTgt spid="83"/>
                                        </p:tgtEl>
                                        <p:attrNameLst>
                                          <p:attrName>ppt_y</p:attrName>
                                        </p:attrNameLst>
                                      </p:cBhvr>
                                      <p:tavLst>
                                        <p:tav tm="0">
                                          <p:val>
                                            <p:strVal val="#ppt_y+.1"/>
                                          </p:val>
                                        </p:tav>
                                        <p:tav tm="100000">
                                          <p:val>
                                            <p:strVal val="#ppt_y"/>
                                          </p:val>
                                        </p:tav>
                                      </p:tavLst>
                                    </p:anim>
                                  </p:childTnLst>
                                </p:cTn>
                              </p:par>
                              <p:par>
                                <p:cTn id="170" presetID="42" presetClass="entr" presetSubtype="0" fill="hold" nodeType="withEffect">
                                  <p:stCondLst>
                                    <p:cond delay="0"/>
                                  </p:stCondLst>
                                  <p:childTnLst>
                                    <p:set>
                                      <p:cBhvr>
                                        <p:cTn id="171" dur="1" fill="hold">
                                          <p:stCondLst>
                                            <p:cond delay="0"/>
                                          </p:stCondLst>
                                        </p:cTn>
                                        <p:tgtEl>
                                          <p:spTgt spid="86"/>
                                        </p:tgtEl>
                                        <p:attrNameLst>
                                          <p:attrName>style.visibility</p:attrName>
                                        </p:attrNameLst>
                                      </p:cBhvr>
                                      <p:to>
                                        <p:strVal val="visible"/>
                                      </p:to>
                                    </p:set>
                                    <p:animEffect transition="in" filter="fade">
                                      <p:cBhvr>
                                        <p:cTn id="172" dur="1000"/>
                                        <p:tgtEl>
                                          <p:spTgt spid="86"/>
                                        </p:tgtEl>
                                      </p:cBhvr>
                                    </p:animEffect>
                                    <p:anim calcmode="lin" valueType="num">
                                      <p:cBhvr>
                                        <p:cTn id="173" dur="1000" fill="hold"/>
                                        <p:tgtEl>
                                          <p:spTgt spid="86"/>
                                        </p:tgtEl>
                                        <p:attrNameLst>
                                          <p:attrName>ppt_x</p:attrName>
                                        </p:attrNameLst>
                                      </p:cBhvr>
                                      <p:tavLst>
                                        <p:tav tm="0">
                                          <p:val>
                                            <p:strVal val="#ppt_x"/>
                                          </p:val>
                                        </p:tav>
                                        <p:tav tm="100000">
                                          <p:val>
                                            <p:strVal val="#ppt_x"/>
                                          </p:val>
                                        </p:tav>
                                      </p:tavLst>
                                    </p:anim>
                                    <p:anim calcmode="lin" valueType="num">
                                      <p:cBhvr>
                                        <p:cTn id="174" dur="1000" fill="hold"/>
                                        <p:tgtEl>
                                          <p:spTgt spid="86"/>
                                        </p:tgtEl>
                                        <p:attrNameLst>
                                          <p:attrName>ppt_y</p:attrName>
                                        </p:attrNameLst>
                                      </p:cBhvr>
                                      <p:tavLst>
                                        <p:tav tm="0">
                                          <p:val>
                                            <p:strVal val="#ppt_y+.1"/>
                                          </p:val>
                                        </p:tav>
                                        <p:tav tm="100000">
                                          <p:val>
                                            <p:strVal val="#ppt_y"/>
                                          </p:val>
                                        </p:tav>
                                      </p:tavLst>
                                    </p:anim>
                                  </p:childTnLst>
                                </p:cTn>
                              </p:par>
                              <p:par>
                                <p:cTn id="175" presetID="42" presetClass="entr" presetSubtype="0" fill="hold" nodeType="withEffect">
                                  <p:stCondLst>
                                    <p:cond delay="0"/>
                                  </p:stCondLst>
                                  <p:childTnLst>
                                    <p:set>
                                      <p:cBhvr>
                                        <p:cTn id="176" dur="1" fill="hold">
                                          <p:stCondLst>
                                            <p:cond delay="0"/>
                                          </p:stCondLst>
                                        </p:cTn>
                                        <p:tgtEl>
                                          <p:spTgt spid="89"/>
                                        </p:tgtEl>
                                        <p:attrNameLst>
                                          <p:attrName>style.visibility</p:attrName>
                                        </p:attrNameLst>
                                      </p:cBhvr>
                                      <p:to>
                                        <p:strVal val="visible"/>
                                      </p:to>
                                    </p:set>
                                    <p:animEffect transition="in" filter="fade">
                                      <p:cBhvr>
                                        <p:cTn id="177" dur="1000"/>
                                        <p:tgtEl>
                                          <p:spTgt spid="89"/>
                                        </p:tgtEl>
                                      </p:cBhvr>
                                    </p:animEffect>
                                    <p:anim calcmode="lin" valueType="num">
                                      <p:cBhvr>
                                        <p:cTn id="178" dur="1000" fill="hold"/>
                                        <p:tgtEl>
                                          <p:spTgt spid="89"/>
                                        </p:tgtEl>
                                        <p:attrNameLst>
                                          <p:attrName>ppt_x</p:attrName>
                                        </p:attrNameLst>
                                      </p:cBhvr>
                                      <p:tavLst>
                                        <p:tav tm="0">
                                          <p:val>
                                            <p:strVal val="#ppt_x"/>
                                          </p:val>
                                        </p:tav>
                                        <p:tav tm="100000">
                                          <p:val>
                                            <p:strVal val="#ppt_x"/>
                                          </p:val>
                                        </p:tav>
                                      </p:tavLst>
                                    </p:anim>
                                    <p:anim calcmode="lin" valueType="num">
                                      <p:cBhvr>
                                        <p:cTn id="179" dur="1000" fill="hold"/>
                                        <p:tgtEl>
                                          <p:spTgt spid="89"/>
                                        </p:tgtEl>
                                        <p:attrNameLst>
                                          <p:attrName>ppt_y</p:attrName>
                                        </p:attrNameLst>
                                      </p:cBhvr>
                                      <p:tavLst>
                                        <p:tav tm="0">
                                          <p:val>
                                            <p:strVal val="#ppt_y+.1"/>
                                          </p:val>
                                        </p:tav>
                                        <p:tav tm="100000">
                                          <p:val>
                                            <p:strVal val="#ppt_y"/>
                                          </p:val>
                                        </p:tav>
                                      </p:tavLst>
                                    </p:anim>
                                  </p:childTnLst>
                                </p:cTn>
                              </p:par>
                              <p:par>
                                <p:cTn id="180" presetID="42" presetClass="entr" presetSubtype="0" fill="hold" grpId="0" nodeType="withEffect">
                                  <p:stCondLst>
                                    <p:cond delay="0"/>
                                  </p:stCondLst>
                                  <p:childTnLst>
                                    <p:set>
                                      <p:cBhvr>
                                        <p:cTn id="181" dur="1" fill="hold">
                                          <p:stCondLst>
                                            <p:cond delay="0"/>
                                          </p:stCondLst>
                                        </p:cTn>
                                        <p:tgtEl>
                                          <p:spTgt spid="92"/>
                                        </p:tgtEl>
                                        <p:attrNameLst>
                                          <p:attrName>style.visibility</p:attrName>
                                        </p:attrNameLst>
                                      </p:cBhvr>
                                      <p:to>
                                        <p:strVal val="visible"/>
                                      </p:to>
                                    </p:set>
                                    <p:animEffect transition="in" filter="fade">
                                      <p:cBhvr>
                                        <p:cTn id="182" dur="1000"/>
                                        <p:tgtEl>
                                          <p:spTgt spid="92"/>
                                        </p:tgtEl>
                                      </p:cBhvr>
                                    </p:animEffect>
                                    <p:anim calcmode="lin" valueType="num">
                                      <p:cBhvr>
                                        <p:cTn id="183" dur="1000" fill="hold"/>
                                        <p:tgtEl>
                                          <p:spTgt spid="92"/>
                                        </p:tgtEl>
                                        <p:attrNameLst>
                                          <p:attrName>ppt_x</p:attrName>
                                        </p:attrNameLst>
                                      </p:cBhvr>
                                      <p:tavLst>
                                        <p:tav tm="0">
                                          <p:val>
                                            <p:strVal val="#ppt_x"/>
                                          </p:val>
                                        </p:tav>
                                        <p:tav tm="100000">
                                          <p:val>
                                            <p:strVal val="#ppt_x"/>
                                          </p:val>
                                        </p:tav>
                                      </p:tavLst>
                                    </p:anim>
                                    <p:anim calcmode="lin" valueType="num">
                                      <p:cBhvr>
                                        <p:cTn id="184" dur="1000" fill="hold"/>
                                        <p:tgtEl>
                                          <p:spTgt spid="92"/>
                                        </p:tgtEl>
                                        <p:attrNameLst>
                                          <p:attrName>ppt_y</p:attrName>
                                        </p:attrNameLst>
                                      </p:cBhvr>
                                      <p:tavLst>
                                        <p:tav tm="0">
                                          <p:val>
                                            <p:strVal val="#ppt_y+.1"/>
                                          </p:val>
                                        </p:tav>
                                        <p:tav tm="100000">
                                          <p:val>
                                            <p:strVal val="#ppt_y"/>
                                          </p:val>
                                        </p:tav>
                                      </p:tavLst>
                                    </p:anim>
                                  </p:childTnLst>
                                </p:cTn>
                              </p:par>
                              <p:par>
                                <p:cTn id="185" presetID="42" presetClass="entr" presetSubtype="0" fill="hold" grpId="0" nodeType="withEffect">
                                  <p:stCondLst>
                                    <p:cond delay="0"/>
                                  </p:stCondLst>
                                  <p:childTnLst>
                                    <p:set>
                                      <p:cBhvr>
                                        <p:cTn id="186" dur="1" fill="hold">
                                          <p:stCondLst>
                                            <p:cond delay="0"/>
                                          </p:stCondLst>
                                        </p:cTn>
                                        <p:tgtEl>
                                          <p:spTgt spid="93"/>
                                        </p:tgtEl>
                                        <p:attrNameLst>
                                          <p:attrName>style.visibility</p:attrName>
                                        </p:attrNameLst>
                                      </p:cBhvr>
                                      <p:to>
                                        <p:strVal val="visible"/>
                                      </p:to>
                                    </p:set>
                                    <p:animEffect transition="in" filter="fade">
                                      <p:cBhvr>
                                        <p:cTn id="187" dur="1000"/>
                                        <p:tgtEl>
                                          <p:spTgt spid="93"/>
                                        </p:tgtEl>
                                      </p:cBhvr>
                                    </p:animEffect>
                                    <p:anim calcmode="lin" valueType="num">
                                      <p:cBhvr>
                                        <p:cTn id="188" dur="1000" fill="hold"/>
                                        <p:tgtEl>
                                          <p:spTgt spid="93"/>
                                        </p:tgtEl>
                                        <p:attrNameLst>
                                          <p:attrName>ppt_x</p:attrName>
                                        </p:attrNameLst>
                                      </p:cBhvr>
                                      <p:tavLst>
                                        <p:tav tm="0">
                                          <p:val>
                                            <p:strVal val="#ppt_x"/>
                                          </p:val>
                                        </p:tav>
                                        <p:tav tm="100000">
                                          <p:val>
                                            <p:strVal val="#ppt_x"/>
                                          </p:val>
                                        </p:tav>
                                      </p:tavLst>
                                    </p:anim>
                                    <p:anim calcmode="lin" valueType="num">
                                      <p:cBhvr>
                                        <p:cTn id="189" dur="1000" fill="hold"/>
                                        <p:tgtEl>
                                          <p:spTgt spid="93"/>
                                        </p:tgtEl>
                                        <p:attrNameLst>
                                          <p:attrName>ppt_y</p:attrName>
                                        </p:attrNameLst>
                                      </p:cBhvr>
                                      <p:tavLst>
                                        <p:tav tm="0">
                                          <p:val>
                                            <p:strVal val="#ppt_y+.1"/>
                                          </p:val>
                                        </p:tav>
                                        <p:tav tm="100000">
                                          <p:val>
                                            <p:strVal val="#ppt_y"/>
                                          </p:val>
                                        </p:tav>
                                      </p:tavLst>
                                    </p:anim>
                                  </p:childTnLst>
                                </p:cTn>
                              </p:par>
                              <p:par>
                                <p:cTn id="190" presetID="42" presetClass="entr" presetSubtype="0" fill="hold" nodeType="withEffect">
                                  <p:stCondLst>
                                    <p:cond delay="0"/>
                                  </p:stCondLst>
                                  <p:childTnLst>
                                    <p:set>
                                      <p:cBhvr>
                                        <p:cTn id="191" dur="1" fill="hold">
                                          <p:stCondLst>
                                            <p:cond delay="0"/>
                                          </p:stCondLst>
                                        </p:cTn>
                                        <p:tgtEl>
                                          <p:spTgt spid="94"/>
                                        </p:tgtEl>
                                        <p:attrNameLst>
                                          <p:attrName>style.visibility</p:attrName>
                                        </p:attrNameLst>
                                      </p:cBhvr>
                                      <p:to>
                                        <p:strVal val="visible"/>
                                      </p:to>
                                    </p:set>
                                    <p:animEffect transition="in" filter="fade">
                                      <p:cBhvr>
                                        <p:cTn id="192" dur="1000"/>
                                        <p:tgtEl>
                                          <p:spTgt spid="94"/>
                                        </p:tgtEl>
                                      </p:cBhvr>
                                    </p:animEffect>
                                    <p:anim calcmode="lin" valueType="num">
                                      <p:cBhvr>
                                        <p:cTn id="193" dur="1000" fill="hold"/>
                                        <p:tgtEl>
                                          <p:spTgt spid="94"/>
                                        </p:tgtEl>
                                        <p:attrNameLst>
                                          <p:attrName>ppt_x</p:attrName>
                                        </p:attrNameLst>
                                      </p:cBhvr>
                                      <p:tavLst>
                                        <p:tav tm="0">
                                          <p:val>
                                            <p:strVal val="#ppt_x"/>
                                          </p:val>
                                        </p:tav>
                                        <p:tav tm="100000">
                                          <p:val>
                                            <p:strVal val="#ppt_x"/>
                                          </p:val>
                                        </p:tav>
                                      </p:tavLst>
                                    </p:anim>
                                    <p:anim calcmode="lin" valueType="num">
                                      <p:cBhvr>
                                        <p:cTn id="194" dur="1000" fill="hold"/>
                                        <p:tgtEl>
                                          <p:spTgt spid="94"/>
                                        </p:tgtEl>
                                        <p:attrNameLst>
                                          <p:attrName>ppt_y</p:attrName>
                                        </p:attrNameLst>
                                      </p:cBhvr>
                                      <p:tavLst>
                                        <p:tav tm="0">
                                          <p:val>
                                            <p:strVal val="#ppt_y+.1"/>
                                          </p:val>
                                        </p:tav>
                                        <p:tav tm="100000">
                                          <p:val>
                                            <p:strVal val="#ppt_y"/>
                                          </p:val>
                                        </p:tav>
                                      </p:tavLst>
                                    </p:anim>
                                  </p:childTnLst>
                                </p:cTn>
                              </p:par>
                              <p:par>
                                <p:cTn id="195" presetID="42" presetClass="entr" presetSubtype="0" fill="hold" grpId="0" nodeType="withEffect">
                                  <p:stCondLst>
                                    <p:cond delay="0"/>
                                  </p:stCondLst>
                                  <p:childTnLst>
                                    <p:set>
                                      <p:cBhvr>
                                        <p:cTn id="196" dur="1" fill="hold">
                                          <p:stCondLst>
                                            <p:cond delay="0"/>
                                          </p:stCondLst>
                                        </p:cTn>
                                        <p:tgtEl>
                                          <p:spTgt spid="97"/>
                                        </p:tgtEl>
                                        <p:attrNameLst>
                                          <p:attrName>style.visibility</p:attrName>
                                        </p:attrNameLst>
                                      </p:cBhvr>
                                      <p:to>
                                        <p:strVal val="visible"/>
                                      </p:to>
                                    </p:set>
                                    <p:animEffect transition="in" filter="fade">
                                      <p:cBhvr>
                                        <p:cTn id="197" dur="1000"/>
                                        <p:tgtEl>
                                          <p:spTgt spid="97"/>
                                        </p:tgtEl>
                                      </p:cBhvr>
                                    </p:animEffect>
                                    <p:anim calcmode="lin" valueType="num">
                                      <p:cBhvr>
                                        <p:cTn id="198" dur="1000" fill="hold"/>
                                        <p:tgtEl>
                                          <p:spTgt spid="97"/>
                                        </p:tgtEl>
                                        <p:attrNameLst>
                                          <p:attrName>ppt_x</p:attrName>
                                        </p:attrNameLst>
                                      </p:cBhvr>
                                      <p:tavLst>
                                        <p:tav tm="0">
                                          <p:val>
                                            <p:strVal val="#ppt_x"/>
                                          </p:val>
                                        </p:tav>
                                        <p:tav tm="100000">
                                          <p:val>
                                            <p:strVal val="#ppt_x"/>
                                          </p:val>
                                        </p:tav>
                                      </p:tavLst>
                                    </p:anim>
                                    <p:anim calcmode="lin" valueType="num">
                                      <p:cBhvr>
                                        <p:cTn id="199" dur="1000" fill="hold"/>
                                        <p:tgtEl>
                                          <p:spTgt spid="97"/>
                                        </p:tgtEl>
                                        <p:attrNameLst>
                                          <p:attrName>ppt_y</p:attrName>
                                        </p:attrNameLst>
                                      </p:cBhvr>
                                      <p:tavLst>
                                        <p:tav tm="0">
                                          <p:val>
                                            <p:strVal val="#ppt_y+.1"/>
                                          </p:val>
                                        </p:tav>
                                        <p:tav tm="100000">
                                          <p:val>
                                            <p:strVal val="#ppt_y"/>
                                          </p:val>
                                        </p:tav>
                                      </p:tavLst>
                                    </p:anim>
                                  </p:childTnLst>
                                </p:cTn>
                              </p:par>
                              <p:par>
                                <p:cTn id="200" presetID="42" presetClass="entr" presetSubtype="0" fill="hold" nodeType="withEffect">
                                  <p:stCondLst>
                                    <p:cond delay="0"/>
                                  </p:stCondLst>
                                  <p:childTnLst>
                                    <p:set>
                                      <p:cBhvr>
                                        <p:cTn id="201" dur="1" fill="hold">
                                          <p:stCondLst>
                                            <p:cond delay="0"/>
                                          </p:stCondLst>
                                        </p:cTn>
                                        <p:tgtEl>
                                          <p:spTgt spid="98"/>
                                        </p:tgtEl>
                                        <p:attrNameLst>
                                          <p:attrName>style.visibility</p:attrName>
                                        </p:attrNameLst>
                                      </p:cBhvr>
                                      <p:to>
                                        <p:strVal val="visible"/>
                                      </p:to>
                                    </p:set>
                                    <p:animEffect transition="in" filter="fade">
                                      <p:cBhvr>
                                        <p:cTn id="202" dur="1000"/>
                                        <p:tgtEl>
                                          <p:spTgt spid="98"/>
                                        </p:tgtEl>
                                      </p:cBhvr>
                                    </p:animEffect>
                                    <p:anim calcmode="lin" valueType="num">
                                      <p:cBhvr>
                                        <p:cTn id="203" dur="1000" fill="hold"/>
                                        <p:tgtEl>
                                          <p:spTgt spid="98"/>
                                        </p:tgtEl>
                                        <p:attrNameLst>
                                          <p:attrName>ppt_x</p:attrName>
                                        </p:attrNameLst>
                                      </p:cBhvr>
                                      <p:tavLst>
                                        <p:tav tm="0">
                                          <p:val>
                                            <p:strVal val="#ppt_x"/>
                                          </p:val>
                                        </p:tav>
                                        <p:tav tm="100000">
                                          <p:val>
                                            <p:strVal val="#ppt_x"/>
                                          </p:val>
                                        </p:tav>
                                      </p:tavLst>
                                    </p:anim>
                                    <p:anim calcmode="lin" valueType="num">
                                      <p:cBhvr>
                                        <p:cTn id="204" dur="1000" fill="hold"/>
                                        <p:tgtEl>
                                          <p:spTgt spid="98"/>
                                        </p:tgtEl>
                                        <p:attrNameLst>
                                          <p:attrName>ppt_y</p:attrName>
                                        </p:attrNameLst>
                                      </p:cBhvr>
                                      <p:tavLst>
                                        <p:tav tm="0">
                                          <p:val>
                                            <p:strVal val="#ppt_y+.1"/>
                                          </p:val>
                                        </p:tav>
                                        <p:tav tm="100000">
                                          <p:val>
                                            <p:strVal val="#ppt_y"/>
                                          </p:val>
                                        </p:tav>
                                      </p:tavLst>
                                    </p:anim>
                                  </p:childTnLst>
                                </p:cTn>
                              </p:par>
                              <p:par>
                                <p:cTn id="205" presetID="42" presetClass="entr" presetSubtype="0" fill="hold" grpId="0" nodeType="withEffect">
                                  <p:stCondLst>
                                    <p:cond delay="0"/>
                                  </p:stCondLst>
                                  <p:childTnLst>
                                    <p:set>
                                      <p:cBhvr>
                                        <p:cTn id="206" dur="1" fill="hold">
                                          <p:stCondLst>
                                            <p:cond delay="0"/>
                                          </p:stCondLst>
                                        </p:cTn>
                                        <p:tgtEl>
                                          <p:spTgt spid="104"/>
                                        </p:tgtEl>
                                        <p:attrNameLst>
                                          <p:attrName>style.visibility</p:attrName>
                                        </p:attrNameLst>
                                      </p:cBhvr>
                                      <p:to>
                                        <p:strVal val="visible"/>
                                      </p:to>
                                    </p:set>
                                    <p:animEffect transition="in" filter="fade">
                                      <p:cBhvr>
                                        <p:cTn id="207" dur="1000"/>
                                        <p:tgtEl>
                                          <p:spTgt spid="104"/>
                                        </p:tgtEl>
                                      </p:cBhvr>
                                    </p:animEffect>
                                    <p:anim calcmode="lin" valueType="num">
                                      <p:cBhvr>
                                        <p:cTn id="208" dur="1000" fill="hold"/>
                                        <p:tgtEl>
                                          <p:spTgt spid="104"/>
                                        </p:tgtEl>
                                        <p:attrNameLst>
                                          <p:attrName>ppt_x</p:attrName>
                                        </p:attrNameLst>
                                      </p:cBhvr>
                                      <p:tavLst>
                                        <p:tav tm="0">
                                          <p:val>
                                            <p:strVal val="#ppt_x"/>
                                          </p:val>
                                        </p:tav>
                                        <p:tav tm="100000">
                                          <p:val>
                                            <p:strVal val="#ppt_x"/>
                                          </p:val>
                                        </p:tav>
                                      </p:tavLst>
                                    </p:anim>
                                    <p:anim calcmode="lin" valueType="num">
                                      <p:cBhvr>
                                        <p:cTn id="209" dur="1000" fill="hold"/>
                                        <p:tgtEl>
                                          <p:spTgt spid="104"/>
                                        </p:tgtEl>
                                        <p:attrNameLst>
                                          <p:attrName>ppt_y</p:attrName>
                                        </p:attrNameLst>
                                      </p:cBhvr>
                                      <p:tavLst>
                                        <p:tav tm="0">
                                          <p:val>
                                            <p:strVal val="#ppt_y+.1"/>
                                          </p:val>
                                        </p:tav>
                                        <p:tav tm="100000">
                                          <p:val>
                                            <p:strVal val="#ppt_y"/>
                                          </p:val>
                                        </p:tav>
                                      </p:tavLst>
                                    </p:anim>
                                  </p:childTnLst>
                                </p:cTn>
                              </p:par>
                              <p:par>
                                <p:cTn id="210" presetID="42" presetClass="entr" presetSubtype="0" fill="hold" nodeType="withEffect">
                                  <p:stCondLst>
                                    <p:cond delay="0"/>
                                  </p:stCondLst>
                                  <p:childTnLst>
                                    <p:set>
                                      <p:cBhvr>
                                        <p:cTn id="211" dur="1" fill="hold">
                                          <p:stCondLst>
                                            <p:cond delay="0"/>
                                          </p:stCondLst>
                                        </p:cTn>
                                        <p:tgtEl>
                                          <p:spTgt spid="105"/>
                                        </p:tgtEl>
                                        <p:attrNameLst>
                                          <p:attrName>style.visibility</p:attrName>
                                        </p:attrNameLst>
                                      </p:cBhvr>
                                      <p:to>
                                        <p:strVal val="visible"/>
                                      </p:to>
                                    </p:set>
                                    <p:animEffect transition="in" filter="fade">
                                      <p:cBhvr>
                                        <p:cTn id="212" dur="1000"/>
                                        <p:tgtEl>
                                          <p:spTgt spid="105"/>
                                        </p:tgtEl>
                                      </p:cBhvr>
                                    </p:animEffect>
                                    <p:anim calcmode="lin" valueType="num">
                                      <p:cBhvr>
                                        <p:cTn id="213" dur="1000" fill="hold"/>
                                        <p:tgtEl>
                                          <p:spTgt spid="105"/>
                                        </p:tgtEl>
                                        <p:attrNameLst>
                                          <p:attrName>ppt_x</p:attrName>
                                        </p:attrNameLst>
                                      </p:cBhvr>
                                      <p:tavLst>
                                        <p:tav tm="0">
                                          <p:val>
                                            <p:strVal val="#ppt_x"/>
                                          </p:val>
                                        </p:tav>
                                        <p:tav tm="100000">
                                          <p:val>
                                            <p:strVal val="#ppt_x"/>
                                          </p:val>
                                        </p:tav>
                                      </p:tavLst>
                                    </p:anim>
                                    <p:anim calcmode="lin" valueType="num">
                                      <p:cBhvr>
                                        <p:cTn id="214" dur="1000" fill="hold"/>
                                        <p:tgtEl>
                                          <p:spTgt spid="105"/>
                                        </p:tgtEl>
                                        <p:attrNameLst>
                                          <p:attrName>ppt_y</p:attrName>
                                        </p:attrNameLst>
                                      </p:cBhvr>
                                      <p:tavLst>
                                        <p:tav tm="0">
                                          <p:val>
                                            <p:strVal val="#ppt_y+.1"/>
                                          </p:val>
                                        </p:tav>
                                        <p:tav tm="100000">
                                          <p:val>
                                            <p:strVal val="#ppt_y"/>
                                          </p:val>
                                        </p:tav>
                                      </p:tavLst>
                                    </p:anim>
                                  </p:childTnLst>
                                </p:cTn>
                              </p:par>
                              <p:par>
                                <p:cTn id="215" presetID="42" presetClass="entr" presetSubtype="0" fill="hold" nodeType="withEffect">
                                  <p:stCondLst>
                                    <p:cond delay="0"/>
                                  </p:stCondLst>
                                  <p:childTnLst>
                                    <p:set>
                                      <p:cBhvr>
                                        <p:cTn id="216" dur="1" fill="hold">
                                          <p:stCondLst>
                                            <p:cond delay="0"/>
                                          </p:stCondLst>
                                        </p:cTn>
                                        <p:tgtEl>
                                          <p:spTgt spid="108"/>
                                        </p:tgtEl>
                                        <p:attrNameLst>
                                          <p:attrName>style.visibility</p:attrName>
                                        </p:attrNameLst>
                                      </p:cBhvr>
                                      <p:to>
                                        <p:strVal val="visible"/>
                                      </p:to>
                                    </p:set>
                                    <p:animEffect transition="in" filter="fade">
                                      <p:cBhvr>
                                        <p:cTn id="217" dur="1000"/>
                                        <p:tgtEl>
                                          <p:spTgt spid="108"/>
                                        </p:tgtEl>
                                      </p:cBhvr>
                                    </p:animEffect>
                                    <p:anim calcmode="lin" valueType="num">
                                      <p:cBhvr>
                                        <p:cTn id="218" dur="1000" fill="hold"/>
                                        <p:tgtEl>
                                          <p:spTgt spid="108"/>
                                        </p:tgtEl>
                                        <p:attrNameLst>
                                          <p:attrName>ppt_x</p:attrName>
                                        </p:attrNameLst>
                                      </p:cBhvr>
                                      <p:tavLst>
                                        <p:tav tm="0">
                                          <p:val>
                                            <p:strVal val="#ppt_x"/>
                                          </p:val>
                                        </p:tav>
                                        <p:tav tm="100000">
                                          <p:val>
                                            <p:strVal val="#ppt_x"/>
                                          </p:val>
                                        </p:tav>
                                      </p:tavLst>
                                    </p:anim>
                                    <p:anim calcmode="lin" valueType="num">
                                      <p:cBhvr>
                                        <p:cTn id="219" dur="1000" fill="hold"/>
                                        <p:tgtEl>
                                          <p:spTgt spid="108"/>
                                        </p:tgtEl>
                                        <p:attrNameLst>
                                          <p:attrName>ppt_y</p:attrName>
                                        </p:attrNameLst>
                                      </p:cBhvr>
                                      <p:tavLst>
                                        <p:tav tm="0">
                                          <p:val>
                                            <p:strVal val="#ppt_y+.1"/>
                                          </p:val>
                                        </p:tav>
                                        <p:tav tm="100000">
                                          <p:val>
                                            <p:strVal val="#ppt_y"/>
                                          </p:val>
                                        </p:tav>
                                      </p:tavLst>
                                    </p:anim>
                                  </p:childTnLst>
                                </p:cTn>
                              </p:par>
                              <p:par>
                                <p:cTn id="220" presetID="42" presetClass="entr" presetSubtype="0" fill="hold" nodeType="withEffect">
                                  <p:stCondLst>
                                    <p:cond delay="0"/>
                                  </p:stCondLst>
                                  <p:childTnLst>
                                    <p:set>
                                      <p:cBhvr>
                                        <p:cTn id="221" dur="1" fill="hold">
                                          <p:stCondLst>
                                            <p:cond delay="0"/>
                                          </p:stCondLst>
                                        </p:cTn>
                                        <p:tgtEl>
                                          <p:spTgt spid="111"/>
                                        </p:tgtEl>
                                        <p:attrNameLst>
                                          <p:attrName>style.visibility</p:attrName>
                                        </p:attrNameLst>
                                      </p:cBhvr>
                                      <p:to>
                                        <p:strVal val="visible"/>
                                      </p:to>
                                    </p:set>
                                    <p:animEffect transition="in" filter="fade">
                                      <p:cBhvr>
                                        <p:cTn id="222" dur="1000"/>
                                        <p:tgtEl>
                                          <p:spTgt spid="111"/>
                                        </p:tgtEl>
                                      </p:cBhvr>
                                    </p:animEffect>
                                    <p:anim calcmode="lin" valueType="num">
                                      <p:cBhvr>
                                        <p:cTn id="223" dur="1000" fill="hold"/>
                                        <p:tgtEl>
                                          <p:spTgt spid="111"/>
                                        </p:tgtEl>
                                        <p:attrNameLst>
                                          <p:attrName>ppt_x</p:attrName>
                                        </p:attrNameLst>
                                      </p:cBhvr>
                                      <p:tavLst>
                                        <p:tav tm="0">
                                          <p:val>
                                            <p:strVal val="#ppt_x"/>
                                          </p:val>
                                        </p:tav>
                                        <p:tav tm="100000">
                                          <p:val>
                                            <p:strVal val="#ppt_x"/>
                                          </p:val>
                                        </p:tav>
                                      </p:tavLst>
                                    </p:anim>
                                    <p:anim calcmode="lin" valueType="num">
                                      <p:cBhvr>
                                        <p:cTn id="224" dur="1000" fill="hold"/>
                                        <p:tgtEl>
                                          <p:spTgt spid="111"/>
                                        </p:tgtEl>
                                        <p:attrNameLst>
                                          <p:attrName>ppt_y</p:attrName>
                                        </p:attrNameLst>
                                      </p:cBhvr>
                                      <p:tavLst>
                                        <p:tav tm="0">
                                          <p:val>
                                            <p:strVal val="#ppt_y+.1"/>
                                          </p:val>
                                        </p:tav>
                                        <p:tav tm="100000">
                                          <p:val>
                                            <p:strVal val="#ppt_y"/>
                                          </p:val>
                                        </p:tav>
                                      </p:tavLst>
                                    </p:anim>
                                  </p:childTnLst>
                                </p:cTn>
                              </p:par>
                              <p:par>
                                <p:cTn id="225" presetID="42" presetClass="entr" presetSubtype="0" fill="hold" grpId="0" nodeType="withEffect">
                                  <p:stCondLst>
                                    <p:cond delay="0"/>
                                  </p:stCondLst>
                                  <p:childTnLst>
                                    <p:set>
                                      <p:cBhvr>
                                        <p:cTn id="226" dur="1" fill="hold">
                                          <p:stCondLst>
                                            <p:cond delay="0"/>
                                          </p:stCondLst>
                                        </p:cTn>
                                        <p:tgtEl>
                                          <p:spTgt spid="114"/>
                                        </p:tgtEl>
                                        <p:attrNameLst>
                                          <p:attrName>style.visibility</p:attrName>
                                        </p:attrNameLst>
                                      </p:cBhvr>
                                      <p:to>
                                        <p:strVal val="visible"/>
                                      </p:to>
                                    </p:set>
                                    <p:animEffect transition="in" filter="fade">
                                      <p:cBhvr>
                                        <p:cTn id="227" dur="1000"/>
                                        <p:tgtEl>
                                          <p:spTgt spid="114"/>
                                        </p:tgtEl>
                                      </p:cBhvr>
                                    </p:animEffect>
                                    <p:anim calcmode="lin" valueType="num">
                                      <p:cBhvr>
                                        <p:cTn id="228" dur="1000" fill="hold"/>
                                        <p:tgtEl>
                                          <p:spTgt spid="114"/>
                                        </p:tgtEl>
                                        <p:attrNameLst>
                                          <p:attrName>ppt_x</p:attrName>
                                        </p:attrNameLst>
                                      </p:cBhvr>
                                      <p:tavLst>
                                        <p:tav tm="0">
                                          <p:val>
                                            <p:strVal val="#ppt_x"/>
                                          </p:val>
                                        </p:tav>
                                        <p:tav tm="100000">
                                          <p:val>
                                            <p:strVal val="#ppt_x"/>
                                          </p:val>
                                        </p:tav>
                                      </p:tavLst>
                                    </p:anim>
                                    <p:anim calcmode="lin" valueType="num">
                                      <p:cBhvr>
                                        <p:cTn id="229" dur="1000" fill="hold"/>
                                        <p:tgtEl>
                                          <p:spTgt spid="114"/>
                                        </p:tgtEl>
                                        <p:attrNameLst>
                                          <p:attrName>ppt_y</p:attrName>
                                        </p:attrNameLst>
                                      </p:cBhvr>
                                      <p:tavLst>
                                        <p:tav tm="0">
                                          <p:val>
                                            <p:strVal val="#ppt_y+.1"/>
                                          </p:val>
                                        </p:tav>
                                        <p:tav tm="100000">
                                          <p:val>
                                            <p:strVal val="#ppt_y"/>
                                          </p:val>
                                        </p:tav>
                                      </p:tavLst>
                                    </p:anim>
                                  </p:childTnLst>
                                </p:cTn>
                              </p:par>
                              <p:par>
                                <p:cTn id="230" presetID="42" presetClass="entr" presetSubtype="0" fill="hold" grpId="0" nodeType="withEffect">
                                  <p:stCondLst>
                                    <p:cond delay="0"/>
                                  </p:stCondLst>
                                  <p:childTnLst>
                                    <p:set>
                                      <p:cBhvr>
                                        <p:cTn id="231" dur="1" fill="hold">
                                          <p:stCondLst>
                                            <p:cond delay="0"/>
                                          </p:stCondLst>
                                        </p:cTn>
                                        <p:tgtEl>
                                          <p:spTgt spid="115"/>
                                        </p:tgtEl>
                                        <p:attrNameLst>
                                          <p:attrName>style.visibility</p:attrName>
                                        </p:attrNameLst>
                                      </p:cBhvr>
                                      <p:to>
                                        <p:strVal val="visible"/>
                                      </p:to>
                                    </p:set>
                                    <p:animEffect transition="in" filter="fade">
                                      <p:cBhvr>
                                        <p:cTn id="232" dur="1000"/>
                                        <p:tgtEl>
                                          <p:spTgt spid="115"/>
                                        </p:tgtEl>
                                      </p:cBhvr>
                                    </p:animEffect>
                                    <p:anim calcmode="lin" valueType="num">
                                      <p:cBhvr>
                                        <p:cTn id="233" dur="1000" fill="hold"/>
                                        <p:tgtEl>
                                          <p:spTgt spid="115"/>
                                        </p:tgtEl>
                                        <p:attrNameLst>
                                          <p:attrName>ppt_x</p:attrName>
                                        </p:attrNameLst>
                                      </p:cBhvr>
                                      <p:tavLst>
                                        <p:tav tm="0">
                                          <p:val>
                                            <p:strVal val="#ppt_x"/>
                                          </p:val>
                                        </p:tav>
                                        <p:tav tm="100000">
                                          <p:val>
                                            <p:strVal val="#ppt_x"/>
                                          </p:val>
                                        </p:tav>
                                      </p:tavLst>
                                    </p:anim>
                                    <p:anim calcmode="lin" valueType="num">
                                      <p:cBhvr>
                                        <p:cTn id="234" dur="1000" fill="hold"/>
                                        <p:tgtEl>
                                          <p:spTgt spid="115"/>
                                        </p:tgtEl>
                                        <p:attrNameLst>
                                          <p:attrName>ppt_y</p:attrName>
                                        </p:attrNameLst>
                                      </p:cBhvr>
                                      <p:tavLst>
                                        <p:tav tm="0">
                                          <p:val>
                                            <p:strVal val="#ppt_y+.1"/>
                                          </p:val>
                                        </p:tav>
                                        <p:tav tm="100000">
                                          <p:val>
                                            <p:strVal val="#ppt_y"/>
                                          </p:val>
                                        </p:tav>
                                      </p:tavLst>
                                    </p:anim>
                                  </p:childTnLst>
                                </p:cTn>
                              </p:par>
                              <p:par>
                                <p:cTn id="235" presetID="42" presetClass="entr" presetSubtype="0" fill="hold" nodeType="withEffect">
                                  <p:stCondLst>
                                    <p:cond delay="0"/>
                                  </p:stCondLst>
                                  <p:childTnLst>
                                    <p:set>
                                      <p:cBhvr>
                                        <p:cTn id="236" dur="1" fill="hold">
                                          <p:stCondLst>
                                            <p:cond delay="0"/>
                                          </p:stCondLst>
                                        </p:cTn>
                                        <p:tgtEl>
                                          <p:spTgt spid="116"/>
                                        </p:tgtEl>
                                        <p:attrNameLst>
                                          <p:attrName>style.visibility</p:attrName>
                                        </p:attrNameLst>
                                      </p:cBhvr>
                                      <p:to>
                                        <p:strVal val="visible"/>
                                      </p:to>
                                    </p:set>
                                    <p:animEffect transition="in" filter="fade">
                                      <p:cBhvr>
                                        <p:cTn id="237" dur="1000"/>
                                        <p:tgtEl>
                                          <p:spTgt spid="116"/>
                                        </p:tgtEl>
                                      </p:cBhvr>
                                    </p:animEffect>
                                    <p:anim calcmode="lin" valueType="num">
                                      <p:cBhvr>
                                        <p:cTn id="238" dur="1000" fill="hold"/>
                                        <p:tgtEl>
                                          <p:spTgt spid="116"/>
                                        </p:tgtEl>
                                        <p:attrNameLst>
                                          <p:attrName>ppt_x</p:attrName>
                                        </p:attrNameLst>
                                      </p:cBhvr>
                                      <p:tavLst>
                                        <p:tav tm="0">
                                          <p:val>
                                            <p:strVal val="#ppt_x"/>
                                          </p:val>
                                        </p:tav>
                                        <p:tav tm="100000">
                                          <p:val>
                                            <p:strVal val="#ppt_x"/>
                                          </p:val>
                                        </p:tav>
                                      </p:tavLst>
                                    </p:anim>
                                    <p:anim calcmode="lin" valueType="num">
                                      <p:cBhvr>
                                        <p:cTn id="239" dur="1000" fill="hold"/>
                                        <p:tgtEl>
                                          <p:spTgt spid="116"/>
                                        </p:tgtEl>
                                        <p:attrNameLst>
                                          <p:attrName>ppt_y</p:attrName>
                                        </p:attrNameLst>
                                      </p:cBhvr>
                                      <p:tavLst>
                                        <p:tav tm="0">
                                          <p:val>
                                            <p:strVal val="#ppt_y+.1"/>
                                          </p:val>
                                        </p:tav>
                                        <p:tav tm="100000">
                                          <p:val>
                                            <p:strVal val="#ppt_y"/>
                                          </p:val>
                                        </p:tav>
                                      </p:tavLst>
                                    </p:anim>
                                  </p:childTnLst>
                                </p:cTn>
                              </p:par>
                              <p:par>
                                <p:cTn id="240" presetID="42" presetClass="entr" presetSubtype="0" fill="hold" nodeType="withEffect">
                                  <p:stCondLst>
                                    <p:cond delay="0"/>
                                  </p:stCondLst>
                                  <p:childTnLst>
                                    <p:set>
                                      <p:cBhvr>
                                        <p:cTn id="241" dur="1" fill="hold">
                                          <p:stCondLst>
                                            <p:cond delay="0"/>
                                          </p:stCondLst>
                                        </p:cTn>
                                        <p:tgtEl>
                                          <p:spTgt spid="120"/>
                                        </p:tgtEl>
                                        <p:attrNameLst>
                                          <p:attrName>style.visibility</p:attrName>
                                        </p:attrNameLst>
                                      </p:cBhvr>
                                      <p:to>
                                        <p:strVal val="visible"/>
                                      </p:to>
                                    </p:set>
                                    <p:animEffect transition="in" filter="fade">
                                      <p:cBhvr>
                                        <p:cTn id="242" dur="1000"/>
                                        <p:tgtEl>
                                          <p:spTgt spid="120"/>
                                        </p:tgtEl>
                                      </p:cBhvr>
                                    </p:animEffect>
                                    <p:anim calcmode="lin" valueType="num">
                                      <p:cBhvr>
                                        <p:cTn id="243" dur="1000" fill="hold"/>
                                        <p:tgtEl>
                                          <p:spTgt spid="120"/>
                                        </p:tgtEl>
                                        <p:attrNameLst>
                                          <p:attrName>ppt_x</p:attrName>
                                        </p:attrNameLst>
                                      </p:cBhvr>
                                      <p:tavLst>
                                        <p:tav tm="0">
                                          <p:val>
                                            <p:strVal val="#ppt_x"/>
                                          </p:val>
                                        </p:tav>
                                        <p:tav tm="100000">
                                          <p:val>
                                            <p:strVal val="#ppt_x"/>
                                          </p:val>
                                        </p:tav>
                                      </p:tavLst>
                                    </p:anim>
                                    <p:anim calcmode="lin" valueType="num">
                                      <p:cBhvr>
                                        <p:cTn id="244" dur="1000" fill="hold"/>
                                        <p:tgtEl>
                                          <p:spTgt spid="120"/>
                                        </p:tgtEl>
                                        <p:attrNameLst>
                                          <p:attrName>ppt_y</p:attrName>
                                        </p:attrNameLst>
                                      </p:cBhvr>
                                      <p:tavLst>
                                        <p:tav tm="0">
                                          <p:val>
                                            <p:strVal val="#ppt_y+.1"/>
                                          </p:val>
                                        </p:tav>
                                        <p:tav tm="100000">
                                          <p:val>
                                            <p:strVal val="#ppt_y"/>
                                          </p:val>
                                        </p:tav>
                                      </p:tavLst>
                                    </p:anim>
                                  </p:childTnLst>
                                </p:cTn>
                              </p:par>
                              <p:par>
                                <p:cTn id="245" presetID="42" presetClass="entr" presetSubtype="0" fill="hold" grpId="0" nodeType="withEffect">
                                  <p:stCondLst>
                                    <p:cond delay="0"/>
                                  </p:stCondLst>
                                  <p:childTnLst>
                                    <p:set>
                                      <p:cBhvr>
                                        <p:cTn id="246" dur="1" fill="hold">
                                          <p:stCondLst>
                                            <p:cond delay="0"/>
                                          </p:stCondLst>
                                        </p:cTn>
                                        <p:tgtEl>
                                          <p:spTgt spid="123"/>
                                        </p:tgtEl>
                                        <p:attrNameLst>
                                          <p:attrName>style.visibility</p:attrName>
                                        </p:attrNameLst>
                                      </p:cBhvr>
                                      <p:to>
                                        <p:strVal val="visible"/>
                                      </p:to>
                                    </p:set>
                                    <p:animEffect transition="in" filter="fade">
                                      <p:cBhvr>
                                        <p:cTn id="247" dur="1000"/>
                                        <p:tgtEl>
                                          <p:spTgt spid="123"/>
                                        </p:tgtEl>
                                      </p:cBhvr>
                                    </p:animEffect>
                                    <p:anim calcmode="lin" valueType="num">
                                      <p:cBhvr>
                                        <p:cTn id="248" dur="1000" fill="hold"/>
                                        <p:tgtEl>
                                          <p:spTgt spid="123"/>
                                        </p:tgtEl>
                                        <p:attrNameLst>
                                          <p:attrName>ppt_x</p:attrName>
                                        </p:attrNameLst>
                                      </p:cBhvr>
                                      <p:tavLst>
                                        <p:tav tm="0">
                                          <p:val>
                                            <p:strVal val="#ppt_x"/>
                                          </p:val>
                                        </p:tav>
                                        <p:tav tm="100000">
                                          <p:val>
                                            <p:strVal val="#ppt_x"/>
                                          </p:val>
                                        </p:tav>
                                      </p:tavLst>
                                    </p:anim>
                                    <p:anim calcmode="lin" valueType="num">
                                      <p:cBhvr>
                                        <p:cTn id="249" dur="1000" fill="hold"/>
                                        <p:tgtEl>
                                          <p:spTgt spid="123"/>
                                        </p:tgtEl>
                                        <p:attrNameLst>
                                          <p:attrName>ppt_y</p:attrName>
                                        </p:attrNameLst>
                                      </p:cBhvr>
                                      <p:tavLst>
                                        <p:tav tm="0">
                                          <p:val>
                                            <p:strVal val="#ppt_y+.1"/>
                                          </p:val>
                                        </p:tav>
                                        <p:tav tm="100000">
                                          <p:val>
                                            <p:strVal val="#ppt_y"/>
                                          </p:val>
                                        </p:tav>
                                      </p:tavLst>
                                    </p:anim>
                                  </p:childTnLst>
                                </p:cTn>
                              </p:par>
                              <p:par>
                                <p:cTn id="250" presetID="42" presetClass="entr" presetSubtype="0" fill="hold" grpId="0" nodeType="withEffect">
                                  <p:stCondLst>
                                    <p:cond delay="0"/>
                                  </p:stCondLst>
                                  <p:childTnLst>
                                    <p:set>
                                      <p:cBhvr>
                                        <p:cTn id="251" dur="1" fill="hold">
                                          <p:stCondLst>
                                            <p:cond delay="0"/>
                                          </p:stCondLst>
                                        </p:cTn>
                                        <p:tgtEl>
                                          <p:spTgt spid="124"/>
                                        </p:tgtEl>
                                        <p:attrNameLst>
                                          <p:attrName>style.visibility</p:attrName>
                                        </p:attrNameLst>
                                      </p:cBhvr>
                                      <p:to>
                                        <p:strVal val="visible"/>
                                      </p:to>
                                    </p:set>
                                    <p:animEffect transition="in" filter="fade">
                                      <p:cBhvr>
                                        <p:cTn id="252" dur="1000"/>
                                        <p:tgtEl>
                                          <p:spTgt spid="124"/>
                                        </p:tgtEl>
                                      </p:cBhvr>
                                    </p:animEffect>
                                    <p:anim calcmode="lin" valueType="num">
                                      <p:cBhvr>
                                        <p:cTn id="253" dur="1000" fill="hold"/>
                                        <p:tgtEl>
                                          <p:spTgt spid="124"/>
                                        </p:tgtEl>
                                        <p:attrNameLst>
                                          <p:attrName>ppt_x</p:attrName>
                                        </p:attrNameLst>
                                      </p:cBhvr>
                                      <p:tavLst>
                                        <p:tav tm="0">
                                          <p:val>
                                            <p:strVal val="#ppt_x"/>
                                          </p:val>
                                        </p:tav>
                                        <p:tav tm="100000">
                                          <p:val>
                                            <p:strVal val="#ppt_x"/>
                                          </p:val>
                                        </p:tav>
                                      </p:tavLst>
                                    </p:anim>
                                    <p:anim calcmode="lin" valueType="num">
                                      <p:cBhvr>
                                        <p:cTn id="254" dur="1000" fill="hold"/>
                                        <p:tgtEl>
                                          <p:spTgt spid="124"/>
                                        </p:tgtEl>
                                        <p:attrNameLst>
                                          <p:attrName>ppt_y</p:attrName>
                                        </p:attrNameLst>
                                      </p:cBhvr>
                                      <p:tavLst>
                                        <p:tav tm="0">
                                          <p:val>
                                            <p:strVal val="#ppt_y+.1"/>
                                          </p:val>
                                        </p:tav>
                                        <p:tav tm="100000">
                                          <p:val>
                                            <p:strVal val="#ppt_y"/>
                                          </p:val>
                                        </p:tav>
                                      </p:tavLst>
                                    </p:anim>
                                  </p:childTnLst>
                                </p:cTn>
                              </p:par>
                              <p:par>
                                <p:cTn id="255" presetID="42" presetClass="entr" presetSubtype="0" fill="hold" nodeType="withEffect">
                                  <p:stCondLst>
                                    <p:cond delay="0"/>
                                  </p:stCondLst>
                                  <p:childTnLst>
                                    <p:set>
                                      <p:cBhvr>
                                        <p:cTn id="256" dur="1" fill="hold">
                                          <p:stCondLst>
                                            <p:cond delay="0"/>
                                          </p:stCondLst>
                                        </p:cTn>
                                        <p:tgtEl>
                                          <p:spTgt spid="126"/>
                                        </p:tgtEl>
                                        <p:attrNameLst>
                                          <p:attrName>style.visibility</p:attrName>
                                        </p:attrNameLst>
                                      </p:cBhvr>
                                      <p:to>
                                        <p:strVal val="visible"/>
                                      </p:to>
                                    </p:set>
                                    <p:animEffect transition="in" filter="fade">
                                      <p:cBhvr>
                                        <p:cTn id="257" dur="1000"/>
                                        <p:tgtEl>
                                          <p:spTgt spid="126"/>
                                        </p:tgtEl>
                                      </p:cBhvr>
                                    </p:animEffect>
                                    <p:anim calcmode="lin" valueType="num">
                                      <p:cBhvr>
                                        <p:cTn id="258" dur="1000" fill="hold"/>
                                        <p:tgtEl>
                                          <p:spTgt spid="126"/>
                                        </p:tgtEl>
                                        <p:attrNameLst>
                                          <p:attrName>ppt_x</p:attrName>
                                        </p:attrNameLst>
                                      </p:cBhvr>
                                      <p:tavLst>
                                        <p:tav tm="0">
                                          <p:val>
                                            <p:strVal val="#ppt_x"/>
                                          </p:val>
                                        </p:tav>
                                        <p:tav tm="100000">
                                          <p:val>
                                            <p:strVal val="#ppt_x"/>
                                          </p:val>
                                        </p:tav>
                                      </p:tavLst>
                                    </p:anim>
                                    <p:anim calcmode="lin" valueType="num">
                                      <p:cBhvr>
                                        <p:cTn id="259" dur="1000" fill="hold"/>
                                        <p:tgtEl>
                                          <p:spTgt spid="126"/>
                                        </p:tgtEl>
                                        <p:attrNameLst>
                                          <p:attrName>ppt_y</p:attrName>
                                        </p:attrNameLst>
                                      </p:cBhvr>
                                      <p:tavLst>
                                        <p:tav tm="0">
                                          <p:val>
                                            <p:strVal val="#ppt_y+.1"/>
                                          </p:val>
                                        </p:tav>
                                        <p:tav tm="100000">
                                          <p:val>
                                            <p:strVal val="#ppt_y"/>
                                          </p:val>
                                        </p:tav>
                                      </p:tavLst>
                                    </p:anim>
                                  </p:childTnLst>
                                </p:cTn>
                              </p:par>
                              <p:par>
                                <p:cTn id="260" presetID="42" presetClass="entr" presetSubtype="0" fill="hold" nodeType="withEffect">
                                  <p:stCondLst>
                                    <p:cond delay="0"/>
                                  </p:stCondLst>
                                  <p:childTnLst>
                                    <p:set>
                                      <p:cBhvr>
                                        <p:cTn id="261" dur="1" fill="hold">
                                          <p:stCondLst>
                                            <p:cond delay="0"/>
                                          </p:stCondLst>
                                        </p:cTn>
                                        <p:tgtEl>
                                          <p:spTgt spid="125"/>
                                        </p:tgtEl>
                                        <p:attrNameLst>
                                          <p:attrName>style.visibility</p:attrName>
                                        </p:attrNameLst>
                                      </p:cBhvr>
                                      <p:to>
                                        <p:strVal val="visible"/>
                                      </p:to>
                                    </p:set>
                                    <p:animEffect transition="in" filter="fade">
                                      <p:cBhvr>
                                        <p:cTn id="262" dur="1000"/>
                                        <p:tgtEl>
                                          <p:spTgt spid="125"/>
                                        </p:tgtEl>
                                      </p:cBhvr>
                                    </p:animEffect>
                                    <p:anim calcmode="lin" valueType="num">
                                      <p:cBhvr>
                                        <p:cTn id="263" dur="1000" fill="hold"/>
                                        <p:tgtEl>
                                          <p:spTgt spid="125"/>
                                        </p:tgtEl>
                                        <p:attrNameLst>
                                          <p:attrName>ppt_x</p:attrName>
                                        </p:attrNameLst>
                                      </p:cBhvr>
                                      <p:tavLst>
                                        <p:tav tm="0">
                                          <p:val>
                                            <p:strVal val="#ppt_x"/>
                                          </p:val>
                                        </p:tav>
                                        <p:tav tm="100000">
                                          <p:val>
                                            <p:strVal val="#ppt_x"/>
                                          </p:val>
                                        </p:tav>
                                      </p:tavLst>
                                    </p:anim>
                                    <p:anim calcmode="lin" valueType="num">
                                      <p:cBhvr>
                                        <p:cTn id="264" dur="1000" fill="hold"/>
                                        <p:tgtEl>
                                          <p:spTgt spid="125"/>
                                        </p:tgtEl>
                                        <p:attrNameLst>
                                          <p:attrName>ppt_y</p:attrName>
                                        </p:attrNameLst>
                                      </p:cBhvr>
                                      <p:tavLst>
                                        <p:tav tm="0">
                                          <p:val>
                                            <p:strVal val="#ppt_y+.1"/>
                                          </p:val>
                                        </p:tav>
                                        <p:tav tm="100000">
                                          <p:val>
                                            <p:strVal val="#ppt_y"/>
                                          </p:val>
                                        </p:tav>
                                      </p:tavLst>
                                    </p:anim>
                                  </p:childTnLst>
                                </p:cTn>
                              </p:par>
                              <p:par>
                                <p:cTn id="265" presetID="42" presetClass="entr" presetSubtype="0" fill="hold" nodeType="withEffect">
                                  <p:stCondLst>
                                    <p:cond delay="0"/>
                                  </p:stCondLst>
                                  <p:childTnLst>
                                    <p:set>
                                      <p:cBhvr>
                                        <p:cTn id="266" dur="1" fill="hold">
                                          <p:stCondLst>
                                            <p:cond delay="0"/>
                                          </p:stCondLst>
                                        </p:cTn>
                                        <p:tgtEl>
                                          <p:spTgt spid="154"/>
                                        </p:tgtEl>
                                        <p:attrNameLst>
                                          <p:attrName>style.visibility</p:attrName>
                                        </p:attrNameLst>
                                      </p:cBhvr>
                                      <p:to>
                                        <p:strVal val="visible"/>
                                      </p:to>
                                    </p:set>
                                    <p:animEffect transition="in" filter="fade">
                                      <p:cBhvr>
                                        <p:cTn id="267" dur="1000"/>
                                        <p:tgtEl>
                                          <p:spTgt spid="154"/>
                                        </p:tgtEl>
                                      </p:cBhvr>
                                    </p:animEffect>
                                    <p:anim calcmode="lin" valueType="num">
                                      <p:cBhvr>
                                        <p:cTn id="268" dur="1000" fill="hold"/>
                                        <p:tgtEl>
                                          <p:spTgt spid="154"/>
                                        </p:tgtEl>
                                        <p:attrNameLst>
                                          <p:attrName>ppt_x</p:attrName>
                                        </p:attrNameLst>
                                      </p:cBhvr>
                                      <p:tavLst>
                                        <p:tav tm="0">
                                          <p:val>
                                            <p:strVal val="#ppt_x"/>
                                          </p:val>
                                        </p:tav>
                                        <p:tav tm="100000">
                                          <p:val>
                                            <p:strVal val="#ppt_x"/>
                                          </p:val>
                                        </p:tav>
                                      </p:tavLst>
                                    </p:anim>
                                    <p:anim calcmode="lin" valueType="num">
                                      <p:cBhvr>
                                        <p:cTn id="269" dur="1000" fill="hold"/>
                                        <p:tgtEl>
                                          <p:spTgt spid="154"/>
                                        </p:tgtEl>
                                        <p:attrNameLst>
                                          <p:attrName>ppt_y</p:attrName>
                                        </p:attrNameLst>
                                      </p:cBhvr>
                                      <p:tavLst>
                                        <p:tav tm="0">
                                          <p:val>
                                            <p:strVal val="#ppt_y+.1"/>
                                          </p:val>
                                        </p:tav>
                                        <p:tav tm="100000">
                                          <p:val>
                                            <p:strVal val="#ppt_y"/>
                                          </p:val>
                                        </p:tav>
                                      </p:tavLst>
                                    </p:anim>
                                  </p:childTnLst>
                                </p:cTn>
                              </p:par>
                              <p:par>
                                <p:cTn id="270" presetID="42" presetClass="entr" presetSubtype="0" fill="hold" nodeType="withEffect">
                                  <p:stCondLst>
                                    <p:cond delay="0"/>
                                  </p:stCondLst>
                                  <p:childTnLst>
                                    <p:set>
                                      <p:cBhvr>
                                        <p:cTn id="271" dur="1" fill="hold">
                                          <p:stCondLst>
                                            <p:cond delay="0"/>
                                          </p:stCondLst>
                                        </p:cTn>
                                        <p:tgtEl>
                                          <p:spTgt spid="157"/>
                                        </p:tgtEl>
                                        <p:attrNameLst>
                                          <p:attrName>style.visibility</p:attrName>
                                        </p:attrNameLst>
                                      </p:cBhvr>
                                      <p:to>
                                        <p:strVal val="visible"/>
                                      </p:to>
                                    </p:set>
                                    <p:animEffect transition="in" filter="fade">
                                      <p:cBhvr>
                                        <p:cTn id="272" dur="1000"/>
                                        <p:tgtEl>
                                          <p:spTgt spid="157"/>
                                        </p:tgtEl>
                                      </p:cBhvr>
                                    </p:animEffect>
                                    <p:anim calcmode="lin" valueType="num">
                                      <p:cBhvr>
                                        <p:cTn id="273" dur="1000" fill="hold"/>
                                        <p:tgtEl>
                                          <p:spTgt spid="157"/>
                                        </p:tgtEl>
                                        <p:attrNameLst>
                                          <p:attrName>ppt_x</p:attrName>
                                        </p:attrNameLst>
                                      </p:cBhvr>
                                      <p:tavLst>
                                        <p:tav tm="0">
                                          <p:val>
                                            <p:strVal val="#ppt_x"/>
                                          </p:val>
                                        </p:tav>
                                        <p:tav tm="100000">
                                          <p:val>
                                            <p:strVal val="#ppt_x"/>
                                          </p:val>
                                        </p:tav>
                                      </p:tavLst>
                                    </p:anim>
                                    <p:anim calcmode="lin" valueType="num">
                                      <p:cBhvr>
                                        <p:cTn id="274" dur="1000" fill="hold"/>
                                        <p:tgtEl>
                                          <p:spTgt spid="157"/>
                                        </p:tgtEl>
                                        <p:attrNameLst>
                                          <p:attrName>ppt_y</p:attrName>
                                        </p:attrNameLst>
                                      </p:cBhvr>
                                      <p:tavLst>
                                        <p:tav tm="0">
                                          <p:val>
                                            <p:strVal val="#ppt_y+.1"/>
                                          </p:val>
                                        </p:tav>
                                        <p:tav tm="100000">
                                          <p:val>
                                            <p:strVal val="#ppt_y"/>
                                          </p:val>
                                        </p:tav>
                                      </p:tavLst>
                                    </p:anim>
                                  </p:childTnLst>
                                </p:cTn>
                              </p:par>
                              <p:par>
                                <p:cTn id="275" presetID="42" presetClass="entr" presetSubtype="0" fill="hold" nodeType="withEffect">
                                  <p:stCondLst>
                                    <p:cond delay="0"/>
                                  </p:stCondLst>
                                  <p:childTnLst>
                                    <p:set>
                                      <p:cBhvr>
                                        <p:cTn id="276" dur="1" fill="hold">
                                          <p:stCondLst>
                                            <p:cond delay="0"/>
                                          </p:stCondLst>
                                        </p:cTn>
                                        <p:tgtEl>
                                          <p:spTgt spid="160"/>
                                        </p:tgtEl>
                                        <p:attrNameLst>
                                          <p:attrName>style.visibility</p:attrName>
                                        </p:attrNameLst>
                                      </p:cBhvr>
                                      <p:to>
                                        <p:strVal val="visible"/>
                                      </p:to>
                                    </p:set>
                                    <p:animEffect transition="in" filter="fade">
                                      <p:cBhvr>
                                        <p:cTn id="277" dur="1000"/>
                                        <p:tgtEl>
                                          <p:spTgt spid="160"/>
                                        </p:tgtEl>
                                      </p:cBhvr>
                                    </p:animEffect>
                                    <p:anim calcmode="lin" valueType="num">
                                      <p:cBhvr>
                                        <p:cTn id="278" dur="1000" fill="hold"/>
                                        <p:tgtEl>
                                          <p:spTgt spid="160"/>
                                        </p:tgtEl>
                                        <p:attrNameLst>
                                          <p:attrName>ppt_x</p:attrName>
                                        </p:attrNameLst>
                                      </p:cBhvr>
                                      <p:tavLst>
                                        <p:tav tm="0">
                                          <p:val>
                                            <p:strVal val="#ppt_x"/>
                                          </p:val>
                                        </p:tav>
                                        <p:tav tm="100000">
                                          <p:val>
                                            <p:strVal val="#ppt_x"/>
                                          </p:val>
                                        </p:tav>
                                      </p:tavLst>
                                    </p:anim>
                                    <p:anim calcmode="lin" valueType="num">
                                      <p:cBhvr>
                                        <p:cTn id="279" dur="1000" fill="hold"/>
                                        <p:tgtEl>
                                          <p:spTgt spid="160"/>
                                        </p:tgtEl>
                                        <p:attrNameLst>
                                          <p:attrName>ppt_y</p:attrName>
                                        </p:attrNameLst>
                                      </p:cBhvr>
                                      <p:tavLst>
                                        <p:tav tm="0">
                                          <p:val>
                                            <p:strVal val="#ppt_y+.1"/>
                                          </p:val>
                                        </p:tav>
                                        <p:tav tm="100000">
                                          <p:val>
                                            <p:strVal val="#ppt_y"/>
                                          </p:val>
                                        </p:tav>
                                      </p:tavLst>
                                    </p:anim>
                                  </p:childTnLst>
                                </p:cTn>
                              </p:par>
                              <p:par>
                                <p:cTn id="280" presetID="42" presetClass="entr" presetSubtype="0" fill="hold" grpId="0" nodeType="withEffect">
                                  <p:stCondLst>
                                    <p:cond delay="0"/>
                                  </p:stCondLst>
                                  <p:childTnLst>
                                    <p:set>
                                      <p:cBhvr>
                                        <p:cTn id="281" dur="1" fill="hold">
                                          <p:stCondLst>
                                            <p:cond delay="0"/>
                                          </p:stCondLst>
                                        </p:cTn>
                                        <p:tgtEl>
                                          <p:spTgt spid="163"/>
                                        </p:tgtEl>
                                        <p:attrNameLst>
                                          <p:attrName>style.visibility</p:attrName>
                                        </p:attrNameLst>
                                      </p:cBhvr>
                                      <p:to>
                                        <p:strVal val="visible"/>
                                      </p:to>
                                    </p:set>
                                    <p:animEffect transition="in" filter="fade">
                                      <p:cBhvr>
                                        <p:cTn id="282" dur="1000"/>
                                        <p:tgtEl>
                                          <p:spTgt spid="163"/>
                                        </p:tgtEl>
                                      </p:cBhvr>
                                    </p:animEffect>
                                    <p:anim calcmode="lin" valueType="num">
                                      <p:cBhvr>
                                        <p:cTn id="283" dur="1000" fill="hold"/>
                                        <p:tgtEl>
                                          <p:spTgt spid="163"/>
                                        </p:tgtEl>
                                        <p:attrNameLst>
                                          <p:attrName>ppt_x</p:attrName>
                                        </p:attrNameLst>
                                      </p:cBhvr>
                                      <p:tavLst>
                                        <p:tav tm="0">
                                          <p:val>
                                            <p:strVal val="#ppt_x"/>
                                          </p:val>
                                        </p:tav>
                                        <p:tav tm="100000">
                                          <p:val>
                                            <p:strVal val="#ppt_x"/>
                                          </p:val>
                                        </p:tav>
                                      </p:tavLst>
                                    </p:anim>
                                    <p:anim calcmode="lin" valueType="num">
                                      <p:cBhvr>
                                        <p:cTn id="284" dur="1000" fill="hold"/>
                                        <p:tgtEl>
                                          <p:spTgt spid="163"/>
                                        </p:tgtEl>
                                        <p:attrNameLst>
                                          <p:attrName>ppt_y</p:attrName>
                                        </p:attrNameLst>
                                      </p:cBhvr>
                                      <p:tavLst>
                                        <p:tav tm="0">
                                          <p:val>
                                            <p:strVal val="#ppt_y+.1"/>
                                          </p:val>
                                        </p:tav>
                                        <p:tav tm="100000">
                                          <p:val>
                                            <p:strVal val="#ppt_y"/>
                                          </p:val>
                                        </p:tav>
                                      </p:tavLst>
                                    </p:anim>
                                  </p:childTnLst>
                                </p:cTn>
                              </p:par>
                              <p:par>
                                <p:cTn id="285" presetID="42" presetClass="entr" presetSubtype="0" fill="hold" grpId="0" nodeType="withEffect">
                                  <p:stCondLst>
                                    <p:cond delay="0"/>
                                  </p:stCondLst>
                                  <p:childTnLst>
                                    <p:set>
                                      <p:cBhvr>
                                        <p:cTn id="286" dur="1" fill="hold">
                                          <p:stCondLst>
                                            <p:cond delay="0"/>
                                          </p:stCondLst>
                                        </p:cTn>
                                        <p:tgtEl>
                                          <p:spTgt spid="164"/>
                                        </p:tgtEl>
                                        <p:attrNameLst>
                                          <p:attrName>style.visibility</p:attrName>
                                        </p:attrNameLst>
                                      </p:cBhvr>
                                      <p:to>
                                        <p:strVal val="visible"/>
                                      </p:to>
                                    </p:set>
                                    <p:animEffect transition="in" filter="fade">
                                      <p:cBhvr>
                                        <p:cTn id="287" dur="1000"/>
                                        <p:tgtEl>
                                          <p:spTgt spid="164"/>
                                        </p:tgtEl>
                                      </p:cBhvr>
                                    </p:animEffect>
                                    <p:anim calcmode="lin" valueType="num">
                                      <p:cBhvr>
                                        <p:cTn id="288" dur="1000" fill="hold"/>
                                        <p:tgtEl>
                                          <p:spTgt spid="164"/>
                                        </p:tgtEl>
                                        <p:attrNameLst>
                                          <p:attrName>ppt_x</p:attrName>
                                        </p:attrNameLst>
                                      </p:cBhvr>
                                      <p:tavLst>
                                        <p:tav tm="0">
                                          <p:val>
                                            <p:strVal val="#ppt_x"/>
                                          </p:val>
                                        </p:tav>
                                        <p:tav tm="100000">
                                          <p:val>
                                            <p:strVal val="#ppt_x"/>
                                          </p:val>
                                        </p:tav>
                                      </p:tavLst>
                                    </p:anim>
                                    <p:anim calcmode="lin" valueType="num">
                                      <p:cBhvr>
                                        <p:cTn id="289" dur="1000" fill="hold"/>
                                        <p:tgtEl>
                                          <p:spTgt spid="164"/>
                                        </p:tgtEl>
                                        <p:attrNameLst>
                                          <p:attrName>ppt_y</p:attrName>
                                        </p:attrNameLst>
                                      </p:cBhvr>
                                      <p:tavLst>
                                        <p:tav tm="0">
                                          <p:val>
                                            <p:strVal val="#ppt_y+.1"/>
                                          </p:val>
                                        </p:tav>
                                        <p:tav tm="100000">
                                          <p:val>
                                            <p:strVal val="#ppt_y"/>
                                          </p:val>
                                        </p:tav>
                                      </p:tavLst>
                                    </p:anim>
                                  </p:childTnLst>
                                </p:cTn>
                              </p:par>
                              <p:par>
                                <p:cTn id="290" presetID="42" presetClass="entr" presetSubtype="0" fill="hold" grpId="0" nodeType="withEffect">
                                  <p:stCondLst>
                                    <p:cond delay="0"/>
                                  </p:stCondLst>
                                  <p:childTnLst>
                                    <p:set>
                                      <p:cBhvr>
                                        <p:cTn id="291" dur="1" fill="hold">
                                          <p:stCondLst>
                                            <p:cond delay="0"/>
                                          </p:stCondLst>
                                        </p:cTn>
                                        <p:tgtEl>
                                          <p:spTgt spid="165"/>
                                        </p:tgtEl>
                                        <p:attrNameLst>
                                          <p:attrName>style.visibility</p:attrName>
                                        </p:attrNameLst>
                                      </p:cBhvr>
                                      <p:to>
                                        <p:strVal val="visible"/>
                                      </p:to>
                                    </p:set>
                                    <p:animEffect transition="in" filter="fade">
                                      <p:cBhvr>
                                        <p:cTn id="292" dur="1000"/>
                                        <p:tgtEl>
                                          <p:spTgt spid="165"/>
                                        </p:tgtEl>
                                      </p:cBhvr>
                                    </p:animEffect>
                                    <p:anim calcmode="lin" valueType="num">
                                      <p:cBhvr>
                                        <p:cTn id="293" dur="1000" fill="hold"/>
                                        <p:tgtEl>
                                          <p:spTgt spid="165"/>
                                        </p:tgtEl>
                                        <p:attrNameLst>
                                          <p:attrName>ppt_x</p:attrName>
                                        </p:attrNameLst>
                                      </p:cBhvr>
                                      <p:tavLst>
                                        <p:tav tm="0">
                                          <p:val>
                                            <p:strVal val="#ppt_x"/>
                                          </p:val>
                                        </p:tav>
                                        <p:tav tm="100000">
                                          <p:val>
                                            <p:strVal val="#ppt_x"/>
                                          </p:val>
                                        </p:tav>
                                      </p:tavLst>
                                    </p:anim>
                                    <p:anim calcmode="lin" valueType="num">
                                      <p:cBhvr>
                                        <p:cTn id="294" dur="1000" fill="hold"/>
                                        <p:tgtEl>
                                          <p:spTgt spid="165"/>
                                        </p:tgtEl>
                                        <p:attrNameLst>
                                          <p:attrName>ppt_y</p:attrName>
                                        </p:attrNameLst>
                                      </p:cBhvr>
                                      <p:tavLst>
                                        <p:tav tm="0">
                                          <p:val>
                                            <p:strVal val="#ppt_y+.1"/>
                                          </p:val>
                                        </p:tav>
                                        <p:tav tm="100000">
                                          <p:val>
                                            <p:strVal val="#ppt_y"/>
                                          </p:val>
                                        </p:tav>
                                      </p:tavLst>
                                    </p:anim>
                                  </p:childTnLst>
                                </p:cTn>
                              </p:par>
                              <p:par>
                                <p:cTn id="295" presetID="42" presetClass="entr" presetSubtype="0" fill="hold" nodeType="withEffect">
                                  <p:stCondLst>
                                    <p:cond delay="0"/>
                                  </p:stCondLst>
                                  <p:childTnLst>
                                    <p:set>
                                      <p:cBhvr>
                                        <p:cTn id="296" dur="1" fill="hold">
                                          <p:stCondLst>
                                            <p:cond delay="0"/>
                                          </p:stCondLst>
                                        </p:cTn>
                                        <p:tgtEl>
                                          <p:spTgt spid="166"/>
                                        </p:tgtEl>
                                        <p:attrNameLst>
                                          <p:attrName>style.visibility</p:attrName>
                                        </p:attrNameLst>
                                      </p:cBhvr>
                                      <p:to>
                                        <p:strVal val="visible"/>
                                      </p:to>
                                    </p:set>
                                    <p:animEffect transition="in" filter="fade">
                                      <p:cBhvr>
                                        <p:cTn id="297" dur="1000"/>
                                        <p:tgtEl>
                                          <p:spTgt spid="166"/>
                                        </p:tgtEl>
                                      </p:cBhvr>
                                    </p:animEffect>
                                    <p:anim calcmode="lin" valueType="num">
                                      <p:cBhvr>
                                        <p:cTn id="298" dur="1000" fill="hold"/>
                                        <p:tgtEl>
                                          <p:spTgt spid="166"/>
                                        </p:tgtEl>
                                        <p:attrNameLst>
                                          <p:attrName>ppt_x</p:attrName>
                                        </p:attrNameLst>
                                      </p:cBhvr>
                                      <p:tavLst>
                                        <p:tav tm="0">
                                          <p:val>
                                            <p:strVal val="#ppt_x"/>
                                          </p:val>
                                        </p:tav>
                                        <p:tav tm="100000">
                                          <p:val>
                                            <p:strVal val="#ppt_x"/>
                                          </p:val>
                                        </p:tav>
                                      </p:tavLst>
                                    </p:anim>
                                    <p:anim calcmode="lin" valueType="num">
                                      <p:cBhvr>
                                        <p:cTn id="299" dur="1000" fill="hold"/>
                                        <p:tgtEl>
                                          <p:spTgt spid="166"/>
                                        </p:tgtEl>
                                        <p:attrNameLst>
                                          <p:attrName>ppt_y</p:attrName>
                                        </p:attrNameLst>
                                      </p:cBhvr>
                                      <p:tavLst>
                                        <p:tav tm="0">
                                          <p:val>
                                            <p:strVal val="#ppt_y+.1"/>
                                          </p:val>
                                        </p:tav>
                                        <p:tav tm="100000">
                                          <p:val>
                                            <p:strVal val="#ppt_y"/>
                                          </p:val>
                                        </p:tav>
                                      </p:tavLst>
                                    </p:anim>
                                  </p:childTnLst>
                                </p:cTn>
                              </p:par>
                              <p:par>
                                <p:cTn id="300" presetID="42" presetClass="entr" presetSubtype="0" fill="hold" nodeType="withEffect">
                                  <p:stCondLst>
                                    <p:cond delay="0"/>
                                  </p:stCondLst>
                                  <p:childTnLst>
                                    <p:set>
                                      <p:cBhvr>
                                        <p:cTn id="301" dur="1" fill="hold">
                                          <p:stCondLst>
                                            <p:cond delay="0"/>
                                          </p:stCondLst>
                                        </p:cTn>
                                        <p:tgtEl>
                                          <p:spTgt spid="169"/>
                                        </p:tgtEl>
                                        <p:attrNameLst>
                                          <p:attrName>style.visibility</p:attrName>
                                        </p:attrNameLst>
                                      </p:cBhvr>
                                      <p:to>
                                        <p:strVal val="visible"/>
                                      </p:to>
                                    </p:set>
                                    <p:animEffect transition="in" filter="fade">
                                      <p:cBhvr>
                                        <p:cTn id="302" dur="1000"/>
                                        <p:tgtEl>
                                          <p:spTgt spid="169"/>
                                        </p:tgtEl>
                                      </p:cBhvr>
                                    </p:animEffect>
                                    <p:anim calcmode="lin" valueType="num">
                                      <p:cBhvr>
                                        <p:cTn id="303" dur="1000" fill="hold"/>
                                        <p:tgtEl>
                                          <p:spTgt spid="169"/>
                                        </p:tgtEl>
                                        <p:attrNameLst>
                                          <p:attrName>ppt_x</p:attrName>
                                        </p:attrNameLst>
                                      </p:cBhvr>
                                      <p:tavLst>
                                        <p:tav tm="0">
                                          <p:val>
                                            <p:strVal val="#ppt_x"/>
                                          </p:val>
                                        </p:tav>
                                        <p:tav tm="100000">
                                          <p:val>
                                            <p:strVal val="#ppt_x"/>
                                          </p:val>
                                        </p:tav>
                                      </p:tavLst>
                                    </p:anim>
                                    <p:anim calcmode="lin" valueType="num">
                                      <p:cBhvr>
                                        <p:cTn id="304" dur="1000" fill="hold"/>
                                        <p:tgtEl>
                                          <p:spTgt spid="169"/>
                                        </p:tgtEl>
                                        <p:attrNameLst>
                                          <p:attrName>ppt_y</p:attrName>
                                        </p:attrNameLst>
                                      </p:cBhvr>
                                      <p:tavLst>
                                        <p:tav tm="0">
                                          <p:val>
                                            <p:strVal val="#ppt_y+.1"/>
                                          </p:val>
                                        </p:tav>
                                        <p:tav tm="100000">
                                          <p:val>
                                            <p:strVal val="#ppt_y"/>
                                          </p:val>
                                        </p:tav>
                                      </p:tavLst>
                                    </p:anim>
                                  </p:childTnLst>
                                </p:cTn>
                              </p:par>
                              <p:par>
                                <p:cTn id="305" presetID="42" presetClass="entr" presetSubtype="0" fill="hold" nodeType="withEffect">
                                  <p:stCondLst>
                                    <p:cond delay="0"/>
                                  </p:stCondLst>
                                  <p:childTnLst>
                                    <p:set>
                                      <p:cBhvr>
                                        <p:cTn id="306" dur="1" fill="hold">
                                          <p:stCondLst>
                                            <p:cond delay="0"/>
                                          </p:stCondLst>
                                        </p:cTn>
                                        <p:tgtEl>
                                          <p:spTgt spid="171"/>
                                        </p:tgtEl>
                                        <p:attrNameLst>
                                          <p:attrName>style.visibility</p:attrName>
                                        </p:attrNameLst>
                                      </p:cBhvr>
                                      <p:to>
                                        <p:strVal val="visible"/>
                                      </p:to>
                                    </p:set>
                                    <p:animEffect transition="in" filter="fade">
                                      <p:cBhvr>
                                        <p:cTn id="307" dur="1000"/>
                                        <p:tgtEl>
                                          <p:spTgt spid="171"/>
                                        </p:tgtEl>
                                      </p:cBhvr>
                                    </p:animEffect>
                                    <p:anim calcmode="lin" valueType="num">
                                      <p:cBhvr>
                                        <p:cTn id="308" dur="1000" fill="hold"/>
                                        <p:tgtEl>
                                          <p:spTgt spid="171"/>
                                        </p:tgtEl>
                                        <p:attrNameLst>
                                          <p:attrName>ppt_x</p:attrName>
                                        </p:attrNameLst>
                                      </p:cBhvr>
                                      <p:tavLst>
                                        <p:tav tm="0">
                                          <p:val>
                                            <p:strVal val="#ppt_x"/>
                                          </p:val>
                                        </p:tav>
                                        <p:tav tm="100000">
                                          <p:val>
                                            <p:strVal val="#ppt_x"/>
                                          </p:val>
                                        </p:tav>
                                      </p:tavLst>
                                    </p:anim>
                                    <p:anim calcmode="lin" valueType="num">
                                      <p:cBhvr>
                                        <p:cTn id="309" dur="1000" fill="hold"/>
                                        <p:tgtEl>
                                          <p:spTgt spid="171"/>
                                        </p:tgtEl>
                                        <p:attrNameLst>
                                          <p:attrName>ppt_y</p:attrName>
                                        </p:attrNameLst>
                                      </p:cBhvr>
                                      <p:tavLst>
                                        <p:tav tm="0">
                                          <p:val>
                                            <p:strVal val="#ppt_y+.1"/>
                                          </p:val>
                                        </p:tav>
                                        <p:tav tm="100000">
                                          <p:val>
                                            <p:strVal val="#ppt_y"/>
                                          </p:val>
                                        </p:tav>
                                      </p:tavLst>
                                    </p:anim>
                                  </p:childTnLst>
                                </p:cTn>
                              </p:par>
                              <p:par>
                                <p:cTn id="310" presetID="42" presetClass="entr" presetSubtype="0" fill="hold" grpId="0" nodeType="withEffect">
                                  <p:stCondLst>
                                    <p:cond delay="0"/>
                                  </p:stCondLst>
                                  <p:childTnLst>
                                    <p:set>
                                      <p:cBhvr>
                                        <p:cTn id="311" dur="1" fill="hold">
                                          <p:stCondLst>
                                            <p:cond delay="0"/>
                                          </p:stCondLst>
                                        </p:cTn>
                                        <p:tgtEl>
                                          <p:spTgt spid="177"/>
                                        </p:tgtEl>
                                        <p:attrNameLst>
                                          <p:attrName>style.visibility</p:attrName>
                                        </p:attrNameLst>
                                      </p:cBhvr>
                                      <p:to>
                                        <p:strVal val="visible"/>
                                      </p:to>
                                    </p:set>
                                    <p:animEffect transition="in" filter="fade">
                                      <p:cBhvr>
                                        <p:cTn id="312" dur="1000"/>
                                        <p:tgtEl>
                                          <p:spTgt spid="177"/>
                                        </p:tgtEl>
                                      </p:cBhvr>
                                    </p:animEffect>
                                    <p:anim calcmode="lin" valueType="num">
                                      <p:cBhvr>
                                        <p:cTn id="313" dur="1000" fill="hold"/>
                                        <p:tgtEl>
                                          <p:spTgt spid="177"/>
                                        </p:tgtEl>
                                        <p:attrNameLst>
                                          <p:attrName>ppt_x</p:attrName>
                                        </p:attrNameLst>
                                      </p:cBhvr>
                                      <p:tavLst>
                                        <p:tav tm="0">
                                          <p:val>
                                            <p:strVal val="#ppt_x"/>
                                          </p:val>
                                        </p:tav>
                                        <p:tav tm="100000">
                                          <p:val>
                                            <p:strVal val="#ppt_x"/>
                                          </p:val>
                                        </p:tav>
                                      </p:tavLst>
                                    </p:anim>
                                    <p:anim calcmode="lin" valueType="num">
                                      <p:cBhvr>
                                        <p:cTn id="314" dur="1000" fill="hold"/>
                                        <p:tgtEl>
                                          <p:spTgt spid="177"/>
                                        </p:tgtEl>
                                        <p:attrNameLst>
                                          <p:attrName>ppt_y</p:attrName>
                                        </p:attrNameLst>
                                      </p:cBhvr>
                                      <p:tavLst>
                                        <p:tav tm="0">
                                          <p:val>
                                            <p:strVal val="#ppt_y+.1"/>
                                          </p:val>
                                        </p:tav>
                                        <p:tav tm="100000">
                                          <p:val>
                                            <p:strVal val="#ppt_y"/>
                                          </p:val>
                                        </p:tav>
                                      </p:tavLst>
                                    </p:anim>
                                  </p:childTnLst>
                                </p:cTn>
                              </p:par>
                              <p:par>
                                <p:cTn id="315" presetID="42" presetClass="entr" presetSubtype="0" fill="hold" nodeType="withEffect">
                                  <p:stCondLst>
                                    <p:cond delay="0"/>
                                  </p:stCondLst>
                                  <p:childTnLst>
                                    <p:set>
                                      <p:cBhvr>
                                        <p:cTn id="316" dur="1" fill="hold">
                                          <p:stCondLst>
                                            <p:cond delay="0"/>
                                          </p:stCondLst>
                                        </p:cTn>
                                        <p:tgtEl>
                                          <p:spTgt spid="178"/>
                                        </p:tgtEl>
                                        <p:attrNameLst>
                                          <p:attrName>style.visibility</p:attrName>
                                        </p:attrNameLst>
                                      </p:cBhvr>
                                      <p:to>
                                        <p:strVal val="visible"/>
                                      </p:to>
                                    </p:set>
                                    <p:animEffect transition="in" filter="fade">
                                      <p:cBhvr>
                                        <p:cTn id="317" dur="1000"/>
                                        <p:tgtEl>
                                          <p:spTgt spid="178"/>
                                        </p:tgtEl>
                                      </p:cBhvr>
                                    </p:animEffect>
                                    <p:anim calcmode="lin" valueType="num">
                                      <p:cBhvr>
                                        <p:cTn id="318" dur="1000" fill="hold"/>
                                        <p:tgtEl>
                                          <p:spTgt spid="178"/>
                                        </p:tgtEl>
                                        <p:attrNameLst>
                                          <p:attrName>ppt_x</p:attrName>
                                        </p:attrNameLst>
                                      </p:cBhvr>
                                      <p:tavLst>
                                        <p:tav tm="0">
                                          <p:val>
                                            <p:strVal val="#ppt_x"/>
                                          </p:val>
                                        </p:tav>
                                        <p:tav tm="100000">
                                          <p:val>
                                            <p:strVal val="#ppt_x"/>
                                          </p:val>
                                        </p:tav>
                                      </p:tavLst>
                                    </p:anim>
                                    <p:anim calcmode="lin" valueType="num">
                                      <p:cBhvr>
                                        <p:cTn id="319" dur="1000" fill="hold"/>
                                        <p:tgtEl>
                                          <p:spTgt spid="178"/>
                                        </p:tgtEl>
                                        <p:attrNameLst>
                                          <p:attrName>ppt_y</p:attrName>
                                        </p:attrNameLst>
                                      </p:cBhvr>
                                      <p:tavLst>
                                        <p:tav tm="0">
                                          <p:val>
                                            <p:strVal val="#ppt_y+.1"/>
                                          </p:val>
                                        </p:tav>
                                        <p:tav tm="100000">
                                          <p:val>
                                            <p:strVal val="#ppt_y"/>
                                          </p:val>
                                        </p:tav>
                                      </p:tavLst>
                                    </p:anim>
                                  </p:childTnLst>
                                </p:cTn>
                              </p:par>
                              <p:par>
                                <p:cTn id="320" presetID="42" presetClass="entr" presetSubtype="0" fill="hold" nodeType="withEffect">
                                  <p:stCondLst>
                                    <p:cond delay="0"/>
                                  </p:stCondLst>
                                  <p:childTnLst>
                                    <p:set>
                                      <p:cBhvr>
                                        <p:cTn id="321" dur="1" fill="hold">
                                          <p:stCondLst>
                                            <p:cond delay="0"/>
                                          </p:stCondLst>
                                        </p:cTn>
                                        <p:tgtEl>
                                          <p:spTgt spid="181"/>
                                        </p:tgtEl>
                                        <p:attrNameLst>
                                          <p:attrName>style.visibility</p:attrName>
                                        </p:attrNameLst>
                                      </p:cBhvr>
                                      <p:to>
                                        <p:strVal val="visible"/>
                                      </p:to>
                                    </p:set>
                                    <p:animEffect transition="in" filter="fade">
                                      <p:cBhvr>
                                        <p:cTn id="322" dur="1000"/>
                                        <p:tgtEl>
                                          <p:spTgt spid="181"/>
                                        </p:tgtEl>
                                      </p:cBhvr>
                                    </p:animEffect>
                                    <p:anim calcmode="lin" valueType="num">
                                      <p:cBhvr>
                                        <p:cTn id="323" dur="1000" fill="hold"/>
                                        <p:tgtEl>
                                          <p:spTgt spid="181"/>
                                        </p:tgtEl>
                                        <p:attrNameLst>
                                          <p:attrName>ppt_x</p:attrName>
                                        </p:attrNameLst>
                                      </p:cBhvr>
                                      <p:tavLst>
                                        <p:tav tm="0">
                                          <p:val>
                                            <p:strVal val="#ppt_x"/>
                                          </p:val>
                                        </p:tav>
                                        <p:tav tm="100000">
                                          <p:val>
                                            <p:strVal val="#ppt_x"/>
                                          </p:val>
                                        </p:tav>
                                      </p:tavLst>
                                    </p:anim>
                                    <p:anim calcmode="lin" valueType="num">
                                      <p:cBhvr>
                                        <p:cTn id="324" dur="1000" fill="hold"/>
                                        <p:tgtEl>
                                          <p:spTgt spid="181"/>
                                        </p:tgtEl>
                                        <p:attrNameLst>
                                          <p:attrName>ppt_y</p:attrName>
                                        </p:attrNameLst>
                                      </p:cBhvr>
                                      <p:tavLst>
                                        <p:tav tm="0">
                                          <p:val>
                                            <p:strVal val="#ppt_y+.1"/>
                                          </p:val>
                                        </p:tav>
                                        <p:tav tm="100000">
                                          <p:val>
                                            <p:strVal val="#ppt_y"/>
                                          </p:val>
                                        </p:tav>
                                      </p:tavLst>
                                    </p:anim>
                                  </p:childTnLst>
                                </p:cTn>
                              </p:par>
                              <p:par>
                                <p:cTn id="325" presetID="42" presetClass="entr" presetSubtype="0" fill="hold" nodeType="withEffect">
                                  <p:stCondLst>
                                    <p:cond delay="0"/>
                                  </p:stCondLst>
                                  <p:childTnLst>
                                    <p:set>
                                      <p:cBhvr>
                                        <p:cTn id="326" dur="1" fill="hold">
                                          <p:stCondLst>
                                            <p:cond delay="0"/>
                                          </p:stCondLst>
                                        </p:cTn>
                                        <p:tgtEl>
                                          <p:spTgt spid="184"/>
                                        </p:tgtEl>
                                        <p:attrNameLst>
                                          <p:attrName>style.visibility</p:attrName>
                                        </p:attrNameLst>
                                      </p:cBhvr>
                                      <p:to>
                                        <p:strVal val="visible"/>
                                      </p:to>
                                    </p:set>
                                    <p:animEffect transition="in" filter="fade">
                                      <p:cBhvr>
                                        <p:cTn id="327" dur="1000"/>
                                        <p:tgtEl>
                                          <p:spTgt spid="184"/>
                                        </p:tgtEl>
                                      </p:cBhvr>
                                    </p:animEffect>
                                    <p:anim calcmode="lin" valueType="num">
                                      <p:cBhvr>
                                        <p:cTn id="328" dur="1000" fill="hold"/>
                                        <p:tgtEl>
                                          <p:spTgt spid="184"/>
                                        </p:tgtEl>
                                        <p:attrNameLst>
                                          <p:attrName>ppt_x</p:attrName>
                                        </p:attrNameLst>
                                      </p:cBhvr>
                                      <p:tavLst>
                                        <p:tav tm="0">
                                          <p:val>
                                            <p:strVal val="#ppt_x"/>
                                          </p:val>
                                        </p:tav>
                                        <p:tav tm="100000">
                                          <p:val>
                                            <p:strVal val="#ppt_x"/>
                                          </p:val>
                                        </p:tav>
                                      </p:tavLst>
                                    </p:anim>
                                    <p:anim calcmode="lin" valueType="num">
                                      <p:cBhvr>
                                        <p:cTn id="329" dur="1000" fill="hold"/>
                                        <p:tgtEl>
                                          <p:spTgt spid="184"/>
                                        </p:tgtEl>
                                        <p:attrNameLst>
                                          <p:attrName>ppt_y</p:attrName>
                                        </p:attrNameLst>
                                      </p:cBhvr>
                                      <p:tavLst>
                                        <p:tav tm="0">
                                          <p:val>
                                            <p:strVal val="#ppt_y+.1"/>
                                          </p:val>
                                        </p:tav>
                                        <p:tav tm="100000">
                                          <p:val>
                                            <p:strVal val="#ppt_y"/>
                                          </p:val>
                                        </p:tav>
                                      </p:tavLst>
                                    </p:anim>
                                  </p:childTnLst>
                                </p:cTn>
                              </p:par>
                              <p:par>
                                <p:cTn id="330" presetID="42" presetClass="entr" presetSubtype="0" fill="hold" grpId="0" nodeType="withEffect">
                                  <p:stCondLst>
                                    <p:cond delay="0"/>
                                  </p:stCondLst>
                                  <p:childTnLst>
                                    <p:set>
                                      <p:cBhvr>
                                        <p:cTn id="331" dur="1" fill="hold">
                                          <p:stCondLst>
                                            <p:cond delay="0"/>
                                          </p:stCondLst>
                                        </p:cTn>
                                        <p:tgtEl>
                                          <p:spTgt spid="187"/>
                                        </p:tgtEl>
                                        <p:attrNameLst>
                                          <p:attrName>style.visibility</p:attrName>
                                        </p:attrNameLst>
                                      </p:cBhvr>
                                      <p:to>
                                        <p:strVal val="visible"/>
                                      </p:to>
                                    </p:set>
                                    <p:animEffect transition="in" filter="fade">
                                      <p:cBhvr>
                                        <p:cTn id="332" dur="1000"/>
                                        <p:tgtEl>
                                          <p:spTgt spid="187"/>
                                        </p:tgtEl>
                                      </p:cBhvr>
                                    </p:animEffect>
                                    <p:anim calcmode="lin" valueType="num">
                                      <p:cBhvr>
                                        <p:cTn id="333" dur="1000" fill="hold"/>
                                        <p:tgtEl>
                                          <p:spTgt spid="187"/>
                                        </p:tgtEl>
                                        <p:attrNameLst>
                                          <p:attrName>ppt_x</p:attrName>
                                        </p:attrNameLst>
                                      </p:cBhvr>
                                      <p:tavLst>
                                        <p:tav tm="0">
                                          <p:val>
                                            <p:strVal val="#ppt_x"/>
                                          </p:val>
                                        </p:tav>
                                        <p:tav tm="100000">
                                          <p:val>
                                            <p:strVal val="#ppt_x"/>
                                          </p:val>
                                        </p:tav>
                                      </p:tavLst>
                                    </p:anim>
                                    <p:anim calcmode="lin" valueType="num">
                                      <p:cBhvr>
                                        <p:cTn id="334" dur="1000" fill="hold"/>
                                        <p:tgtEl>
                                          <p:spTgt spid="187"/>
                                        </p:tgtEl>
                                        <p:attrNameLst>
                                          <p:attrName>ppt_y</p:attrName>
                                        </p:attrNameLst>
                                      </p:cBhvr>
                                      <p:tavLst>
                                        <p:tav tm="0">
                                          <p:val>
                                            <p:strVal val="#ppt_y+.1"/>
                                          </p:val>
                                        </p:tav>
                                        <p:tav tm="100000">
                                          <p:val>
                                            <p:strVal val="#ppt_y"/>
                                          </p:val>
                                        </p:tav>
                                      </p:tavLst>
                                    </p:anim>
                                  </p:childTnLst>
                                </p:cTn>
                              </p:par>
                              <p:par>
                                <p:cTn id="335" presetID="42" presetClass="entr" presetSubtype="0" fill="hold" grpId="0" nodeType="withEffect">
                                  <p:stCondLst>
                                    <p:cond delay="0"/>
                                  </p:stCondLst>
                                  <p:childTnLst>
                                    <p:set>
                                      <p:cBhvr>
                                        <p:cTn id="336" dur="1" fill="hold">
                                          <p:stCondLst>
                                            <p:cond delay="0"/>
                                          </p:stCondLst>
                                        </p:cTn>
                                        <p:tgtEl>
                                          <p:spTgt spid="188"/>
                                        </p:tgtEl>
                                        <p:attrNameLst>
                                          <p:attrName>style.visibility</p:attrName>
                                        </p:attrNameLst>
                                      </p:cBhvr>
                                      <p:to>
                                        <p:strVal val="visible"/>
                                      </p:to>
                                    </p:set>
                                    <p:animEffect transition="in" filter="fade">
                                      <p:cBhvr>
                                        <p:cTn id="337" dur="1000"/>
                                        <p:tgtEl>
                                          <p:spTgt spid="188"/>
                                        </p:tgtEl>
                                      </p:cBhvr>
                                    </p:animEffect>
                                    <p:anim calcmode="lin" valueType="num">
                                      <p:cBhvr>
                                        <p:cTn id="338" dur="1000" fill="hold"/>
                                        <p:tgtEl>
                                          <p:spTgt spid="188"/>
                                        </p:tgtEl>
                                        <p:attrNameLst>
                                          <p:attrName>ppt_x</p:attrName>
                                        </p:attrNameLst>
                                      </p:cBhvr>
                                      <p:tavLst>
                                        <p:tav tm="0">
                                          <p:val>
                                            <p:strVal val="#ppt_x"/>
                                          </p:val>
                                        </p:tav>
                                        <p:tav tm="100000">
                                          <p:val>
                                            <p:strVal val="#ppt_x"/>
                                          </p:val>
                                        </p:tav>
                                      </p:tavLst>
                                    </p:anim>
                                    <p:anim calcmode="lin" valueType="num">
                                      <p:cBhvr>
                                        <p:cTn id="339" dur="1000" fill="hold"/>
                                        <p:tgtEl>
                                          <p:spTgt spid="188"/>
                                        </p:tgtEl>
                                        <p:attrNameLst>
                                          <p:attrName>ppt_y</p:attrName>
                                        </p:attrNameLst>
                                      </p:cBhvr>
                                      <p:tavLst>
                                        <p:tav tm="0">
                                          <p:val>
                                            <p:strVal val="#ppt_y+.1"/>
                                          </p:val>
                                        </p:tav>
                                        <p:tav tm="100000">
                                          <p:val>
                                            <p:strVal val="#ppt_y"/>
                                          </p:val>
                                        </p:tav>
                                      </p:tavLst>
                                    </p:anim>
                                  </p:childTnLst>
                                </p:cTn>
                              </p:par>
                              <p:par>
                                <p:cTn id="340" presetID="42" presetClass="entr" presetSubtype="0" fill="hold" nodeType="withEffect">
                                  <p:stCondLst>
                                    <p:cond delay="0"/>
                                  </p:stCondLst>
                                  <p:childTnLst>
                                    <p:set>
                                      <p:cBhvr>
                                        <p:cTn id="341" dur="1" fill="hold">
                                          <p:stCondLst>
                                            <p:cond delay="0"/>
                                          </p:stCondLst>
                                        </p:cTn>
                                        <p:tgtEl>
                                          <p:spTgt spid="189"/>
                                        </p:tgtEl>
                                        <p:attrNameLst>
                                          <p:attrName>style.visibility</p:attrName>
                                        </p:attrNameLst>
                                      </p:cBhvr>
                                      <p:to>
                                        <p:strVal val="visible"/>
                                      </p:to>
                                    </p:set>
                                    <p:animEffect transition="in" filter="fade">
                                      <p:cBhvr>
                                        <p:cTn id="342" dur="1000"/>
                                        <p:tgtEl>
                                          <p:spTgt spid="189"/>
                                        </p:tgtEl>
                                      </p:cBhvr>
                                    </p:animEffect>
                                    <p:anim calcmode="lin" valueType="num">
                                      <p:cBhvr>
                                        <p:cTn id="343" dur="1000" fill="hold"/>
                                        <p:tgtEl>
                                          <p:spTgt spid="189"/>
                                        </p:tgtEl>
                                        <p:attrNameLst>
                                          <p:attrName>ppt_x</p:attrName>
                                        </p:attrNameLst>
                                      </p:cBhvr>
                                      <p:tavLst>
                                        <p:tav tm="0">
                                          <p:val>
                                            <p:strVal val="#ppt_x"/>
                                          </p:val>
                                        </p:tav>
                                        <p:tav tm="100000">
                                          <p:val>
                                            <p:strVal val="#ppt_x"/>
                                          </p:val>
                                        </p:tav>
                                      </p:tavLst>
                                    </p:anim>
                                    <p:anim calcmode="lin" valueType="num">
                                      <p:cBhvr>
                                        <p:cTn id="344" dur="1000" fill="hold"/>
                                        <p:tgtEl>
                                          <p:spTgt spid="189"/>
                                        </p:tgtEl>
                                        <p:attrNameLst>
                                          <p:attrName>ppt_y</p:attrName>
                                        </p:attrNameLst>
                                      </p:cBhvr>
                                      <p:tavLst>
                                        <p:tav tm="0">
                                          <p:val>
                                            <p:strVal val="#ppt_y+.1"/>
                                          </p:val>
                                        </p:tav>
                                        <p:tav tm="100000">
                                          <p:val>
                                            <p:strVal val="#ppt_y"/>
                                          </p:val>
                                        </p:tav>
                                      </p:tavLst>
                                    </p:anim>
                                  </p:childTnLst>
                                </p:cTn>
                              </p:par>
                              <p:par>
                                <p:cTn id="345" presetID="42" presetClass="entr" presetSubtype="0" fill="hold" nodeType="withEffect">
                                  <p:stCondLst>
                                    <p:cond delay="0"/>
                                  </p:stCondLst>
                                  <p:childTnLst>
                                    <p:set>
                                      <p:cBhvr>
                                        <p:cTn id="346" dur="1" fill="hold">
                                          <p:stCondLst>
                                            <p:cond delay="0"/>
                                          </p:stCondLst>
                                        </p:cTn>
                                        <p:tgtEl>
                                          <p:spTgt spid="193"/>
                                        </p:tgtEl>
                                        <p:attrNameLst>
                                          <p:attrName>style.visibility</p:attrName>
                                        </p:attrNameLst>
                                      </p:cBhvr>
                                      <p:to>
                                        <p:strVal val="visible"/>
                                      </p:to>
                                    </p:set>
                                    <p:animEffect transition="in" filter="fade">
                                      <p:cBhvr>
                                        <p:cTn id="347" dur="1000"/>
                                        <p:tgtEl>
                                          <p:spTgt spid="193"/>
                                        </p:tgtEl>
                                      </p:cBhvr>
                                    </p:animEffect>
                                    <p:anim calcmode="lin" valueType="num">
                                      <p:cBhvr>
                                        <p:cTn id="348" dur="1000" fill="hold"/>
                                        <p:tgtEl>
                                          <p:spTgt spid="193"/>
                                        </p:tgtEl>
                                        <p:attrNameLst>
                                          <p:attrName>ppt_x</p:attrName>
                                        </p:attrNameLst>
                                      </p:cBhvr>
                                      <p:tavLst>
                                        <p:tav tm="0">
                                          <p:val>
                                            <p:strVal val="#ppt_x"/>
                                          </p:val>
                                        </p:tav>
                                        <p:tav tm="100000">
                                          <p:val>
                                            <p:strVal val="#ppt_x"/>
                                          </p:val>
                                        </p:tav>
                                      </p:tavLst>
                                    </p:anim>
                                    <p:anim calcmode="lin" valueType="num">
                                      <p:cBhvr>
                                        <p:cTn id="349" dur="1000" fill="hold"/>
                                        <p:tgtEl>
                                          <p:spTgt spid="193"/>
                                        </p:tgtEl>
                                        <p:attrNameLst>
                                          <p:attrName>ppt_y</p:attrName>
                                        </p:attrNameLst>
                                      </p:cBhvr>
                                      <p:tavLst>
                                        <p:tav tm="0">
                                          <p:val>
                                            <p:strVal val="#ppt_y+.1"/>
                                          </p:val>
                                        </p:tav>
                                        <p:tav tm="100000">
                                          <p:val>
                                            <p:strVal val="#ppt_y"/>
                                          </p:val>
                                        </p:tav>
                                      </p:tavLst>
                                    </p:anim>
                                  </p:childTnLst>
                                </p:cTn>
                              </p:par>
                              <p:par>
                                <p:cTn id="350" presetID="42" presetClass="entr" presetSubtype="0" fill="hold" grpId="0" nodeType="withEffect">
                                  <p:stCondLst>
                                    <p:cond delay="0"/>
                                  </p:stCondLst>
                                  <p:childTnLst>
                                    <p:set>
                                      <p:cBhvr>
                                        <p:cTn id="351" dur="1" fill="hold">
                                          <p:stCondLst>
                                            <p:cond delay="0"/>
                                          </p:stCondLst>
                                        </p:cTn>
                                        <p:tgtEl>
                                          <p:spTgt spid="199"/>
                                        </p:tgtEl>
                                        <p:attrNameLst>
                                          <p:attrName>style.visibility</p:attrName>
                                        </p:attrNameLst>
                                      </p:cBhvr>
                                      <p:to>
                                        <p:strVal val="visible"/>
                                      </p:to>
                                    </p:set>
                                    <p:animEffect transition="in" filter="fade">
                                      <p:cBhvr>
                                        <p:cTn id="352" dur="1000"/>
                                        <p:tgtEl>
                                          <p:spTgt spid="199"/>
                                        </p:tgtEl>
                                      </p:cBhvr>
                                    </p:animEffect>
                                    <p:anim calcmode="lin" valueType="num">
                                      <p:cBhvr>
                                        <p:cTn id="353" dur="1000" fill="hold"/>
                                        <p:tgtEl>
                                          <p:spTgt spid="199"/>
                                        </p:tgtEl>
                                        <p:attrNameLst>
                                          <p:attrName>ppt_x</p:attrName>
                                        </p:attrNameLst>
                                      </p:cBhvr>
                                      <p:tavLst>
                                        <p:tav tm="0">
                                          <p:val>
                                            <p:strVal val="#ppt_x"/>
                                          </p:val>
                                        </p:tav>
                                        <p:tav tm="100000">
                                          <p:val>
                                            <p:strVal val="#ppt_x"/>
                                          </p:val>
                                        </p:tav>
                                      </p:tavLst>
                                    </p:anim>
                                    <p:anim calcmode="lin" valueType="num">
                                      <p:cBhvr>
                                        <p:cTn id="354" dur="1000" fill="hold"/>
                                        <p:tgtEl>
                                          <p:spTgt spid="199"/>
                                        </p:tgtEl>
                                        <p:attrNameLst>
                                          <p:attrName>ppt_y</p:attrName>
                                        </p:attrNameLst>
                                      </p:cBhvr>
                                      <p:tavLst>
                                        <p:tav tm="0">
                                          <p:val>
                                            <p:strVal val="#ppt_y+.1"/>
                                          </p:val>
                                        </p:tav>
                                        <p:tav tm="100000">
                                          <p:val>
                                            <p:strVal val="#ppt_y"/>
                                          </p:val>
                                        </p:tav>
                                      </p:tavLst>
                                    </p:anim>
                                  </p:childTnLst>
                                </p:cTn>
                              </p:par>
                              <p:par>
                                <p:cTn id="355" presetID="42" presetClass="entr" presetSubtype="0" fill="hold" nodeType="withEffect">
                                  <p:stCondLst>
                                    <p:cond delay="0"/>
                                  </p:stCondLst>
                                  <p:childTnLst>
                                    <p:set>
                                      <p:cBhvr>
                                        <p:cTn id="356" dur="1" fill="hold">
                                          <p:stCondLst>
                                            <p:cond delay="0"/>
                                          </p:stCondLst>
                                        </p:cTn>
                                        <p:tgtEl>
                                          <p:spTgt spid="200"/>
                                        </p:tgtEl>
                                        <p:attrNameLst>
                                          <p:attrName>style.visibility</p:attrName>
                                        </p:attrNameLst>
                                      </p:cBhvr>
                                      <p:to>
                                        <p:strVal val="visible"/>
                                      </p:to>
                                    </p:set>
                                    <p:animEffect transition="in" filter="fade">
                                      <p:cBhvr>
                                        <p:cTn id="357" dur="1000"/>
                                        <p:tgtEl>
                                          <p:spTgt spid="200"/>
                                        </p:tgtEl>
                                      </p:cBhvr>
                                    </p:animEffect>
                                    <p:anim calcmode="lin" valueType="num">
                                      <p:cBhvr>
                                        <p:cTn id="358" dur="1000" fill="hold"/>
                                        <p:tgtEl>
                                          <p:spTgt spid="200"/>
                                        </p:tgtEl>
                                        <p:attrNameLst>
                                          <p:attrName>ppt_x</p:attrName>
                                        </p:attrNameLst>
                                      </p:cBhvr>
                                      <p:tavLst>
                                        <p:tav tm="0">
                                          <p:val>
                                            <p:strVal val="#ppt_x"/>
                                          </p:val>
                                        </p:tav>
                                        <p:tav tm="100000">
                                          <p:val>
                                            <p:strVal val="#ppt_x"/>
                                          </p:val>
                                        </p:tav>
                                      </p:tavLst>
                                    </p:anim>
                                    <p:anim calcmode="lin" valueType="num">
                                      <p:cBhvr>
                                        <p:cTn id="359" dur="1000" fill="hold"/>
                                        <p:tgtEl>
                                          <p:spTgt spid="200"/>
                                        </p:tgtEl>
                                        <p:attrNameLst>
                                          <p:attrName>ppt_y</p:attrName>
                                        </p:attrNameLst>
                                      </p:cBhvr>
                                      <p:tavLst>
                                        <p:tav tm="0">
                                          <p:val>
                                            <p:strVal val="#ppt_y+.1"/>
                                          </p:val>
                                        </p:tav>
                                        <p:tav tm="100000">
                                          <p:val>
                                            <p:strVal val="#ppt_y"/>
                                          </p:val>
                                        </p:tav>
                                      </p:tavLst>
                                    </p:anim>
                                  </p:childTnLst>
                                </p:cTn>
                              </p:par>
                              <p:par>
                                <p:cTn id="360" presetID="42" presetClass="entr" presetSubtype="0" fill="hold" nodeType="withEffect">
                                  <p:stCondLst>
                                    <p:cond delay="0"/>
                                  </p:stCondLst>
                                  <p:childTnLst>
                                    <p:set>
                                      <p:cBhvr>
                                        <p:cTn id="361" dur="1" fill="hold">
                                          <p:stCondLst>
                                            <p:cond delay="0"/>
                                          </p:stCondLst>
                                        </p:cTn>
                                        <p:tgtEl>
                                          <p:spTgt spid="203"/>
                                        </p:tgtEl>
                                        <p:attrNameLst>
                                          <p:attrName>style.visibility</p:attrName>
                                        </p:attrNameLst>
                                      </p:cBhvr>
                                      <p:to>
                                        <p:strVal val="visible"/>
                                      </p:to>
                                    </p:set>
                                    <p:animEffect transition="in" filter="fade">
                                      <p:cBhvr>
                                        <p:cTn id="362" dur="1000"/>
                                        <p:tgtEl>
                                          <p:spTgt spid="203"/>
                                        </p:tgtEl>
                                      </p:cBhvr>
                                    </p:animEffect>
                                    <p:anim calcmode="lin" valueType="num">
                                      <p:cBhvr>
                                        <p:cTn id="363" dur="1000" fill="hold"/>
                                        <p:tgtEl>
                                          <p:spTgt spid="203"/>
                                        </p:tgtEl>
                                        <p:attrNameLst>
                                          <p:attrName>ppt_x</p:attrName>
                                        </p:attrNameLst>
                                      </p:cBhvr>
                                      <p:tavLst>
                                        <p:tav tm="0">
                                          <p:val>
                                            <p:strVal val="#ppt_x"/>
                                          </p:val>
                                        </p:tav>
                                        <p:tav tm="100000">
                                          <p:val>
                                            <p:strVal val="#ppt_x"/>
                                          </p:val>
                                        </p:tav>
                                      </p:tavLst>
                                    </p:anim>
                                    <p:anim calcmode="lin" valueType="num">
                                      <p:cBhvr>
                                        <p:cTn id="364" dur="1000" fill="hold"/>
                                        <p:tgtEl>
                                          <p:spTgt spid="203"/>
                                        </p:tgtEl>
                                        <p:attrNameLst>
                                          <p:attrName>ppt_y</p:attrName>
                                        </p:attrNameLst>
                                      </p:cBhvr>
                                      <p:tavLst>
                                        <p:tav tm="0">
                                          <p:val>
                                            <p:strVal val="#ppt_y+.1"/>
                                          </p:val>
                                        </p:tav>
                                        <p:tav tm="100000">
                                          <p:val>
                                            <p:strVal val="#ppt_y"/>
                                          </p:val>
                                        </p:tav>
                                      </p:tavLst>
                                    </p:anim>
                                  </p:childTnLst>
                                </p:cTn>
                              </p:par>
                              <p:par>
                                <p:cTn id="365" presetID="42" presetClass="entr" presetSubtype="0" fill="hold" nodeType="withEffect">
                                  <p:stCondLst>
                                    <p:cond delay="0"/>
                                  </p:stCondLst>
                                  <p:childTnLst>
                                    <p:set>
                                      <p:cBhvr>
                                        <p:cTn id="366" dur="1" fill="hold">
                                          <p:stCondLst>
                                            <p:cond delay="0"/>
                                          </p:stCondLst>
                                        </p:cTn>
                                        <p:tgtEl>
                                          <p:spTgt spid="206"/>
                                        </p:tgtEl>
                                        <p:attrNameLst>
                                          <p:attrName>style.visibility</p:attrName>
                                        </p:attrNameLst>
                                      </p:cBhvr>
                                      <p:to>
                                        <p:strVal val="visible"/>
                                      </p:to>
                                    </p:set>
                                    <p:animEffect transition="in" filter="fade">
                                      <p:cBhvr>
                                        <p:cTn id="367" dur="1000"/>
                                        <p:tgtEl>
                                          <p:spTgt spid="206"/>
                                        </p:tgtEl>
                                      </p:cBhvr>
                                    </p:animEffect>
                                    <p:anim calcmode="lin" valueType="num">
                                      <p:cBhvr>
                                        <p:cTn id="368" dur="1000" fill="hold"/>
                                        <p:tgtEl>
                                          <p:spTgt spid="206"/>
                                        </p:tgtEl>
                                        <p:attrNameLst>
                                          <p:attrName>ppt_x</p:attrName>
                                        </p:attrNameLst>
                                      </p:cBhvr>
                                      <p:tavLst>
                                        <p:tav tm="0">
                                          <p:val>
                                            <p:strVal val="#ppt_x"/>
                                          </p:val>
                                        </p:tav>
                                        <p:tav tm="100000">
                                          <p:val>
                                            <p:strVal val="#ppt_x"/>
                                          </p:val>
                                        </p:tav>
                                      </p:tavLst>
                                    </p:anim>
                                    <p:anim calcmode="lin" valueType="num">
                                      <p:cBhvr>
                                        <p:cTn id="369" dur="1000" fill="hold"/>
                                        <p:tgtEl>
                                          <p:spTgt spid="206"/>
                                        </p:tgtEl>
                                        <p:attrNameLst>
                                          <p:attrName>ppt_y</p:attrName>
                                        </p:attrNameLst>
                                      </p:cBhvr>
                                      <p:tavLst>
                                        <p:tav tm="0">
                                          <p:val>
                                            <p:strVal val="#ppt_y+.1"/>
                                          </p:val>
                                        </p:tav>
                                        <p:tav tm="100000">
                                          <p:val>
                                            <p:strVal val="#ppt_y"/>
                                          </p:val>
                                        </p:tav>
                                      </p:tavLst>
                                    </p:anim>
                                  </p:childTnLst>
                                </p:cTn>
                              </p:par>
                              <p:par>
                                <p:cTn id="370" presetID="42" presetClass="entr" presetSubtype="0" fill="hold" grpId="0" nodeType="withEffect">
                                  <p:stCondLst>
                                    <p:cond delay="0"/>
                                  </p:stCondLst>
                                  <p:childTnLst>
                                    <p:set>
                                      <p:cBhvr>
                                        <p:cTn id="371" dur="1" fill="hold">
                                          <p:stCondLst>
                                            <p:cond delay="0"/>
                                          </p:stCondLst>
                                        </p:cTn>
                                        <p:tgtEl>
                                          <p:spTgt spid="209"/>
                                        </p:tgtEl>
                                        <p:attrNameLst>
                                          <p:attrName>style.visibility</p:attrName>
                                        </p:attrNameLst>
                                      </p:cBhvr>
                                      <p:to>
                                        <p:strVal val="visible"/>
                                      </p:to>
                                    </p:set>
                                    <p:animEffect transition="in" filter="fade">
                                      <p:cBhvr>
                                        <p:cTn id="372" dur="1000"/>
                                        <p:tgtEl>
                                          <p:spTgt spid="209"/>
                                        </p:tgtEl>
                                      </p:cBhvr>
                                    </p:animEffect>
                                    <p:anim calcmode="lin" valueType="num">
                                      <p:cBhvr>
                                        <p:cTn id="373" dur="1000" fill="hold"/>
                                        <p:tgtEl>
                                          <p:spTgt spid="209"/>
                                        </p:tgtEl>
                                        <p:attrNameLst>
                                          <p:attrName>ppt_x</p:attrName>
                                        </p:attrNameLst>
                                      </p:cBhvr>
                                      <p:tavLst>
                                        <p:tav tm="0">
                                          <p:val>
                                            <p:strVal val="#ppt_x"/>
                                          </p:val>
                                        </p:tav>
                                        <p:tav tm="100000">
                                          <p:val>
                                            <p:strVal val="#ppt_x"/>
                                          </p:val>
                                        </p:tav>
                                      </p:tavLst>
                                    </p:anim>
                                    <p:anim calcmode="lin" valueType="num">
                                      <p:cBhvr>
                                        <p:cTn id="374" dur="1000" fill="hold"/>
                                        <p:tgtEl>
                                          <p:spTgt spid="209"/>
                                        </p:tgtEl>
                                        <p:attrNameLst>
                                          <p:attrName>ppt_y</p:attrName>
                                        </p:attrNameLst>
                                      </p:cBhvr>
                                      <p:tavLst>
                                        <p:tav tm="0">
                                          <p:val>
                                            <p:strVal val="#ppt_y+.1"/>
                                          </p:val>
                                        </p:tav>
                                        <p:tav tm="100000">
                                          <p:val>
                                            <p:strVal val="#ppt_y"/>
                                          </p:val>
                                        </p:tav>
                                      </p:tavLst>
                                    </p:anim>
                                  </p:childTnLst>
                                </p:cTn>
                              </p:par>
                              <p:par>
                                <p:cTn id="375" presetID="42" presetClass="entr" presetSubtype="0" fill="hold" grpId="0" nodeType="withEffect">
                                  <p:stCondLst>
                                    <p:cond delay="0"/>
                                  </p:stCondLst>
                                  <p:childTnLst>
                                    <p:set>
                                      <p:cBhvr>
                                        <p:cTn id="376" dur="1" fill="hold">
                                          <p:stCondLst>
                                            <p:cond delay="0"/>
                                          </p:stCondLst>
                                        </p:cTn>
                                        <p:tgtEl>
                                          <p:spTgt spid="210"/>
                                        </p:tgtEl>
                                        <p:attrNameLst>
                                          <p:attrName>style.visibility</p:attrName>
                                        </p:attrNameLst>
                                      </p:cBhvr>
                                      <p:to>
                                        <p:strVal val="visible"/>
                                      </p:to>
                                    </p:set>
                                    <p:animEffect transition="in" filter="fade">
                                      <p:cBhvr>
                                        <p:cTn id="377" dur="1000"/>
                                        <p:tgtEl>
                                          <p:spTgt spid="210"/>
                                        </p:tgtEl>
                                      </p:cBhvr>
                                    </p:animEffect>
                                    <p:anim calcmode="lin" valueType="num">
                                      <p:cBhvr>
                                        <p:cTn id="378" dur="1000" fill="hold"/>
                                        <p:tgtEl>
                                          <p:spTgt spid="210"/>
                                        </p:tgtEl>
                                        <p:attrNameLst>
                                          <p:attrName>ppt_x</p:attrName>
                                        </p:attrNameLst>
                                      </p:cBhvr>
                                      <p:tavLst>
                                        <p:tav tm="0">
                                          <p:val>
                                            <p:strVal val="#ppt_x"/>
                                          </p:val>
                                        </p:tav>
                                        <p:tav tm="100000">
                                          <p:val>
                                            <p:strVal val="#ppt_x"/>
                                          </p:val>
                                        </p:tav>
                                      </p:tavLst>
                                    </p:anim>
                                    <p:anim calcmode="lin" valueType="num">
                                      <p:cBhvr>
                                        <p:cTn id="379" dur="1000" fill="hold"/>
                                        <p:tgtEl>
                                          <p:spTgt spid="210"/>
                                        </p:tgtEl>
                                        <p:attrNameLst>
                                          <p:attrName>ppt_y</p:attrName>
                                        </p:attrNameLst>
                                      </p:cBhvr>
                                      <p:tavLst>
                                        <p:tav tm="0">
                                          <p:val>
                                            <p:strVal val="#ppt_y+.1"/>
                                          </p:val>
                                        </p:tav>
                                        <p:tav tm="100000">
                                          <p:val>
                                            <p:strVal val="#ppt_y"/>
                                          </p:val>
                                        </p:tav>
                                      </p:tavLst>
                                    </p:anim>
                                  </p:childTnLst>
                                </p:cTn>
                              </p:par>
                              <p:par>
                                <p:cTn id="380" presetID="42" presetClass="entr" presetSubtype="0" fill="hold" nodeType="withEffect">
                                  <p:stCondLst>
                                    <p:cond delay="0"/>
                                  </p:stCondLst>
                                  <p:childTnLst>
                                    <p:set>
                                      <p:cBhvr>
                                        <p:cTn id="381" dur="1" fill="hold">
                                          <p:stCondLst>
                                            <p:cond delay="0"/>
                                          </p:stCondLst>
                                        </p:cTn>
                                        <p:tgtEl>
                                          <p:spTgt spid="211"/>
                                        </p:tgtEl>
                                        <p:attrNameLst>
                                          <p:attrName>style.visibility</p:attrName>
                                        </p:attrNameLst>
                                      </p:cBhvr>
                                      <p:to>
                                        <p:strVal val="visible"/>
                                      </p:to>
                                    </p:set>
                                    <p:animEffect transition="in" filter="fade">
                                      <p:cBhvr>
                                        <p:cTn id="382" dur="1000"/>
                                        <p:tgtEl>
                                          <p:spTgt spid="211"/>
                                        </p:tgtEl>
                                      </p:cBhvr>
                                    </p:animEffect>
                                    <p:anim calcmode="lin" valueType="num">
                                      <p:cBhvr>
                                        <p:cTn id="383" dur="1000" fill="hold"/>
                                        <p:tgtEl>
                                          <p:spTgt spid="211"/>
                                        </p:tgtEl>
                                        <p:attrNameLst>
                                          <p:attrName>ppt_x</p:attrName>
                                        </p:attrNameLst>
                                      </p:cBhvr>
                                      <p:tavLst>
                                        <p:tav tm="0">
                                          <p:val>
                                            <p:strVal val="#ppt_x"/>
                                          </p:val>
                                        </p:tav>
                                        <p:tav tm="100000">
                                          <p:val>
                                            <p:strVal val="#ppt_x"/>
                                          </p:val>
                                        </p:tav>
                                      </p:tavLst>
                                    </p:anim>
                                    <p:anim calcmode="lin" valueType="num">
                                      <p:cBhvr>
                                        <p:cTn id="384" dur="1000" fill="hold"/>
                                        <p:tgtEl>
                                          <p:spTgt spid="211"/>
                                        </p:tgtEl>
                                        <p:attrNameLst>
                                          <p:attrName>ppt_y</p:attrName>
                                        </p:attrNameLst>
                                      </p:cBhvr>
                                      <p:tavLst>
                                        <p:tav tm="0">
                                          <p:val>
                                            <p:strVal val="#ppt_y+.1"/>
                                          </p:val>
                                        </p:tav>
                                        <p:tav tm="100000">
                                          <p:val>
                                            <p:strVal val="#ppt_y"/>
                                          </p:val>
                                        </p:tav>
                                      </p:tavLst>
                                    </p:anim>
                                  </p:childTnLst>
                                </p:cTn>
                              </p:par>
                              <p:par>
                                <p:cTn id="385" presetID="42" presetClass="entr" presetSubtype="0" fill="hold" nodeType="withEffect">
                                  <p:stCondLst>
                                    <p:cond delay="0"/>
                                  </p:stCondLst>
                                  <p:childTnLst>
                                    <p:set>
                                      <p:cBhvr>
                                        <p:cTn id="386" dur="1" fill="hold">
                                          <p:stCondLst>
                                            <p:cond delay="0"/>
                                          </p:stCondLst>
                                        </p:cTn>
                                        <p:tgtEl>
                                          <p:spTgt spid="214"/>
                                        </p:tgtEl>
                                        <p:attrNameLst>
                                          <p:attrName>style.visibility</p:attrName>
                                        </p:attrNameLst>
                                      </p:cBhvr>
                                      <p:to>
                                        <p:strVal val="visible"/>
                                      </p:to>
                                    </p:set>
                                    <p:animEffect transition="in" filter="fade">
                                      <p:cBhvr>
                                        <p:cTn id="387" dur="1000"/>
                                        <p:tgtEl>
                                          <p:spTgt spid="214"/>
                                        </p:tgtEl>
                                      </p:cBhvr>
                                    </p:animEffect>
                                    <p:anim calcmode="lin" valueType="num">
                                      <p:cBhvr>
                                        <p:cTn id="388" dur="1000" fill="hold"/>
                                        <p:tgtEl>
                                          <p:spTgt spid="214"/>
                                        </p:tgtEl>
                                        <p:attrNameLst>
                                          <p:attrName>ppt_x</p:attrName>
                                        </p:attrNameLst>
                                      </p:cBhvr>
                                      <p:tavLst>
                                        <p:tav tm="0">
                                          <p:val>
                                            <p:strVal val="#ppt_x"/>
                                          </p:val>
                                        </p:tav>
                                        <p:tav tm="100000">
                                          <p:val>
                                            <p:strVal val="#ppt_x"/>
                                          </p:val>
                                        </p:tav>
                                      </p:tavLst>
                                    </p:anim>
                                    <p:anim calcmode="lin" valueType="num">
                                      <p:cBhvr>
                                        <p:cTn id="389" dur="1000" fill="hold"/>
                                        <p:tgtEl>
                                          <p:spTgt spid="214"/>
                                        </p:tgtEl>
                                        <p:attrNameLst>
                                          <p:attrName>ppt_y</p:attrName>
                                        </p:attrNameLst>
                                      </p:cBhvr>
                                      <p:tavLst>
                                        <p:tav tm="0">
                                          <p:val>
                                            <p:strVal val="#ppt_y+.1"/>
                                          </p:val>
                                        </p:tav>
                                        <p:tav tm="100000">
                                          <p:val>
                                            <p:strVal val="#ppt_y"/>
                                          </p:val>
                                        </p:tav>
                                      </p:tavLst>
                                    </p:anim>
                                  </p:childTnLst>
                                </p:cTn>
                              </p:par>
                              <p:par>
                                <p:cTn id="390" presetID="42" presetClass="entr" presetSubtype="0" fill="hold" grpId="0" nodeType="withEffect">
                                  <p:stCondLst>
                                    <p:cond delay="0"/>
                                  </p:stCondLst>
                                  <p:childTnLst>
                                    <p:set>
                                      <p:cBhvr>
                                        <p:cTn id="391" dur="1" fill="hold">
                                          <p:stCondLst>
                                            <p:cond delay="0"/>
                                          </p:stCondLst>
                                        </p:cTn>
                                        <p:tgtEl>
                                          <p:spTgt spid="217"/>
                                        </p:tgtEl>
                                        <p:attrNameLst>
                                          <p:attrName>style.visibility</p:attrName>
                                        </p:attrNameLst>
                                      </p:cBhvr>
                                      <p:to>
                                        <p:strVal val="visible"/>
                                      </p:to>
                                    </p:set>
                                    <p:animEffect transition="in" filter="fade">
                                      <p:cBhvr>
                                        <p:cTn id="392" dur="1000"/>
                                        <p:tgtEl>
                                          <p:spTgt spid="217"/>
                                        </p:tgtEl>
                                      </p:cBhvr>
                                    </p:animEffect>
                                    <p:anim calcmode="lin" valueType="num">
                                      <p:cBhvr>
                                        <p:cTn id="393" dur="1000" fill="hold"/>
                                        <p:tgtEl>
                                          <p:spTgt spid="217"/>
                                        </p:tgtEl>
                                        <p:attrNameLst>
                                          <p:attrName>ppt_x</p:attrName>
                                        </p:attrNameLst>
                                      </p:cBhvr>
                                      <p:tavLst>
                                        <p:tav tm="0">
                                          <p:val>
                                            <p:strVal val="#ppt_x"/>
                                          </p:val>
                                        </p:tav>
                                        <p:tav tm="100000">
                                          <p:val>
                                            <p:strVal val="#ppt_x"/>
                                          </p:val>
                                        </p:tav>
                                      </p:tavLst>
                                    </p:anim>
                                    <p:anim calcmode="lin" valueType="num">
                                      <p:cBhvr>
                                        <p:cTn id="394" dur="1000" fill="hold"/>
                                        <p:tgtEl>
                                          <p:spTgt spid="217"/>
                                        </p:tgtEl>
                                        <p:attrNameLst>
                                          <p:attrName>ppt_y</p:attrName>
                                        </p:attrNameLst>
                                      </p:cBhvr>
                                      <p:tavLst>
                                        <p:tav tm="0">
                                          <p:val>
                                            <p:strVal val="#ppt_y+.1"/>
                                          </p:val>
                                        </p:tav>
                                        <p:tav tm="100000">
                                          <p:val>
                                            <p:strVal val="#ppt_y"/>
                                          </p:val>
                                        </p:tav>
                                      </p:tavLst>
                                    </p:anim>
                                  </p:childTnLst>
                                </p:cTn>
                              </p:par>
                              <p:par>
                                <p:cTn id="395" presetID="42" presetClass="entr" presetSubtype="0" fill="hold" nodeType="withEffect">
                                  <p:stCondLst>
                                    <p:cond delay="0"/>
                                  </p:stCondLst>
                                  <p:childTnLst>
                                    <p:set>
                                      <p:cBhvr>
                                        <p:cTn id="396" dur="1" fill="hold">
                                          <p:stCondLst>
                                            <p:cond delay="0"/>
                                          </p:stCondLst>
                                        </p:cTn>
                                        <p:tgtEl>
                                          <p:spTgt spid="218"/>
                                        </p:tgtEl>
                                        <p:attrNameLst>
                                          <p:attrName>style.visibility</p:attrName>
                                        </p:attrNameLst>
                                      </p:cBhvr>
                                      <p:to>
                                        <p:strVal val="visible"/>
                                      </p:to>
                                    </p:set>
                                    <p:animEffect transition="in" filter="fade">
                                      <p:cBhvr>
                                        <p:cTn id="397" dur="1000"/>
                                        <p:tgtEl>
                                          <p:spTgt spid="218"/>
                                        </p:tgtEl>
                                      </p:cBhvr>
                                    </p:animEffect>
                                    <p:anim calcmode="lin" valueType="num">
                                      <p:cBhvr>
                                        <p:cTn id="398" dur="1000" fill="hold"/>
                                        <p:tgtEl>
                                          <p:spTgt spid="218"/>
                                        </p:tgtEl>
                                        <p:attrNameLst>
                                          <p:attrName>ppt_x</p:attrName>
                                        </p:attrNameLst>
                                      </p:cBhvr>
                                      <p:tavLst>
                                        <p:tav tm="0">
                                          <p:val>
                                            <p:strVal val="#ppt_x"/>
                                          </p:val>
                                        </p:tav>
                                        <p:tav tm="100000">
                                          <p:val>
                                            <p:strVal val="#ppt_x"/>
                                          </p:val>
                                        </p:tav>
                                      </p:tavLst>
                                    </p:anim>
                                    <p:anim calcmode="lin" valueType="num">
                                      <p:cBhvr>
                                        <p:cTn id="399" dur="1000" fill="hold"/>
                                        <p:tgtEl>
                                          <p:spTgt spid="218"/>
                                        </p:tgtEl>
                                        <p:attrNameLst>
                                          <p:attrName>ppt_y</p:attrName>
                                        </p:attrNameLst>
                                      </p:cBhvr>
                                      <p:tavLst>
                                        <p:tav tm="0">
                                          <p:val>
                                            <p:strVal val="#ppt_y+.1"/>
                                          </p:val>
                                        </p:tav>
                                        <p:tav tm="100000">
                                          <p:val>
                                            <p:strVal val="#ppt_y"/>
                                          </p:val>
                                        </p:tav>
                                      </p:tavLst>
                                    </p:anim>
                                  </p:childTnLst>
                                </p:cTn>
                              </p:par>
                              <p:par>
                                <p:cTn id="400" presetID="42" presetClass="entr" presetSubtype="0" fill="hold" nodeType="withEffect">
                                  <p:stCondLst>
                                    <p:cond delay="0"/>
                                  </p:stCondLst>
                                  <p:childTnLst>
                                    <p:set>
                                      <p:cBhvr>
                                        <p:cTn id="401" dur="1" fill="hold">
                                          <p:stCondLst>
                                            <p:cond delay="0"/>
                                          </p:stCondLst>
                                        </p:cTn>
                                        <p:tgtEl>
                                          <p:spTgt spid="219"/>
                                        </p:tgtEl>
                                        <p:attrNameLst>
                                          <p:attrName>style.visibility</p:attrName>
                                        </p:attrNameLst>
                                      </p:cBhvr>
                                      <p:to>
                                        <p:strVal val="visible"/>
                                      </p:to>
                                    </p:set>
                                    <p:animEffect transition="in" filter="fade">
                                      <p:cBhvr>
                                        <p:cTn id="402" dur="1000"/>
                                        <p:tgtEl>
                                          <p:spTgt spid="219"/>
                                        </p:tgtEl>
                                      </p:cBhvr>
                                    </p:animEffect>
                                    <p:anim calcmode="lin" valueType="num">
                                      <p:cBhvr>
                                        <p:cTn id="403" dur="1000" fill="hold"/>
                                        <p:tgtEl>
                                          <p:spTgt spid="219"/>
                                        </p:tgtEl>
                                        <p:attrNameLst>
                                          <p:attrName>ppt_x</p:attrName>
                                        </p:attrNameLst>
                                      </p:cBhvr>
                                      <p:tavLst>
                                        <p:tav tm="0">
                                          <p:val>
                                            <p:strVal val="#ppt_x"/>
                                          </p:val>
                                        </p:tav>
                                        <p:tav tm="100000">
                                          <p:val>
                                            <p:strVal val="#ppt_x"/>
                                          </p:val>
                                        </p:tav>
                                      </p:tavLst>
                                    </p:anim>
                                    <p:anim calcmode="lin" valueType="num">
                                      <p:cBhvr>
                                        <p:cTn id="404" dur="1000" fill="hold"/>
                                        <p:tgtEl>
                                          <p:spTgt spid="219"/>
                                        </p:tgtEl>
                                        <p:attrNameLst>
                                          <p:attrName>ppt_y</p:attrName>
                                        </p:attrNameLst>
                                      </p:cBhvr>
                                      <p:tavLst>
                                        <p:tav tm="0">
                                          <p:val>
                                            <p:strVal val="#ppt_y+.1"/>
                                          </p:val>
                                        </p:tav>
                                        <p:tav tm="100000">
                                          <p:val>
                                            <p:strVal val="#ppt_y"/>
                                          </p:val>
                                        </p:tav>
                                      </p:tavLst>
                                    </p:anim>
                                  </p:childTnLst>
                                </p:cTn>
                              </p:par>
                              <p:par>
                                <p:cTn id="405" presetID="42" presetClass="entr" presetSubtype="0" fill="hold" nodeType="withEffect">
                                  <p:stCondLst>
                                    <p:cond delay="0"/>
                                  </p:stCondLst>
                                  <p:childTnLst>
                                    <p:set>
                                      <p:cBhvr>
                                        <p:cTn id="406" dur="1" fill="hold">
                                          <p:stCondLst>
                                            <p:cond delay="0"/>
                                          </p:stCondLst>
                                        </p:cTn>
                                        <p:tgtEl>
                                          <p:spTgt spid="223"/>
                                        </p:tgtEl>
                                        <p:attrNameLst>
                                          <p:attrName>style.visibility</p:attrName>
                                        </p:attrNameLst>
                                      </p:cBhvr>
                                      <p:to>
                                        <p:strVal val="visible"/>
                                      </p:to>
                                    </p:set>
                                    <p:animEffect transition="in" filter="fade">
                                      <p:cBhvr>
                                        <p:cTn id="407" dur="1000"/>
                                        <p:tgtEl>
                                          <p:spTgt spid="223"/>
                                        </p:tgtEl>
                                      </p:cBhvr>
                                    </p:animEffect>
                                    <p:anim calcmode="lin" valueType="num">
                                      <p:cBhvr>
                                        <p:cTn id="408" dur="1000" fill="hold"/>
                                        <p:tgtEl>
                                          <p:spTgt spid="223"/>
                                        </p:tgtEl>
                                        <p:attrNameLst>
                                          <p:attrName>ppt_x</p:attrName>
                                        </p:attrNameLst>
                                      </p:cBhvr>
                                      <p:tavLst>
                                        <p:tav tm="0">
                                          <p:val>
                                            <p:strVal val="#ppt_x"/>
                                          </p:val>
                                        </p:tav>
                                        <p:tav tm="100000">
                                          <p:val>
                                            <p:strVal val="#ppt_x"/>
                                          </p:val>
                                        </p:tav>
                                      </p:tavLst>
                                    </p:anim>
                                    <p:anim calcmode="lin" valueType="num">
                                      <p:cBhvr>
                                        <p:cTn id="409" dur="1000" fill="hold"/>
                                        <p:tgtEl>
                                          <p:spTgt spid="223"/>
                                        </p:tgtEl>
                                        <p:attrNameLst>
                                          <p:attrName>ppt_y</p:attrName>
                                        </p:attrNameLst>
                                      </p:cBhvr>
                                      <p:tavLst>
                                        <p:tav tm="0">
                                          <p:val>
                                            <p:strVal val="#ppt_y+.1"/>
                                          </p:val>
                                        </p:tav>
                                        <p:tav tm="100000">
                                          <p:val>
                                            <p:strVal val="#ppt_y"/>
                                          </p:val>
                                        </p:tav>
                                      </p:tavLst>
                                    </p:anim>
                                  </p:childTnLst>
                                </p:cTn>
                              </p:par>
                              <p:par>
                                <p:cTn id="410" presetID="42" presetClass="entr" presetSubtype="0" fill="hold" grpId="0" nodeType="withEffect">
                                  <p:stCondLst>
                                    <p:cond delay="0"/>
                                  </p:stCondLst>
                                  <p:childTnLst>
                                    <p:set>
                                      <p:cBhvr>
                                        <p:cTn id="411" dur="1" fill="hold">
                                          <p:stCondLst>
                                            <p:cond delay="0"/>
                                          </p:stCondLst>
                                        </p:cTn>
                                        <p:tgtEl>
                                          <p:spTgt spid="229"/>
                                        </p:tgtEl>
                                        <p:attrNameLst>
                                          <p:attrName>style.visibility</p:attrName>
                                        </p:attrNameLst>
                                      </p:cBhvr>
                                      <p:to>
                                        <p:strVal val="visible"/>
                                      </p:to>
                                    </p:set>
                                    <p:animEffect transition="in" filter="fade">
                                      <p:cBhvr>
                                        <p:cTn id="412" dur="1000"/>
                                        <p:tgtEl>
                                          <p:spTgt spid="229"/>
                                        </p:tgtEl>
                                      </p:cBhvr>
                                    </p:animEffect>
                                    <p:anim calcmode="lin" valueType="num">
                                      <p:cBhvr>
                                        <p:cTn id="413" dur="1000" fill="hold"/>
                                        <p:tgtEl>
                                          <p:spTgt spid="229"/>
                                        </p:tgtEl>
                                        <p:attrNameLst>
                                          <p:attrName>ppt_x</p:attrName>
                                        </p:attrNameLst>
                                      </p:cBhvr>
                                      <p:tavLst>
                                        <p:tav tm="0">
                                          <p:val>
                                            <p:strVal val="#ppt_x"/>
                                          </p:val>
                                        </p:tav>
                                        <p:tav tm="100000">
                                          <p:val>
                                            <p:strVal val="#ppt_x"/>
                                          </p:val>
                                        </p:tav>
                                      </p:tavLst>
                                    </p:anim>
                                    <p:anim calcmode="lin" valueType="num">
                                      <p:cBhvr>
                                        <p:cTn id="414" dur="1000" fill="hold"/>
                                        <p:tgtEl>
                                          <p:spTgt spid="229"/>
                                        </p:tgtEl>
                                        <p:attrNameLst>
                                          <p:attrName>ppt_y</p:attrName>
                                        </p:attrNameLst>
                                      </p:cBhvr>
                                      <p:tavLst>
                                        <p:tav tm="0">
                                          <p:val>
                                            <p:strVal val="#ppt_y+.1"/>
                                          </p:val>
                                        </p:tav>
                                        <p:tav tm="100000">
                                          <p:val>
                                            <p:strVal val="#ppt_y"/>
                                          </p:val>
                                        </p:tav>
                                      </p:tavLst>
                                    </p:anim>
                                  </p:childTnLst>
                                </p:cTn>
                              </p:par>
                              <p:par>
                                <p:cTn id="415" presetID="42" presetClass="entr" presetSubtype="0" fill="hold" nodeType="withEffect">
                                  <p:stCondLst>
                                    <p:cond delay="0"/>
                                  </p:stCondLst>
                                  <p:childTnLst>
                                    <p:set>
                                      <p:cBhvr>
                                        <p:cTn id="416" dur="1" fill="hold">
                                          <p:stCondLst>
                                            <p:cond delay="0"/>
                                          </p:stCondLst>
                                        </p:cTn>
                                        <p:tgtEl>
                                          <p:spTgt spid="230"/>
                                        </p:tgtEl>
                                        <p:attrNameLst>
                                          <p:attrName>style.visibility</p:attrName>
                                        </p:attrNameLst>
                                      </p:cBhvr>
                                      <p:to>
                                        <p:strVal val="visible"/>
                                      </p:to>
                                    </p:set>
                                    <p:animEffect transition="in" filter="fade">
                                      <p:cBhvr>
                                        <p:cTn id="417" dur="1000"/>
                                        <p:tgtEl>
                                          <p:spTgt spid="230"/>
                                        </p:tgtEl>
                                      </p:cBhvr>
                                    </p:animEffect>
                                    <p:anim calcmode="lin" valueType="num">
                                      <p:cBhvr>
                                        <p:cTn id="418" dur="1000" fill="hold"/>
                                        <p:tgtEl>
                                          <p:spTgt spid="230"/>
                                        </p:tgtEl>
                                        <p:attrNameLst>
                                          <p:attrName>ppt_x</p:attrName>
                                        </p:attrNameLst>
                                      </p:cBhvr>
                                      <p:tavLst>
                                        <p:tav tm="0">
                                          <p:val>
                                            <p:strVal val="#ppt_x"/>
                                          </p:val>
                                        </p:tav>
                                        <p:tav tm="100000">
                                          <p:val>
                                            <p:strVal val="#ppt_x"/>
                                          </p:val>
                                        </p:tav>
                                      </p:tavLst>
                                    </p:anim>
                                    <p:anim calcmode="lin" valueType="num">
                                      <p:cBhvr>
                                        <p:cTn id="419" dur="1000" fill="hold"/>
                                        <p:tgtEl>
                                          <p:spTgt spid="230"/>
                                        </p:tgtEl>
                                        <p:attrNameLst>
                                          <p:attrName>ppt_y</p:attrName>
                                        </p:attrNameLst>
                                      </p:cBhvr>
                                      <p:tavLst>
                                        <p:tav tm="0">
                                          <p:val>
                                            <p:strVal val="#ppt_y+.1"/>
                                          </p:val>
                                        </p:tav>
                                        <p:tav tm="100000">
                                          <p:val>
                                            <p:strVal val="#ppt_y"/>
                                          </p:val>
                                        </p:tav>
                                      </p:tavLst>
                                    </p:anim>
                                  </p:childTnLst>
                                </p:cTn>
                              </p:par>
                              <p:par>
                                <p:cTn id="420" presetID="42" presetClass="entr" presetSubtype="0" fill="hold" nodeType="withEffect">
                                  <p:stCondLst>
                                    <p:cond delay="0"/>
                                  </p:stCondLst>
                                  <p:childTnLst>
                                    <p:set>
                                      <p:cBhvr>
                                        <p:cTn id="421" dur="1" fill="hold">
                                          <p:stCondLst>
                                            <p:cond delay="0"/>
                                          </p:stCondLst>
                                        </p:cTn>
                                        <p:tgtEl>
                                          <p:spTgt spid="233"/>
                                        </p:tgtEl>
                                        <p:attrNameLst>
                                          <p:attrName>style.visibility</p:attrName>
                                        </p:attrNameLst>
                                      </p:cBhvr>
                                      <p:to>
                                        <p:strVal val="visible"/>
                                      </p:to>
                                    </p:set>
                                    <p:animEffect transition="in" filter="fade">
                                      <p:cBhvr>
                                        <p:cTn id="422" dur="1000"/>
                                        <p:tgtEl>
                                          <p:spTgt spid="233"/>
                                        </p:tgtEl>
                                      </p:cBhvr>
                                    </p:animEffect>
                                    <p:anim calcmode="lin" valueType="num">
                                      <p:cBhvr>
                                        <p:cTn id="423" dur="1000" fill="hold"/>
                                        <p:tgtEl>
                                          <p:spTgt spid="233"/>
                                        </p:tgtEl>
                                        <p:attrNameLst>
                                          <p:attrName>ppt_x</p:attrName>
                                        </p:attrNameLst>
                                      </p:cBhvr>
                                      <p:tavLst>
                                        <p:tav tm="0">
                                          <p:val>
                                            <p:strVal val="#ppt_x"/>
                                          </p:val>
                                        </p:tav>
                                        <p:tav tm="100000">
                                          <p:val>
                                            <p:strVal val="#ppt_x"/>
                                          </p:val>
                                        </p:tav>
                                      </p:tavLst>
                                    </p:anim>
                                    <p:anim calcmode="lin" valueType="num">
                                      <p:cBhvr>
                                        <p:cTn id="424" dur="1000" fill="hold"/>
                                        <p:tgtEl>
                                          <p:spTgt spid="233"/>
                                        </p:tgtEl>
                                        <p:attrNameLst>
                                          <p:attrName>ppt_y</p:attrName>
                                        </p:attrNameLst>
                                      </p:cBhvr>
                                      <p:tavLst>
                                        <p:tav tm="0">
                                          <p:val>
                                            <p:strVal val="#ppt_y+.1"/>
                                          </p:val>
                                        </p:tav>
                                        <p:tav tm="100000">
                                          <p:val>
                                            <p:strVal val="#ppt_y"/>
                                          </p:val>
                                        </p:tav>
                                      </p:tavLst>
                                    </p:anim>
                                  </p:childTnLst>
                                </p:cTn>
                              </p:par>
                              <p:par>
                                <p:cTn id="425" presetID="42" presetClass="entr" presetSubtype="0" fill="hold" nodeType="withEffect">
                                  <p:stCondLst>
                                    <p:cond delay="0"/>
                                  </p:stCondLst>
                                  <p:childTnLst>
                                    <p:set>
                                      <p:cBhvr>
                                        <p:cTn id="426" dur="1" fill="hold">
                                          <p:stCondLst>
                                            <p:cond delay="0"/>
                                          </p:stCondLst>
                                        </p:cTn>
                                        <p:tgtEl>
                                          <p:spTgt spid="236"/>
                                        </p:tgtEl>
                                        <p:attrNameLst>
                                          <p:attrName>style.visibility</p:attrName>
                                        </p:attrNameLst>
                                      </p:cBhvr>
                                      <p:to>
                                        <p:strVal val="visible"/>
                                      </p:to>
                                    </p:set>
                                    <p:animEffect transition="in" filter="fade">
                                      <p:cBhvr>
                                        <p:cTn id="427" dur="1000"/>
                                        <p:tgtEl>
                                          <p:spTgt spid="236"/>
                                        </p:tgtEl>
                                      </p:cBhvr>
                                    </p:animEffect>
                                    <p:anim calcmode="lin" valueType="num">
                                      <p:cBhvr>
                                        <p:cTn id="428" dur="1000" fill="hold"/>
                                        <p:tgtEl>
                                          <p:spTgt spid="236"/>
                                        </p:tgtEl>
                                        <p:attrNameLst>
                                          <p:attrName>ppt_x</p:attrName>
                                        </p:attrNameLst>
                                      </p:cBhvr>
                                      <p:tavLst>
                                        <p:tav tm="0">
                                          <p:val>
                                            <p:strVal val="#ppt_x"/>
                                          </p:val>
                                        </p:tav>
                                        <p:tav tm="100000">
                                          <p:val>
                                            <p:strVal val="#ppt_x"/>
                                          </p:val>
                                        </p:tav>
                                      </p:tavLst>
                                    </p:anim>
                                    <p:anim calcmode="lin" valueType="num">
                                      <p:cBhvr>
                                        <p:cTn id="429" dur="1000" fill="hold"/>
                                        <p:tgtEl>
                                          <p:spTgt spid="236"/>
                                        </p:tgtEl>
                                        <p:attrNameLst>
                                          <p:attrName>ppt_y</p:attrName>
                                        </p:attrNameLst>
                                      </p:cBhvr>
                                      <p:tavLst>
                                        <p:tav tm="0">
                                          <p:val>
                                            <p:strVal val="#ppt_y+.1"/>
                                          </p:val>
                                        </p:tav>
                                        <p:tav tm="100000">
                                          <p:val>
                                            <p:strVal val="#ppt_y"/>
                                          </p:val>
                                        </p:tav>
                                      </p:tavLst>
                                    </p:anim>
                                  </p:childTnLst>
                                </p:cTn>
                              </p:par>
                              <p:par>
                                <p:cTn id="430" presetID="42" presetClass="entr" presetSubtype="0" fill="hold" grpId="0" nodeType="withEffect">
                                  <p:stCondLst>
                                    <p:cond delay="0"/>
                                  </p:stCondLst>
                                  <p:childTnLst>
                                    <p:set>
                                      <p:cBhvr>
                                        <p:cTn id="431" dur="1" fill="hold">
                                          <p:stCondLst>
                                            <p:cond delay="0"/>
                                          </p:stCondLst>
                                        </p:cTn>
                                        <p:tgtEl>
                                          <p:spTgt spid="239"/>
                                        </p:tgtEl>
                                        <p:attrNameLst>
                                          <p:attrName>style.visibility</p:attrName>
                                        </p:attrNameLst>
                                      </p:cBhvr>
                                      <p:to>
                                        <p:strVal val="visible"/>
                                      </p:to>
                                    </p:set>
                                    <p:animEffect transition="in" filter="fade">
                                      <p:cBhvr>
                                        <p:cTn id="432" dur="1000"/>
                                        <p:tgtEl>
                                          <p:spTgt spid="239"/>
                                        </p:tgtEl>
                                      </p:cBhvr>
                                    </p:animEffect>
                                    <p:anim calcmode="lin" valueType="num">
                                      <p:cBhvr>
                                        <p:cTn id="433" dur="1000" fill="hold"/>
                                        <p:tgtEl>
                                          <p:spTgt spid="239"/>
                                        </p:tgtEl>
                                        <p:attrNameLst>
                                          <p:attrName>ppt_x</p:attrName>
                                        </p:attrNameLst>
                                      </p:cBhvr>
                                      <p:tavLst>
                                        <p:tav tm="0">
                                          <p:val>
                                            <p:strVal val="#ppt_x"/>
                                          </p:val>
                                        </p:tav>
                                        <p:tav tm="100000">
                                          <p:val>
                                            <p:strVal val="#ppt_x"/>
                                          </p:val>
                                        </p:tav>
                                      </p:tavLst>
                                    </p:anim>
                                    <p:anim calcmode="lin" valueType="num">
                                      <p:cBhvr>
                                        <p:cTn id="434" dur="1000" fill="hold"/>
                                        <p:tgtEl>
                                          <p:spTgt spid="239"/>
                                        </p:tgtEl>
                                        <p:attrNameLst>
                                          <p:attrName>ppt_y</p:attrName>
                                        </p:attrNameLst>
                                      </p:cBhvr>
                                      <p:tavLst>
                                        <p:tav tm="0">
                                          <p:val>
                                            <p:strVal val="#ppt_y+.1"/>
                                          </p:val>
                                        </p:tav>
                                        <p:tav tm="100000">
                                          <p:val>
                                            <p:strVal val="#ppt_y"/>
                                          </p:val>
                                        </p:tav>
                                      </p:tavLst>
                                    </p:anim>
                                  </p:childTnLst>
                                </p:cTn>
                              </p:par>
                              <p:par>
                                <p:cTn id="435" presetID="42" presetClass="entr" presetSubtype="0" fill="hold" grpId="0" nodeType="withEffect">
                                  <p:stCondLst>
                                    <p:cond delay="0"/>
                                  </p:stCondLst>
                                  <p:childTnLst>
                                    <p:set>
                                      <p:cBhvr>
                                        <p:cTn id="436" dur="1" fill="hold">
                                          <p:stCondLst>
                                            <p:cond delay="0"/>
                                          </p:stCondLst>
                                        </p:cTn>
                                        <p:tgtEl>
                                          <p:spTgt spid="240"/>
                                        </p:tgtEl>
                                        <p:attrNameLst>
                                          <p:attrName>style.visibility</p:attrName>
                                        </p:attrNameLst>
                                      </p:cBhvr>
                                      <p:to>
                                        <p:strVal val="visible"/>
                                      </p:to>
                                    </p:set>
                                    <p:animEffect transition="in" filter="fade">
                                      <p:cBhvr>
                                        <p:cTn id="437" dur="1000"/>
                                        <p:tgtEl>
                                          <p:spTgt spid="240"/>
                                        </p:tgtEl>
                                      </p:cBhvr>
                                    </p:animEffect>
                                    <p:anim calcmode="lin" valueType="num">
                                      <p:cBhvr>
                                        <p:cTn id="438" dur="1000" fill="hold"/>
                                        <p:tgtEl>
                                          <p:spTgt spid="240"/>
                                        </p:tgtEl>
                                        <p:attrNameLst>
                                          <p:attrName>ppt_x</p:attrName>
                                        </p:attrNameLst>
                                      </p:cBhvr>
                                      <p:tavLst>
                                        <p:tav tm="0">
                                          <p:val>
                                            <p:strVal val="#ppt_x"/>
                                          </p:val>
                                        </p:tav>
                                        <p:tav tm="100000">
                                          <p:val>
                                            <p:strVal val="#ppt_x"/>
                                          </p:val>
                                        </p:tav>
                                      </p:tavLst>
                                    </p:anim>
                                    <p:anim calcmode="lin" valueType="num">
                                      <p:cBhvr>
                                        <p:cTn id="439" dur="1000" fill="hold"/>
                                        <p:tgtEl>
                                          <p:spTgt spid="240"/>
                                        </p:tgtEl>
                                        <p:attrNameLst>
                                          <p:attrName>ppt_y</p:attrName>
                                        </p:attrNameLst>
                                      </p:cBhvr>
                                      <p:tavLst>
                                        <p:tav tm="0">
                                          <p:val>
                                            <p:strVal val="#ppt_y+.1"/>
                                          </p:val>
                                        </p:tav>
                                        <p:tav tm="100000">
                                          <p:val>
                                            <p:strVal val="#ppt_y"/>
                                          </p:val>
                                        </p:tav>
                                      </p:tavLst>
                                    </p:anim>
                                  </p:childTnLst>
                                </p:cTn>
                              </p:par>
                              <p:par>
                                <p:cTn id="440" presetID="42" presetClass="entr" presetSubtype="0" fill="hold" nodeType="withEffect">
                                  <p:stCondLst>
                                    <p:cond delay="0"/>
                                  </p:stCondLst>
                                  <p:childTnLst>
                                    <p:set>
                                      <p:cBhvr>
                                        <p:cTn id="441" dur="1" fill="hold">
                                          <p:stCondLst>
                                            <p:cond delay="0"/>
                                          </p:stCondLst>
                                        </p:cTn>
                                        <p:tgtEl>
                                          <p:spTgt spid="241"/>
                                        </p:tgtEl>
                                        <p:attrNameLst>
                                          <p:attrName>style.visibility</p:attrName>
                                        </p:attrNameLst>
                                      </p:cBhvr>
                                      <p:to>
                                        <p:strVal val="visible"/>
                                      </p:to>
                                    </p:set>
                                    <p:animEffect transition="in" filter="fade">
                                      <p:cBhvr>
                                        <p:cTn id="442" dur="1000"/>
                                        <p:tgtEl>
                                          <p:spTgt spid="241"/>
                                        </p:tgtEl>
                                      </p:cBhvr>
                                    </p:animEffect>
                                    <p:anim calcmode="lin" valueType="num">
                                      <p:cBhvr>
                                        <p:cTn id="443" dur="1000" fill="hold"/>
                                        <p:tgtEl>
                                          <p:spTgt spid="241"/>
                                        </p:tgtEl>
                                        <p:attrNameLst>
                                          <p:attrName>ppt_x</p:attrName>
                                        </p:attrNameLst>
                                      </p:cBhvr>
                                      <p:tavLst>
                                        <p:tav tm="0">
                                          <p:val>
                                            <p:strVal val="#ppt_x"/>
                                          </p:val>
                                        </p:tav>
                                        <p:tav tm="100000">
                                          <p:val>
                                            <p:strVal val="#ppt_x"/>
                                          </p:val>
                                        </p:tav>
                                      </p:tavLst>
                                    </p:anim>
                                    <p:anim calcmode="lin" valueType="num">
                                      <p:cBhvr>
                                        <p:cTn id="444" dur="1000" fill="hold"/>
                                        <p:tgtEl>
                                          <p:spTgt spid="241"/>
                                        </p:tgtEl>
                                        <p:attrNameLst>
                                          <p:attrName>ppt_y</p:attrName>
                                        </p:attrNameLst>
                                      </p:cBhvr>
                                      <p:tavLst>
                                        <p:tav tm="0">
                                          <p:val>
                                            <p:strVal val="#ppt_y+.1"/>
                                          </p:val>
                                        </p:tav>
                                        <p:tav tm="100000">
                                          <p:val>
                                            <p:strVal val="#ppt_y"/>
                                          </p:val>
                                        </p:tav>
                                      </p:tavLst>
                                    </p:anim>
                                  </p:childTnLst>
                                </p:cTn>
                              </p:par>
                              <p:par>
                                <p:cTn id="445" presetID="42" presetClass="entr" presetSubtype="0" fill="hold" grpId="0" nodeType="withEffect">
                                  <p:stCondLst>
                                    <p:cond delay="0"/>
                                  </p:stCondLst>
                                  <p:childTnLst>
                                    <p:set>
                                      <p:cBhvr>
                                        <p:cTn id="446" dur="1" fill="hold">
                                          <p:stCondLst>
                                            <p:cond delay="0"/>
                                          </p:stCondLst>
                                        </p:cTn>
                                        <p:tgtEl>
                                          <p:spTgt spid="245"/>
                                        </p:tgtEl>
                                        <p:attrNameLst>
                                          <p:attrName>style.visibility</p:attrName>
                                        </p:attrNameLst>
                                      </p:cBhvr>
                                      <p:to>
                                        <p:strVal val="visible"/>
                                      </p:to>
                                    </p:set>
                                    <p:animEffect transition="in" filter="fade">
                                      <p:cBhvr>
                                        <p:cTn id="447" dur="1000"/>
                                        <p:tgtEl>
                                          <p:spTgt spid="245"/>
                                        </p:tgtEl>
                                      </p:cBhvr>
                                    </p:animEffect>
                                    <p:anim calcmode="lin" valueType="num">
                                      <p:cBhvr>
                                        <p:cTn id="448" dur="1000" fill="hold"/>
                                        <p:tgtEl>
                                          <p:spTgt spid="245"/>
                                        </p:tgtEl>
                                        <p:attrNameLst>
                                          <p:attrName>ppt_x</p:attrName>
                                        </p:attrNameLst>
                                      </p:cBhvr>
                                      <p:tavLst>
                                        <p:tav tm="0">
                                          <p:val>
                                            <p:strVal val="#ppt_x"/>
                                          </p:val>
                                        </p:tav>
                                        <p:tav tm="100000">
                                          <p:val>
                                            <p:strVal val="#ppt_x"/>
                                          </p:val>
                                        </p:tav>
                                      </p:tavLst>
                                    </p:anim>
                                    <p:anim calcmode="lin" valueType="num">
                                      <p:cBhvr>
                                        <p:cTn id="449" dur="1000" fill="hold"/>
                                        <p:tgtEl>
                                          <p:spTgt spid="245"/>
                                        </p:tgtEl>
                                        <p:attrNameLst>
                                          <p:attrName>ppt_y</p:attrName>
                                        </p:attrNameLst>
                                      </p:cBhvr>
                                      <p:tavLst>
                                        <p:tav tm="0">
                                          <p:val>
                                            <p:strVal val="#ppt_y+.1"/>
                                          </p:val>
                                        </p:tav>
                                        <p:tav tm="100000">
                                          <p:val>
                                            <p:strVal val="#ppt_y"/>
                                          </p:val>
                                        </p:tav>
                                      </p:tavLst>
                                    </p:anim>
                                  </p:childTnLst>
                                </p:cTn>
                              </p:par>
                              <p:par>
                                <p:cTn id="450" presetID="42" presetClass="entr" presetSubtype="0" fill="hold" grpId="0" nodeType="withEffect">
                                  <p:stCondLst>
                                    <p:cond delay="0"/>
                                  </p:stCondLst>
                                  <p:childTnLst>
                                    <p:set>
                                      <p:cBhvr>
                                        <p:cTn id="451" dur="1" fill="hold">
                                          <p:stCondLst>
                                            <p:cond delay="0"/>
                                          </p:stCondLst>
                                        </p:cTn>
                                        <p:tgtEl>
                                          <p:spTgt spid="246"/>
                                        </p:tgtEl>
                                        <p:attrNameLst>
                                          <p:attrName>style.visibility</p:attrName>
                                        </p:attrNameLst>
                                      </p:cBhvr>
                                      <p:to>
                                        <p:strVal val="visible"/>
                                      </p:to>
                                    </p:set>
                                    <p:animEffect transition="in" filter="fade">
                                      <p:cBhvr>
                                        <p:cTn id="452" dur="1000"/>
                                        <p:tgtEl>
                                          <p:spTgt spid="246"/>
                                        </p:tgtEl>
                                      </p:cBhvr>
                                    </p:animEffect>
                                    <p:anim calcmode="lin" valueType="num">
                                      <p:cBhvr>
                                        <p:cTn id="453" dur="1000" fill="hold"/>
                                        <p:tgtEl>
                                          <p:spTgt spid="246"/>
                                        </p:tgtEl>
                                        <p:attrNameLst>
                                          <p:attrName>ppt_x</p:attrName>
                                        </p:attrNameLst>
                                      </p:cBhvr>
                                      <p:tavLst>
                                        <p:tav tm="0">
                                          <p:val>
                                            <p:strVal val="#ppt_x"/>
                                          </p:val>
                                        </p:tav>
                                        <p:tav tm="100000">
                                          <p:val>
                                            <p:strVal val="#ppt_x"/>
                                          </p:val>
                                        </p:tav>
                                      </p:tavLst>
                                    </p:anim>
                                    <p:anim calcmode="lin" valueType="num">
                                      <p:cBhvr>
                                        <p:cTn id="454" dur="1000" fill="hold"/>
                                        <p:tgtEl>
                                          <p:spTgt spid="246"/>
                                        </p:tgtEl>
                                        <p:attrNameLst>
                                          <p:attrName>ppt_y</p:attrName>
                                        </p:attrNameLst>
                                      </p:cBhvr>
                                      <p:tavLst>
                                        <p:tav tm="0">
                                          <p:val>
                                            <p:strVal val="#ppt_y+.1"/>
                                          </p:val>
                                        </p:tav>
                                        <p:tav tm="100000">
                                          <p:val>
                                            <p:strVal val="#ppt_y"/>
                                          </p:val>
                                        </p:tav>
                                      </p:tavLst>
                                    </p:anim>
                                  </p:childTnLst>
                                </p:cTn>
                              </p:par>
                              <p:par>
                                <p:cTn id="455" presetID="42" presetClass="entr" presetSubtype="0" fill="hold" nodeType="withEffect">
                                  <p:stCondLst>
                                    <p:cond delay="0"/>
                                  </p:stCondLst>
                                  <p:childTnLst>
                                    <p:set>
                                      <p:cBhvr>
                                        <p:cTn id="456" dur="1" fill="hold">
                                          <p:stCondLst>
                                            <p:cond delay="0"/>
                                          </p:stCondLst>
                                        </p:cTn>
                                        <p:tgtEl>
                                          <p:spTgt spid="247"/>
                                        </p:tgtEl>
                                        <p:attrNameLst>
                                          <p:attrName>style.visibility</p:attrName>
                                        </p:attrNameLst>
                                      </p:cBhvr>
                                      <p:to>
                                        <p:strVal val="visible"/>
                                      </p:to>
                                    </p:set>
                                    <p:animEffect transition="in" filter="fade">
                                      <p:cBhvr>
                                        <p:cTn id="457" dur="1000"/>
                                        <p:tgtEl>
                                          <p:spTgt spid="247"/>
                                        </p:tgtEl>
                                      </p:cBhvr>
                                    </p:animEffect>
                                    <p:anim calcmode="lin" valueType="num">
                                      <p:cBhvr>
                                        <p:cTn id="458" dur="1000" fill="hold"/>
                                        <p:tgtEl>
                                          <p:spTgt spid="247"/>
                                        </p:tgtEl>
                                        <p:attrNameLst>
                                          <p:attrName>ppt_x</p:attrName>
                                        </p:attrNameLst>
                                      </p:cBhvr>
                                      <p:tavLst>
                                        <p:tav tm="0">
                                          <p:val>
                                            <p:strVal val="#ppt_x"/>
                                          </p:val>
                                        </p:tav>
                                        <p:tav tm="100000">
                                          <p:val>
                                            <p:strVal val="#ppt_x"/>
                                          </p:val>
                                        </p:tav>
                                      </p:tavLst>
                                    </p:anim>
                                    <p:anim calcmode="lin" valueType="num">
                                      <p:cBhvr>
                                        <p:cTn id="459" dur="1000" fill="hold"/>
                                        <p:tgtEl>
                                          <p:spTgt spid="247"/>
                                        </p:tgtEl>
                                        <p:attrNameLst>
                                          <p:attrName>ppt_y</p:attrName>
                                        </p:attrNameLst>
                                      </p:cBhvr>
                                      <p:tavLst>
                                        <p:tav tm="0">
                                          <p:val>
                                            <p:strVal val="#ppt_y+.1"/>
                                          </p:val>
                                        </p:tav>
                                        <p:tav tm="100000">
                                          <p:val>
                                            <p:strVal val="#ppt_y"/>
                                          </p:val>
                                        </p:tav>
                                      </p:tavLst>
                                    </p:anim>
                                  </p:childTnLst>
                                </p:cTn>
                              </p:par>
                              <p:par>
                                <p:cTn id="460" presetID="42" presetClass="entr" presetSubtype="0" fill="hold" grpId="0" nodeType="withEffect">
                                  <p:stCondLst>
                                    <p:cond delay="0"/>
                                  </p:stCondLst>
                                  <p:childTnLst>
                                    <p:set>
                                      <p:cBhvr>
                                        <p:cTn id="461" dur="1" fill="hold">
                                          <p:stCondLst>
                                            <p:cond delay="0"/>
                                          </p:stCondLst>
                                        </p:cTn>
                                        <p:tgtEl>
                                          <p:spTgt spid="253"/>
                                        </p:tgtEl>
                                        <p:attrNameLst>
                                          <p:attrName>style.visibility</p:attrName>
                                        </p:attrNameLst>
                                      </p:cBhvr>
                                      <p:to>
                                        <p:strVal val="visible"/>
                                      </p:to>
                                    </p:set>
                                    <p:animEffect transition="in" filter="fade">
                                      <p:cBhvr>
                                        <p:cTn id="462" dur="1000"/>
                                        <p:tgtEl>
                                          <p:spTgt spid="253"/>
                                        </p:tgtEl>
                                      </p:cBhvr>
                                    </p:animEffect>
                                    <p:anim calcmode="lin" valueType="num">
                                      <p:cBhvr>
                                        <p:cTn id="463" dur="1000" fill="hold"/>
                                        <p:tgtEl>
                                          <p:spTgt spid="253"/>
                                        </p:tgtEl>
                                        <p:attrNameLst>
                                          <p:attrName>ppt_x</p:attrName>
                                        </p:attrNameLst>
                                      </p:cBhvr>
                                      <p:tavLst>
                                        <p:tav tm="0">
                                          <p:val>
                                            <p:strVal val="#ppt_x"/>
                                          </p:val>
                                        </p:tav>
                                        <p:tav tm="100000">
                                          <p:val>
                                            <p:strVal val="#ppt_x"/>
                                          </p:val>
                                        </p:tav>
                                      </p:tavLst>
                                    </p:anim>
                                    <p:anim calcmode="lin" valueType="num">
                                      <p:cBhvr>
                                        <p:cTn id="464" dur="1000" fill="hold"/>
                                        <p:tgtEl>
                                          <p:spTgt spid="253"/>
                                        </p:tgtEl>
                                        <p:attrNameLst>
                                          <p:attrName>ppt_y</p:attrName>
                                        </p:attrNameLst>
                                      </p:cBhvr>
                                      <p:tavLst>
                                        <p:tav tm="0">
                                          <p:val>
                                            <p:strVal val="#ppt_y+.1"/>
                                          </p:val>
                                        </p:tav>
                                        <p:tav tm="100000">
                                          <p:val>
                                            <p:strVal val="#ppt_y"/>
                                          </p:val>
                                        </p:tav>
                                      </p:tavLst>
                                    </p:anim>
                                  </p:childTnLst>
                                </p:cTn>
                              </p:par>
                              <p:par>
                                <p:cTn id="465" presetID="42" presetClass="entr" presetSubtype="0" fill="hold" nodeType="withEffect">
                                  <p:stCondLst>
                                    <p:cond delay="0"/>
                                  </p:stCondLst>
                                  <p:childTnLst>
                                    <p:set>
                                      <p:cBhvr>
                                        <p:cTn id="466" dur="1" fill="hold">
                                          <p:stCondLst>
                                            <p:cond delay="0"/>
                                          </p:stCondLst>
                                        </p:cTn>
                                        <p:tgtEl>
                                          <p:spTgt spid="254"/>
                                        </p:tgtEl>
                                        <p:attrNameLst>
                                          <p:attrName>style.visibility</p:attrName>
                                        </p:attrNameLst>
                                      </p:cBhvr>
                                      <p:to>
                                        <p:strVal val="visible"/>
                                      </p:to>
                                    </p:set>
                                    <p:animEffect transition="in" filter="fade">
                                      <p:cBhvr>
                                        <p:cTn id="467" dur="1000"/>
                                        <p:tgtEl>
                                          <p:spTgt spid="254"/>
                                        </p:tgtEl>
                                      </p:cBhvr>
                                    </p:animEffect>
                                    <p:anim calcmode="lin" valueType="num">
                                      <p:cBhvr>
                                        <p:cTn id="468" dur="1000" fill="hold"/>
                                        <p:tgtEl>
                                          <p:spTgt spid="254"/>
                                        </p:tgtEl>
                                        <p:attrNameLst>
                                          <p:attrName>ppt_x</p:attrName>
                                        </p:attrNameLst>
                                      </p:cBhvr>
                                      <p:tavLst>
                                        <p:tav tm="0">
                                          <p:val>
                                            <p:strVal val="#ppt_x"/>
                                          </p:val>
                                        </p:tav>
                                        <p:tav tm="100000">
                                          <p:val>
                                            <p:strVal val="#ppt_x"/>
                                          </p:val>
                                        </p:tav>
                                      </p:tavLst>
                                    </p:anim>
                                    <p:anim calcmode="lin" valueType="num">
                                      <p:cBhvr>
                                        <p:cTn id="469" dur="1000" fill="hold"/>
                                        <p:tgtEl>
                                          <p:spTgt spid="254"/>
                                        </p:tgtEl>
                                        <p:attrNameLst>
                                          <p:attrName>ppt_y</p:attrName>
                                        </p:attrNameLst>
                                      </p:cBhvr>
                                      <p:tavLst>
                                        <p:tav tm="0">
                                          <p:val>
                                            <p:strVal val="#ppt_y+.1"/>
                                          </p:val>
                                        </p:tav>
                                        <p:tav tm="100000">
                                          <p:val>
                                            <p:strVal val="#ppt_y"/>
                                          </p:val>
                                        </p:tav>
                                      </p:tavLst>
                                    </p:anim>
                                  </p:childTnLst>
                                </p:cTn>
                              </p:par>
                              <p:par>
                                <p:cTn id="470" presetID="42" presetClass="entr" presetSubtype="0" fill="hold" nodeType="withEffect">
                                  <p:stCondLst>
                                    <p:cond delay="0"/>
                                  </p:stCondLst>
                                  <p:childTnLst>
                                    <p:set>
                                      <p:cBhvr>
                                        <p:cTn id="471" dur="1" fill="hold">
                                          <p:stCondLst>
                                            <p:cond delay="0"/>
                                          </p:stCondLst>
                                        </p:cTn>
                                        <p:tgtEl>
                                          <p:spTgt spid="257"/>
                                        </p:tgtEl>
                                        <p:attrNameLst>
                                          <p:attrName>style.visibility</p:attrName>
                                        </p:attrNameLst>
                                      </p:cBhvr>
                                      <p:to>
                                        <p:strVal val="visible"/>
                                      </p:to>
                                    </p:set>
                                    <p:animEffect transition="in" filter="fade">
                                      <p:cBhvr>
                                        <p:cTn id="472" dur="1000"/>
                                        <p:tgtEl>
                                          <p:spTgt spid="257"/>
                                        </p:tgtEl>
                                      </p:cBhvr>
                                    </p:animEffect>
                                    <p:anim calcmode="lin" valueType="num">
                                      <p:cBhvr>
                                        <p:cTn id="473" dur="1000" fill="hold"/>
                                        <p:tgtEl>
                                          <p:spTgt spid="257"/>
                                        </p:tgtEl>
                                        <p:attrNameLst>
                                          <p:attrName>ppt_x</p:attrName>
                                        </p:attrNameLst>
                                      </p:cBhvr>
                                      <p:tavLst>
                                        <p:tav tm="0">
                                          <p:val>
                                            <p:strVal val="#ppt_x"/>
                                          </p:val>
                                        </p:tav>
                                        <p:tav tm="100000">
                                          <p:val>
                                            <p:strVal val="#ppt_x"/>
                                          </p:val>
                                        </p:tav>
                                      </p:tavLst>
                                    </p:anim>
                                    <p:anim calcmode="lin" valueType="num">
                                      <p:cBhvr>
                                        <p:cTn id="474" dur="1000" fill="hold"/>
                                        <p:tgtEl>
                                          <p:spTgt spid="257"/>
                                        </p:tgtEl>
                                        <p:attrNameLst>
                                          <p:attrName>ppt_y</p:attrName>
                                        </p:attrNameLst>
                                      </p:cBhvr>
                                      <p:tavLst>
                                        <p:tav tm="0">
                                          <p:val>
                                            <p:strVal val="#ppt_y+.1"/>
                                          </p:val>
                                        </p:tav>
                                        <p:tav tm="100000">
                                          <p:val>
                                            <p:strVal val="#ppt_y"/>
                                          </p:val>
                                        </p:tav>
                                      </p:tavLst>
                                    </p:anim>
                                  </p:childTnLst>
                                </p:cTn>
                              </p:par>
                              <p:par>
                                <p:cTn id="475" presetID="42" presetClass="entr" presetSubtype="0" fill="hold" nodeType="withEffect">
                                  <p:stCondLst>
                                    <p:cond delay="0"/>
                                  </p:stCondLst>
                                  <p:childTnLst>
                                    <p:set>
                                      <p:cBhvr>
                                        <p:cTn id="476" dur="1" fill="hold">
                                          <p:stCondLst>
                                            <p:cond delay="0"/>
                                          </p:stCondLst>
                                        </p:cTn>
                                        <p:tgtEl>
                                          <p:spTgt spid="260"/>
                                        </p:tgtEl>
                                        <p:attrNameLst>
                                          <p:attrName>style.visibility</p:attrName>
                                        </p:attrNameLst>
                                      </p:cBhvr>
                                      <p:to>
                                        <p:strVal val="visible"/>
                                      </p:to>
                                    </p:set>
                                    <p:animEffect transition="in" filter="fade">
                                      <p:cBhvr>
                                        <p:cTn id="477" dur="1000"/>
                                        <p:tgtEl>
                                          <p:spTgt spid="260"/>
                                        </p:tgtEl>
                                      </p:cBhvr>
                                    </p:animEffect>
                                    <p:anim calcmode="lin" valueType="num">
                                      <p:cBhvr>
                                        <p:cTn id="478" dur="1000" fill="hold"/>
                                        <p:tgtEl>
                                          <p:spTgt spid="260"/>
                                        </p:tgtEl>
                                        <p:attrNameLst>
                                          <p:attrName>ppt_x</p:attrName>
                                        </p:attrNameLst>
                                      </p:cBhvr>
                                      <p:tavLst>
                                        <p:tav tm="0">
                                          <p:val>
                                            <p:strVal val="#ppt_x"/>
                                          </p:val>
                                        </p:tav>
                                        <p:tav tm="100000">
                                          <p:val>
                                            <p:strVal val="#ppt_x"/>
                                          </p:val>
                                        </p:tav>
                                      </p:tavLst>
                                    </p:anim>
                                    <p:anim calcmode="lin" valueType="num">
                                      <p:cBhvr>
                                        <p:cTn id="479" dur="1000" fill="hold"/>
                                        <p:tgtEl>
                                          <p:spTgt spid="260"/>
                                        </p:tgtEl>
                                        <p:attrNameLst>
                                          <p:attrName>ppt_y</p:attrName>
                                        </p:attrNameLst>
                                      </p:cBhvr>
                                      <p:tavLst>
                                        <p:tav tm="0">
                                          <p:val>
                                            <p:strVal val="#ppt_y+.1"/>
                                          </p:val>
                                        </p:tav>
                                        <p:tav tm="100000">
                                          <p:val>
                                            <p:strVal val="#ppt_y"/>
                                          </p:val>
                                        </p:tav>
                                      </p:tavLst>
                                    </p:anim>
                                  </p:childTnLst>
                                </p:cTn>
                              </p:par>
                              <p:par>
                                <p:cTn id="480" presetID="42" presetClass="entr" presetSubtype="0" fill="hold" grpId="0" nodeType="withEffect">
                                  <p:stCondLst>
                                    <p:cond delay="0"/>
                                  </p:stCondLst>
                                  <p:childTnLst>
                                    <p:set>
                                      <p:cBhvr>
                                        <p:cTn id="481" dur="1" fill="hold">
                                          <p:stCondLst>
                                            <p:cond delay="0"/>
                                          </p:stCondLst>
                                        </p:cTn>
                                        <p:tgtEl>
                                          <p:spTgt spid="263"/>
                                        </p:tgtEl>
                                        <p:attrNameLst>
                                          <p:attrName>style.visibility</p:attrName>
                                        </p:attrNameLst>
                                      </p:cBhvr>
                                      <p:to>
                                        <p:strVal val="visible"/>
                                      </p:to>
                                    </p:set>
                                    <p:animEffect transition="in" filter="fade">
                                      <p:cBhvr>
                                        <p:cTn id="482" dur="1000"/>
                                        <p:tgtEl>
                                          <p:spTgt spid="263"/>
                                        </p:tgtEl>
                                      </p:cBhvr>
                                    </p:animEffect>
                                    <p:anim calcmode="lin" valueType="num">
                                      <p:cBhvr>
                                        <p:cTn id="483" dur="1000" fill="hold"/>
                                        <p:tgtEl>
                                          <p:spTgt spid="263"/>
                                        </p:tgtEl>
                                        <p:attrNameLst>
                                          <p:attrName>ppt_x</p:attrName>
                                        </p:attrNameLst>
                                      </p:cBhvr>
                                      <p:tavLst>
                                        <p:tav tm="0">
                                          <p:val>
                                            <p:strVal val="#ppt_x"/>
                                          </p:val>
                                        </p:tav>
                                        <p:tav tm="100000">
                                          <p:val>
                                            <p:strVal val="#ppt_x"/>
                                          </p:val>
                                        </p:tav>
                                      </p:tavLst>
                                    </p:anim>
                                    <p:anim calcmode="lin" valueType="num">
                                      <p:cBhvr>
                                        <p:cTn id="484" dur="1000" fill="hold"/>
                                        <p:tgtEl>
                                          <p:spTgt spid="263"/>
                                        </p:tgtEl>
                                        <p:attrNameLst>
                                          <p:attrName>ppt_y</p:attrName>
                                        </p:attrNameLst>
                                      </p:cBhvr>
                                      <p:tavLst>
                                        <p:tav tm="0">
                                          <p:val>
                                            <p:strVal val="#ppt_y+.1"/>
                                          </p:val>
                                        </p:tav>
                                        <p:tav tm="100000">
                                          <p:val>
                                            <p:strVal val="#ppt_y"/>
                                          </p:val>
                                        </p:tav>
                                      </p:tavLst>
                                    </p:anim>
                                  </p:childTnLst>
                                </p:cTn>
                              </p:par>
                              <p:par>
                                <p:cTn id="485" presetID="42" presetClass="entr" presetSubtype="0" fill="hold" grpId="0" nodeType="withEffect">
                                  <p:stCondLst>
                                    <p:cond delay="0"/>
                                  </p:stCondLst>
                                  <p:childTnLst>
                                    <p:set>
                                      <p:cBhvr>
                                        <p:cTn id="486" dur="1" fill="hold">
                                          <p:stCondLst>
                                            <p:cond delay="0"/>
                                          </p:stCondLst>
                                        </p:cTn>
                                        <p:tgtEl>
                                          <p:spTgt spid="264"/>
                                        </p:tgtEl>
                                        <p:attrNameLst>
                                          <p:attrName>style.visibility</p:attrName>
                                        </p:attrNameLst>
                                      </p:cBhvr>
                                      <p:to>
                                        <p:strVal val="visible"/>
                                      </p:to>
                                    </p:set>
                                    <p:animEffect transition="in" filter="fade">
                                      <p:cBhvr>
                                        <p:cTn id="487" dur="1000"/>
                                        <p:tgtEl>
                                          <p:spTgt spid="264"/>
                                        </p:tgtEl>
                                      </p:cBhvr>
                                    </p:animEffect>
                                    <p:anim calcmode="lin" valueType="num">
                                      <p:cBhvr>
                                        <p:cTn id="488" dur="1000" fill="hold"/>
                                        <p:tgtEl>
                                          <p:spTgt spid="264"/>
                                        </p:tgtEl>
                                        <p:attrNameLst>
                                          <p:attrName>ppt_x</p:attrName>
                                        </p:attrNameLst>
                                      </p:cBhvr>
                                      <p:tavLst>
                                        <p:tav tm="0">
                                          <p:val>
                                            <p:strVal val="#ppt_x"/>
                                          </p:val>
                                        </p:tav>
                                        <p:tav tm="100000">
                                          <p:val>
                                            <p:strVal val="#ppt_x"/>
                                          </p:val>
                                        </p:tav>
                                      </p:tavLst>
                                    </p:anim>
                                    <p:anim calcmode="lin" valueType="num">
                                      <p:cBhvr>
                                        <p:cTn id="489" dur="1000" fill="hold"/>
                                        <p:tgtEl>
                                          <p:spTgt spid="264"/>
                                        </p:tgtEl>
                                        <p:attrNameLst>
                                          <p:attrName>ppt_y</p:attrName>
                                        </p:attrNameLst>
                                      </p:cBhvr>
                                      <p:tavLst>
                                        <p:tav tm="0">
                                          <p:val>
                                            <p:strVal val="#ppt_y+.1"/>
                                          </p:val>
                                        </p:tav>
                                        <p:tav tm="100000">
                                          <p:val>
                                            <p:strVal val="#ppt_y"/>
                                          </p:val>
                                        </p:tav>
                                      </p:tavLst>
                                    </p:anim>
                                  </p:childTnLst>
                                </p:cTn>
                              </p:par>
                              <p:par>
                                <p:cTn id="490" presetID="42" presetClass="entr" presetSubtype="0" fill="hold" nodeType="withEffect">
                                  <p:stCondLst>
                                    <p:cond delay="0"/>
                                  </p:stCondLst>
                                  <p:childTnLst>
                                    <p:set>
                                      <p:cBhvr>
                                        <p:cTn id="491" dur="1" fill="hold">
                                          <p:stCondLst>
                                            <p:cond delay="0"/>
                                          </p:stCondLst>
                                        </p:cTn>
                                        <p:tgtEl>
                                          <p:spTgt spid="265"/>
                                        </p:tgtEl>
                                        <p:attrNameLst>
                                          <p:attrName>style.visibility</p:attrName>
                                        </p:attrNameLst>
                                      </p:cBhvr>
                                      <p:to>
                                        <p:strVal val="visible"/>
                                      </p:to>
                                    </p:set>
                                    <p:animEffect transition="in" filter="fade">
                                      <p:cBhvr>
                                        <p:cTn id="492" dur="1000"/>
                                        <p:tgtEl>
                                          <p:spTgt spid="265"/>
                                        </p:tgtEl>
                                      </p:cBhvr>
                                    </p:animEffect>
                                    <p:anim calcmode="lin" valueType="num">
                                      <p:cBhvr>
                                        <p:cTn id="493" dur="1000" fill="hold"/>
                                        <p:tgtEl>
                                          <p:spTgt spid="265"/>
                                        </p:tgtEl>
                                        <p:attrNameLst>
                                          <p:attrName>ppt_x</p:attrName>
                                        </p:attrNameLst>
                                      </p:cBhvr>
                                      <p:tavLst>
                                        <p:tav tm="0">
                                          <p:val>
                                            <p:strVal val="#ppt_x"/>
                                          </p:val>
                                        </p:tav>
                                        <p:tav tm="100000">
                                          <p:val>
                                            <p:strVal val="#ppt_x"/>
                                          </p:val>
                                        </p:tav>
                                      </p:tavLst>
                                    </p:anim>
                                    <p:anim calcmode="lin" valueType="num">
                                      <p:cBhvr>
                                        <p:cTn id="494" dur="1000" fill="hold"/>
                                        <p:tgtEl>
                                          <p:spTgt spid="265"/>
                                        </p:tgtEl>
                                        <p:attrNameLst>
                                          <p:attrName>ppt_y</p:attrName>
                                        </p:attrNameLst>
                                      </p:cBhvr>
                                      <p:tavLst>
                                        <p:tav tm="0">
                                          <p:val>
                                            <p:strVal val="#ppt_y+.1"/>
                                          </p:val>
                                        </p:tav>
                                        <p:tav tm="100000">
                                          <p:val>
                                            <p:strVal val="#ppt_y"/>
                                          </p:val>
                                        </p:tav>
                                      </p:tavLst>
                                    </p:anim>
                                  </p:childTnLst>
                                </p:cTn>
                              </p:par>
                              <p:par>
                                <p:cTn id="495" presetID="42" presetClass="entr" presetSubtype="0" fill="hold" grpId="0" nodeType="withEffect">
                                  <p:stCondLst>
                                    <p:cond delay="0"/>
                                  </p:stCondLst>
                                  <p:childTnLst>
                                    <p:set>
                                      <p:cBhvr>
                                        <p:cTn id="496" dur="1" fill="hold">
                                          <p:stCondLst>
                                            <p:cond delay="0"/>
                                          </p:stCondLst>
                                        </p:cTn>
                                        <p:tgtEl>
                                          <p:spTgt spid="269"/>
                                        </p:tgtEl>
                                        <p:attrNameLst>
                                          <p:attrName>style.visibility</p:attrName>
                                        </p:attrNameLst>
                                      </p:cBhvr>
                                      <p:to>
                                        <p:strVal val="visible"/>
                                      </p:to>
                                    </p:set>
                                    <p:animEffect transition="in" filter="fade">
                                      <p:cBhvr>
                                        <p:cTn id="497" dur="1000"/>
                                        <p:tgtEl>
                                          <p:spTgt spid="269"/>
                                        </p:tgtEl>
                                      </p:cBhvr>
                                    </p:animEffect>
                                    <p:anim calcmode="lin" valueType="num">
                                      <p:cBhvr>
                                        <p:cTn id="498" dur="1000" fill="hold"/>
                                        <p:tgtEl>
                                          <p:spTgt spid="269"/>
                                        </p:tgtEl>
                                        <p:attrNameLst>
                                          <p:attrName>ppt_x</p:attrName>
                                        </p:attrNameLst>
                                      </p:cBhvr>
                                      <p:tavLst>
                                        <p:tav tm="0">
                                          <p:val>
                                            <p:strVal val="#ppt_x"/>
                                          </p:val>
                                        </p:tav>
                                        <p:tav tm="100000">
                                          <p:val>
                                            <p:strVal val="#ppt_x"/>
                                          </p:val>
                                        </p:tav>
                                      </p:tavLst>
                                    </p:anim>
                                    <p:anim calcmode="lin" valueType="num">
                                      <p:cBhvr>
                                        <p:cTn id="499" dur="1000" fill="hold"/>
                                        <p:tgtEl>
                                          <p:spTgt spid="269"/>
                                        </p:tgtEl>
                                        <p:attrNameLst>
                                          <p:attrName>ppt_y</p:attrName>
                                        </p:attrNameLst>
                                      </p:cBhvr>
                                      <p:tavLst>
                                        <p:tav tm="0">
                                          <p:val>
                                            <p:strVal val="#ppt_y+.1"/>
                                          </p:val>
                                        </p:tav>
                                        <p:tav tm="100000">
                                          <p:val>
                                            <p:strVal val="#ppt_y"/>
                                          </p:val>
                                        </p:tav>
                                      </p:tavLst>
                                    </p:anim>
                                  </p:childTnLst>
                                </p:cTn>
                              </p:par>
                              <p:par>
                                <p:cTn id="500" presetID="42" presetClass="entr" presetSubtype="0" fill="hold" nodeType="withEffect">
                                  <p:stCondLst>
                                    <p:cond delay="0"/>
                                  </p:stCondLst>
                                  <p:childTnLst>
                                    <p:set>
                                      <p:cBhvr>
                                        <p:cTn id="501" dur="1" fill="hold">
                                          <p:stCondLst>
                                            <p:cond delay="0"/>
                                          </p:stCondLst>
                                        </p:cTn>
                                        <p:tgtEl>
                                          <p:spTgt spid="270"/>
                                        </p:tgtEl>
                                        <p:attrNameLst>
                                          <p:attrName>style.visibility</p:attrName>
                                        </p:attrNameLst>
                                      </p:cBhvr>
                                      <p:to>
                                        <p:strVal val="visible"/>
                                      </p:to>
                                    </p:set>
                                    <p:animEffect transition="in" filter="fade">
                                      <p:cBhvr>
                                        <p:cTn id="502" dur="1000"/>
                                        <p:tgtEl>
                                          <p:spTgt spid="270"/>
                                        </p:tgtEl>
                                      </p:cBhvr>
                                    </p:animEffect>
                                    <p:anim calcmode="lin" valueType="num">
                                      <p:cBhvr>
                                        <p:cTn id="503" dur="1000" fill="hold"/>
                                        <p:tgtEl>
                                          <p:spTgt spid="270"/>
                                        </p:tgtEl>
                                        <p:attrNameLst>
                                          <p:attrName>ppt_x</p:attrName>
                                        </p:attrNameLst>
                                      </p:cBhvr>
                                      <p:tavLst>
                                        <p:tav tm="0">
                                          <p:val>
                                            <p:strVal val="#ppt_x"/>
                                          </p:val>
                                        </p:tav>
                                        <p:tav tm="100000">
                                          <p:val>
                                            <p:strVal val="#ppt_x"/>
                                          </p:val>
                                        </p:tav>
                                      </p:tavLst>
                                    </p:anim>
                                    <p:anim calcmode="lin" valueType="num">
                                      <p:cBhvr>
                                        <p:cTn id="504" dur="1000" fill="hold"/>
                                        <p:tgtEl>
                                          <p:spTgt spid="270"/>
                                        </p:tgtEl>
                                        <p:attrNameLst>
                                          <p:attrName>ppt_y</p:attrName>
                                        </p:attrNameLst>
                                      </p:cBhvr>
                                      <p:tavLst>
                                        <p:tav tm="0">
                                          <p:val>
                                            <p:strVal val="#ppt_y+.1"/>
                                          </p:val>
                                        </p:tav>
                                        <p:tav tm="100000">
                                          <p:val>
                                            <p:strVal val="#ppt_y"/>
                                          </p:val>
                                        </p:tav>
                                      </p:tavLst>
                                    </p:anim>
                                  </p:childTnLst>
                                </p:cTn>
                              </p:par>
                              <p:par>
                                <p:cTn id="505" presetID="42" presetClass="entr" presetSubtype="0" fill="hold" nodeType="withEffect">
                                  <p:stCondLst>
                                    <p:cond delay="0"/>
                                  </p:stCondLst>
                                  <p:childTnLst>
                                    <p:set>
                                      <p:cBhvr>
                                        <p:cTn id="506" dur="1" fill="hold">
                                          <p:stCondLst>
                                            <p:cond delay="0"/>
                                          </p:stCondLst>
                                        </p:cTn>
                                        <p:tgtEl>
                                          <p:spTgt spid="271"/>
                                        </p:tgtEl>
                                        <p:attrNameLst>
                                          <p:attrName>style.visibility</p:attrName>
                                        </p:attrNameLst>
                                      </p:cBhvr>
                                      <p:to>
                                        <p:strVal val="visible"/>
                                      </p:to>
                                    </p:set>
                                    <p:animEffect transition="in" filter="fade">
                                      <p:cBhvr>
                                        <p:cTn id="507" dur="1000"/>
                                        <p:tgtEl>
                                          <p:spTgt spid="271"/>
                                        </p:tgtEl>
                                      </p:cBhvr>
                                    </p:animEffect>
                                    <p:anim calcmode="lin" valueType="num">
                                      <p:cBhvr>
                                        <p:cTn id="508" dur="1000" fill="hold"/>
                                        <p:tgtEl>
                                          <p:spTgt spid="271"/>
                                        </p:tgtEl>
                                        <p:attrNameLst>
                                          <p:attrName>ppt_x</p:attrName>
                                        </p:attrNameLst>
                                      </p:cBhvr>
                                      <p:tavLst>
                                        <p:tav tm="0">
                                          <p:val>
                                            <p:strVal val="#ppt_x"/>
                                          </p:val>
                                        </p:tav>
                                        <p:tav tm="100000">
                                          <p:val>
                                            <p:strVal val="#ppt_x"/>
                                          </p:val>
                                        </p:tav>
                                      </p:tavLst>
                                    </p:anim>
                                    <p:anim calcmode="lin" valueType="num">
                                      <p:cBhvr>
                                        <p:cTn id="509" dur="1000" fill="hold"/>
                                        <p:tgtEl>
                                          <p:spTgt spid="271"/>
                                        </p:tgtEl>
                                        <p:attrNameLst>
                                          <p:attrName>ppt_y</p:attrName>
                                        </p:attrNameLst>
                                      </p:cBhvr>
                                      <p:tavLst>
                                        <p:tav tm="0">
                                          <p:val>
                                            <p:strVal val="#ppt_y+.1"/>
                                          </p:val>
                                        </p:tav>
                                        <p:tav tm="100000">
                                          <p:val>
                                            <p:strVal val="#ppt_y"/>
                                          </p:val>
                                        </p:tav>
                                      </p:tavLst>
                                    </p:anim>
                                  </p:childTnLst>
                                </p:cTn>
                              </p:par>
                              <p:par>
                                <p:cTn id="510" presetID="42" presetClass="entr" presetSubtype="0" fill="hold" grpId="0" nodeType="withEffect">
                                  <p:stCondLst>
                                    <p:cond delay="0"/>
                                  </p:stCondLst>
                                  <p:childTnLst>
                                    <p:set>
                                      <p:cBhvr>
                                        <p:cTn id="511" dur="1" fill="hold">
                                          <p:stCondLst>
                                            <p:cond delay="0"/>
                                          </p:stCondLst>
                                        </p:cTn>
                                        <p:tgtEl>
                                          <p:spTgt spid="277"/>
                                        </p:tgtEl>
                                        <p:attrNameLst>
                                          <p:attrName>style.visibility</p:attrName>
                                        </p:attrNameLst>
                                      </p:cBhvr>
                                      <p:to>
                                        <p:strVal val="visible"/>
                                      </p:to>
                                    </p:set>
                                    <p:animEffect transition="in" filter="fade">
                                      <p:cBhvr>
                                        <p:cTn id="512" dur="1000"/>
                                        <p:tgtEl>
                                          <p:spTgt spid="277"/>
                                        </p:tgtEl>
                                      </p:cBhvr>
                                    </p:animEffect>
                                    <p:anim calcmode="lin" valueType="num">
                                      <p:cBhvr>
                                        <p:cTn id="513" dur="1000" fill="hold"/>
                                        <p:tgtEl>
                                          <p:spTgt spid="277"/>
                                        </p:tgtEl>
                                        <p:attrNameLst>
                                          <p:attrName>ppt_x</p:attrName>
                                        </p:attrNameLst>
                                      </p:cBhvr>
                                      <p:tavLst>
                                        <p:tav tm="0">
                                          <p:val>
                                            <p:strVal val="#ppt_x"/>
                                          </p:val>
                                        </p:tav>
                                        <p:tav tm="100000">
                                          <p:val>
                                            <p:strVal val="#ppt_x"/>
                                          </p:val>
                                        </p:tav>
                                      </p:tavLst>
                                    </p:anim>
                                    <p:anim calcmode="lin" valueType="num">
                                      <p:cBhvr>
                                        <p:cTn id="514" dur="1000" fill="hold"/>
                                        <p:tgtEl>
                                          <p:spTgt spid="277"/>
                                        </p:tgtEl>
                                        <p:attrNameLst>
                                          <p:attrName>ppt_y</p:attrName>
                                        </p:attrNameLst>
                                      </p:cBhvr>
                                      <p:tavLst>
                                        <p:tav tm="0">
                                          <p:val>
                                            <p:strVal val="#ppt_y+.1"/>
                                          </p:val>
                                        </p:tav>
                                        <p:tav tm="100000">
                                          <p:val>
                                            <p:strVal val="#ppt_y"/>
                                          </p:val>
                                        </p:tav>
                                      </p:tavLst>
                                    </p:anim>
                                  </p:childTnLst>
                                </p:cTn>
                              </p:par>
                              <p:par>
                                <p:cTn id="515" presetID="42" presetClass="entr" presetSubtype="0" fill="hold" nodeType="withEffect">
                                  <p:stCondLst>
                                    <p:cond delay="0"/>
                                  </p:stCondLst>
                                  <p:childTnLst>
                                    <p:set>
                                      <p:cBhvr>
                                        <p:cTn id="516" dur="1" fill="hold">
                                          <p:stCondLst>
                                            <p:cond delay="0"/>
                                          </p:stCondLst>
                                        </p:cTn>
                                        <p:tgtEl>
                                          <p:spTgt spid="278"/>
                                        </p:tgtEl>
                                        <p:attrNameLst>
                                          <p:attrName>style.visibility</p:attrName>
                                        </p:attrNameLst>
                                      </p:cBhvr>
                                      <p:to>
                                        <p:strVal val="visible"/>
                                      </p:to>
                                    </p:set>
                                    <p:animEffect transition="in" filter="fade">
                                      <p:cBhvr>
                                        <p:cTn id="517" dur="1000"/>
                                        <p:tgtEl>
                                          <p:spTgt spid="278"/>
                                        </p:tgtEl>
                                      </p:cBhvr>
                                    </p:animEffect>
                                    <p:anim calcmode="lin" valueType="num">
                                      <p:cBhvr>
                                        <p:cTn id="518" dur="1000" fill="hold"/>
                                        <p:tgtEl>
                                          <p:spTgt spid="278"/>
                                        </p:tgtEl>
                                        <p:attrNameLst>
                                          <p:attrName>ppt_x</p:attrName>
                                        </p:attrNameLst>
                                      </p:cBhvr>
                                      <p:tavLst>
                                        <p:tav tm="0">
                                          <p:val>
                                            <p:strVal val="#ppt_x"/>
                                          </p:val>
                                        </p:tav>
                                        <p:tav tm="100000">
                                          <p:val>
                                            <p:strVal val="#ppt_x"/>
                                          </p:val>
                                        </p:tav>
                                      </p:tavLst>
                                    </p:anim>
                                    <p:anim calcmode="lin" valueType="num">
                                      <p:cBhvr>
                                        <p:cTn id="519" dur="1000" fill="hold"/>
                                        <p:tgtEl>
                                          <p:spTgt spid="278"/>
                                        </p:tgtEl>
                                        <p:attrNameLst>
                                          <p:attrName>ppt_y</p:attrName>
                                        </p:attrNameLst>
                                      </p:cBhvr>
                                      <p:tavLst>
                                        <p:tav tm="0">
                                          <p:val>
                                            <p:strVal val="#ppt_y+.1"/>
                                          </p:val>
                                        </p:tav>
                                        <p:tav tm="100000">
                                          <p:val>
                                            <p:strVal val="#ppt_y"/>
                                          </p:val>
                                        </p:tav>
                                      </p:tavLst>
                                    </p:anim>
                                  </p:childTnLst>
                                </p:cTn>
                              </p:par>
                              <p:par>
                                <p:cTn id="520" presetID="42" presetClass="entr" presetSubtype="0" fill="hold" nodeType="withEffect">
                                  <p:stCondLst>
                                    <p:cond delay="0"/>
                                  </p:stCondLst>
                                  <p:childTnLst>
                                    <p:set>
                                      <p:cBhvr>
                                        <p:cTn id="521" dur="1" fill="hold">
                                          <p:stCondLst>
                                            <p:cond delay="0"/>
                                          </p:stCondLst>
                                        </p:cTn>
                                        <p:tgtEl>
                                          <p:spTgt spid="281"/>
                                        </p:tgtEl>
                                        <p:attrNameLst>
                                          <p:attrName>style.visibility</p:attrName>
                                        </p:attrNameLst>
                                      </p:cBhvr>
                                      <p:to>
                                        <p:strVal val="visible"/>
                                      </p:to>
                                    </p:set>
                                    <p:animEffect transition="in" filter="fade">
                                      <p:cBhvr>
                                        <p:cTn id="522" dur="1000"/>
                                        <p:tgtEl>
                                          <p:spTgt spid="281"/>
                                        </p:tgtEl>
                                      </p:cBhvr>
                                    </p:animEffect>
                                    <p:anim calcmode="lin" valueType="num">
                                      <p:cBhvr>
                                        <p:cTn id="523" dur="1000" fill="hold"/>
                                        <p:tgtEl>
                                          <p:spTgt spid="281"/>
                                        </p:tgtEl>
                                        <p:attrNameLst>
                                          <p:attrName>ppt_x</p:attrName>
                                        </p:attrNameLst>
                                      </p:cBhvr>
                                      <p:tavLst>
                                        <p:tav tm="0">
                                          <p:val>
                                            <p:strVal val="#ppt_x"/>
                                          </p:val>
                                        </p:tav>
                                        <p:tav tm="100000">
                                          <p:val>
                                            <p:strVal val="#ppt_x"/>
                                          </p:val>
                                        </p:tav>
                                      </p:tavLst>
                                    </p:anim>
                                    <p:anim calcmode="lin" valueType="num">
                                      <p:cBhvr>
                                        <p:cTn id="524" dur="1000" fill="hold"/>
                                        <p:tgtEl>
                                          <p:spTgt spid="281"/>
                                        </p:tgtEl>
                                        <p:attrNameLst>
                                          <p:attrName>ppt_y</p:attrName>
                                        </p:attrNameLst>
                                      </p:cBhvr>
                                      <p:tavLst>
                                        <p:tav tm="0">
                                          <p:val>
                                            <p:strVal val="#ppt_y+.1"/>
                                          </p:val>
                                        </p:tav>
                                        <p:tav tm="100000">
                                          <p:val>
                                            <p:strVal val="#ppt_y"/>
                                          </p:val>
                                        </p:tav>
                                      </p:tavLst>
                                    </p:anim>
                                  </p:childTnLst>
                                </p:cTn>
                              </p:par>
                              <p:par>
                                <p:cTn id="525" presetID="42" presetClass="entr" presetSubtype="0" fill="hold" nodeType="withEffect">
                                  <p:stCondLst>
                                    <p:cond delay="0"/>
                                  </p:stCondLst>
                                  <p:childTnLst>
                                    <p:set>
                                      <p:cBhvr>
                                        <p:cTn id="526" dur="1" fill="hold">
                                          <p:stCondLst>
                                            <p:cond delay="0"/>
                                          </p:stCondLst>
                                        </p:cTn>
                                        <p:tgtEl>
                                          <p:spTgt spid="284"/>
                                        </p:tgtEl>
                                        <p:attrNameLst>
                                          <p:attrName>style.visibility</p:attrName>
                                        </p:attrNameLst>
                                      </p:cBhvr>
                                      <p:to>
                                        <p:strVal val="visible"/>
                                      </p:to>
                                    </p:set>
                                    <p:animEffect transition="in" filter="fade">
                                      <p:cBhvr>
                                        <p:cTn id="527" dur="1000"/>
                                        <p:tgtEl>
                                          <p:spTgt spid="284"/>
                                        </p:tgtEl>
                                      </p:cBhvr>
                                    </p:animEffect>
                                    <p:anim calcmode="lin" valueType="num">
                                      <p:cBhvr>
                                        <p:cTn id="528" dur="1000" fill="hold"/>
                                        <p:tgtEl>
                                          <p:spTgt spid="284"/>
                                        </p:tgtEl>
                                        <p:attrNameLst>
                                          <p:attrName>ppt_x</p:attrName>
                                        </p:attrNameLst>
                                      </p:cBhvr>
                                      <p:tavLst>
                                        <p:tav tm="0">
                                          <p:val>
                                            <p:strVal val="#ppt_x"/>
                                          </p:val>
                                        </p:tav>
                                        <p:tav tm="100000">
                                          <p:val>
                                            <p:strVal val="#ppt_x"/>
                                          </p:val>
                                        </p:tav>
                                      </p:tavLst>
                                    </p:anim>
                                    <p:anim calcmode="lin" valueType="num">
                                      <p:cBhvr>
                                        <p:cTn id="529" dur="1000" fill="hold"/>
                                        <p:tgtEl>
                                          <p:spTgt spid="284"/>
                                        </p:tgtEl>
                                        <p:attrNameLst>
                                          <p:attrName>ppt_y</p:attrName>
                                        </p:attrNameLst>
                                      </p:cBhvr>
                                      <p:tavLst>
                                        <p:tav tm="0">
                                          <p:val>
                                            <p:strVal val="#ppt_y+.1"/>
                                          </p:val>
                                        </p:tav>
                                        <p:tav tm="100000">
                                          <p:val>
                                            <p:strVal val="#ppt_y"/>
                                          </p:val>
                                        </p:tav>
                                      </p:tavLst>
                                    </p:anim>
                                  </p:childTnLst>
                                </p:cTn>
                              </p:par>
                              <p:par>
                                <p:cTn id="530" presetID="42" presetClass="entr" presetSubtype="0" fill="hold" grpId="0" nodeType="withEffect">
                                  <p:stCondLst>
                                    <p:cond delay="0"/>
                                  </p:stCondLst>
                                  <p:childTnLst>
                                    <p:set>
                                      <p:cBhvr>
                                        <p:cTn id="531" dur="1" fill="hold">
                                          <p:stCondLst>
                                            <p:cond delay="0"/>
                                          </p:stCondLst>
                                        </p:cTn>
                                        <p:tgtEl>
                                          <p:spTgt spid="287"/>
                                        </p:tgtEl>
                                        <p:attrNameLst>
                                          <p:attrName>style.visibility</p:attrName>
                                        </p:attrNameLst>
                                      </p:cBhvr>
                                      <p:to>
                                        <p:strVal val="visible"/>
                                      </p:to>
                                    </p:set>
                                    <p:animEffect transition="in" filter="fade">
                                      <p:cBhvr>
                                        <p:cTn id="532" dur="1000"/>
                                        <p:tgtEl>
                                          <p:spTgt spid="287"/>
                                        </p:tgtEl>
                                      </p:cBhvr>
                                    </p:animEffect>
                                    <p:anim calcmode="lin" valueType="num">
                                      <p:cBhvr>
                                        <p:cTn id="533" dur="1000" fill="hold"/>
                                        <p:tgtEl>
                                          <p:spTgt spid="287"/>
                                        </p:tgtEl>
                                        <p:attrNameLst>
                                          <p:attrName>ppt_x</p:attrName>
                                        </p:attrNameLst>
                                      </p:cBhvr>
                                      <p:tavLst>
                                        <p:tav tm="0">
                                          <p:val>
                                            <p:strVal val="#ppt_x"/>
                                          </p:val>
                                        </p:tav>
                                        <p:tav tm="100000">
                                          <p:val>
                                            <p:strVal val="#ppt_x"/>
                                          </p:val>
                                        </p:tav>
                                      </p:tavLst>
                                    </p:anim>
                                    <p:anim calcmode="lin" valueType="num">
                                      <p:cBhvr>
                                        <p:cTn id="534" dur="1000" fill="hold"/>
                                        <p:tgtEl>
                                          <p:spTgt spid="287"/>
                                        </p:tgtEl>
                                        <p:attrNameLst>
                                          <p:attrName>ppt_y</p:attrName>
                                        </p:attrNameLst>
                                      </p:cBhvr>
                                      <p:tavLst>
                                        <p:tav tm="0">
                                          <p:val>
                                            <p:strVal val="#ppt_y+.1"/>
                                          </p:val>
                                        </p:tav>
                                        <p:tav tm="100000">
                                          <p:val>
                                            <p:strVal val="#ppt_y"/>
                                          </p:val>
                                        </p:tav>
                                      </p:tavLst>
                                    </p:anim>
                                  </p:childTnLst>
                                </p:cTn>
                              </p:par>
                              <p:par>
                                <p:cTn id="535" presetID="42" presetClass="entr" presetSubtype="0" fill="hold" grpId="0" nodeType="withEffect">
                                  <p:stCondLst>
                                    <p:cond delay="0"/>
                                  </p:stCondLst>
                                  <p:childTnLst>
                                    <p:set>
                                      <p:cBhvr>
                                        <p:cTn id="536" dur="1" fill="hold">
                                          <p:stCondLst>
                                            <p:cond delay="0"/>
                                          </p:stCondLst>
                                        </p:cTn>
                                        <p:tgtEl>
                                          <p:spTgt spid="288"/>
                                        </p:tgtEl>
                                        <p:attrNameLst>
                                          <p:attrName>style.visibility</p:attrName>
                                        </p:attrNameLst>
                                      </p:cBhvr>
                                      <p:to>
                                        <p:strVal val="visible"/>
                                      </p:to>
                                    </p:set>
                                    <p:animEffect transition="in" filter="fade">
                                      <p:cBhvr>
                                        <p:cTn id="537" dur="1000"/>
                                        <p:tgtEl>
                                          <p:spTgt spid="288"/>
                                        </p:tgtEl>
                                      </p:cBhvr>
                                    </p:animEffect>
                                    <p:anim calcmode="lin" valueType="num">
                                      <p:cBhvr>
                                        <p:cTn id="538" dur="1000" fill="hold"/>
                                        <p:tgtEl>
                                          <p:spTgt spid="288"/>
                                        </p:tgtEl>
                                        <p:attrNameLst>
                                          <p:attrName>ppt_x</p:attrName>
                                        </p:attrNameLst>
                                      </p:cBhvr>
                                      <p:tavLst>
                                        <p:tav tm="0">
                                          <p:val>
                                            <p:strVal val="#ppt_x"/>
                                          </p:val>
                                        </p:tav>
                                        <p:tav tm="100000">
                                          <p:val>
                                            <p:strVal val="#ppt_x"/>
                                          </p:val>
                                        </p:tav>
                                      </p:tavLst>
                                    </p:anim>
                                    <p:anim calcmode="lin" valueType="num">
                                      <p:cBhvr>
                                        <p:cTn id="539" dur="1000" fill="hold"/>
                                        <p:tgtEl>
                                          <p:spTgt spid="288"/>
                                        </p:tgtEl>
                                        <p:attrNameLst>
                                          <p:attrName>ppt_y</p:attrName>
                                        </p:attrNameLst>
                                      </p:cBhvr>
                                      <p:tavLst>
                                        <p:tav tm="0">
                                          <p:val>
                                            <p:strVal val="#ppt_y+.1"/>
                                          </p:val>
                                        </p:tav>
                                        <p:tav tm="100000">
                                          <p:val>
                                            <p:strVal val="#ppt_y"/>
                                          </p:val>
                                        </p:tav>
                                      </p:tavLst>
                                    </p:anim>
                                  </p:childTnLst>
                                </p:cTn>
                              </p:par>
                              <p:par>
                                <p:cTn id="540" presetID="42" presetClass="entr" presetSubtype="0" fill="hold" nodeType="withEffect">
                                  <p:stCondLst>
                                    <p:cond delay="0"/>
                                  </p:stCondLst>
                                  <p:childTnLst>
                                    <p:set>
                                      <p:cBhvr>
                                        <p:cTn id="541" dur="1" fill="hold">
                                          <p:stCondLst>
                                            <p:cond delay="0"/>
                                          </p:stCondLst>
                                        </p:cTn>
                                        <p:tgtEl>
                                          <p:spTgt spid="289"/>
                                        </p:tgtEl>
                                        <p:attrNameLst>
                                          <p:attrName>style.visibility</p:attrName>
                                        </p:attrNameLst>
                                      </p:cBhvr>
                                      <p:to>
                                        <p:strVal val="visible"/>
                                      </p:to>
                                    </p:set>
                                    <p:animEffect transition="in" filter="fade">
                                      <p:cBhvr>
                                        <p:cTn id="542" dur="1000"/>
                                        <p:tgtEl>
                                          <p:spTgt spid="289"/>
                                        </p:tgtEl>
                                      </p:cBhvr>
                                    </p:animEffect>
                                    <p:anim calcmode="lin" valueType="num">
                                      <p:cBhvr>
                                        <p:cTn id="543" dur="1000" fill="hold"/>
                                        <p:tgtEl>
                                          <p:spTgt spid="289"/>
                                        </p:tgtEl>
                                        <p:attrNameLst>
                                          <p:attrName>ppt_x</p:attrName>
                                        </p:attrNameLst>
                                      </p:cBhvr>
                                      <p:tavLst>
                                        <p:tav tm="0">
                                          <p:val>
                                            <p:strVal val="#ppt_x"/>
                                          </p:val>
                                        </p:tav>
                                        <p:tav tm="100000">
                                          <p:val>
                                            <p:strVal val="#ppt_x"/>
                                          </p:val>
                                        </p:tav>
                                      </p:tavLst>
                                    </p:anim>
                                    <p:anim calcmode="lin" valueType="num">
                                      <p:cBhvr>
                                        <p:cTn id="544" dur="1000" fill="hold"/>
                                        <p:tgtEl>
                                          <p:spTgt spid="289"/>
                                        </p:tgtEl>
                                        <p:attrNameLst>
                                          <p:attrName>ppt_y</p:attrName>
                                        </p:attrNameLst>
                                      </p:cBhvr>
                                      <p:tavLst>
                                        <p:tav tm="0">
                                          <p:val>
                                            <p:strVal val="#ppt_y+.1"/>
                                          </p:val>
                                        </p:tav>
                                        <p:tav tm="100000">
                                          <p:val>
                                            <p:strVal val="#ppt_y"/>
                                          </p:val>
                                        </p:tav>
                                      </p:tavLst>
                                    </p:anim>
                                  </p:childTnLst>
                                </p:cTn>
                              </p:par>
                              <p:par>
                                <p:cTn id="545" presetID="42" presetClass="entr" presetSubtype="0" fill="hold" grpId="0" nodeType="withEffect">
                                  <p:stCondLst>
                                    <p:cond delay="0"/>
                                  </p:stCondLst>
                                  <p:childTnLst>
                                    <p:set>
                                      <p:cBhvr>
                                        <p:cTn id="546" dur="1" fill="hold">
                                          <p:stCondLst>
                                            <p:cond delay="0"/>
                                          </p:stCondLst>
                                        </p:cTn>
                                        <p:tgtEl>
                                          <p:spTgt spid="292"/>
                                        </p:tgtEl>
                                        <p:attrNameLst>
                                          <p:attrName>style.visibility</p:attrName>
                                        </p:attrNameLst>
                                      </p:cBhvr>
                                      <p:to>
                                        <p:strVal val="visible"/>
                                      </p:to>
                                    </p:set>
                                    <p:animEffect transition="in" filter="fade">
                                      <p:cBhvr>
                                        <p:cTn id="547" dur="1000"/>
                                        <p:tgtEl>
                                          <p:spTgt spid="292"/>
                                        </p:tgtEl>
                                      </p:cBhvr>
                                    </p:animEffect>
                                    <p:anim calcmode="lin" valueType="num">
                                      <p:cBhvr>
                                        <p:cTn id="548" dur="1000" fill="hold"/>
                                        <p:tgtEl>
                                          <p:spTgt spid="292"/>
                                        </p:tgtEl>
                                        <p:attrNameLst>
                                          <p:attrName>ppt_x</p:attrName>
                                        </p:attrNameLst>
                                      </p:cBhvr>
                                      <p:tavLst>
                                        <p:tav tm="0">
                                          <p:val>
                                            <p:strVal val="#ppt_x"/>
                                          </p:val>
                                        </p:tav>
                                        <p:tav tm="100000">
                                          <p:val>
                                            <p:strVal val="#ppt_x"/>
                                          </p:val>
                                        </p:tav>
                                      </p:tavLst>
                                    </p:anim>
                                    <p:anim calcmode="lin" valueType="num">
                                      <p:cBhvr>
                                        <p:cTn id="549" dur="1000" fill="hold"/>
                                        <p:tgtEl>
                                          <p:spTgt spid="292"/>
                                        </p:tgtEl>
                                        <p:attrNameLst>
                                          <p:attrName>ppt_y</p:attrName>
                                        </p:attrNameLst>
                                      </p:cBhvr>
                                      <p:tavLst>
                                        <p:tav tm="0">
                                          <p:val>
                                            <p:strVal val="#ppt_y+.1"/>
                                          </p:val>
                                        </p:tav>
                                        <p:tav tm="100000">
                                          <p:val>
                                            <p:strVal val="#ppt_y"/>
                                          </p:val>
                                        </p:tav>
                                      </p:tavLst>
                                    </p:anim>
                                  </p:childTnLst>
                                </p:cTn>
                              </p:par>
                              <p:par>
                                <p:cTn id="550" presetID="42" presetClass="entr" presetSubtype="0" fill="hold" nodeType="withEffect">
                                  <p:stCondLst>
                                    <p:cond delay="0"/>
                                  </p:stCondLst>
                                  <p:childTnLst>
                                    <p:set>
                                      <p:cBhvr>
                                        <p:cTn id="551" dur="1" fill="hold">
                                          <p:stCondLst>
                                            <p:cond delay="0"/>
                                          </p:stCondLst>
                                        </p:cTn>
                                        <p:tgtEl>
                                          <p:spTgt spid="293"/>
                                        </p:tgtEl>
                                        <p:attrNameLst>
                                          <p:attrName>style.visibility</p:attrName>
                                        </p:attrNameLst>
                                      </p:cBhvr>
                                      <p:to>
                                        <p:strVal val="visible"/>
                                      </p:to>
                                    </p:set>
                                    <p:animEffect transition="in" filter="fade">
                                      <p:cBhvr>
                                        <p:cTn id="552" dur="1000"/>
                                        <p:tgtEl>
                                          <p:spTgt spid="293"/>
                                        </p:tgtEl>
                                      </p:cBhvr>
                                    </p:animEffect>
                                    <p:anim calcmode="lin" valueType="num">
                                      <p:cBhvr>
                                        <p:cTn id="553" dur="1000" fill="hold"/>
                                        <p:tgtEl>
                                          <p:spTgt spid="293"/>
                                        </p:tgtEl>
                                        <p:attrNameLst>
                                          <p:attrName>ppt_x</p:attrName>
                                        </p:attrNameLst>
                                      </p:cBhvr>
                                      <p:tavLst>
                                        <p:tav tm="0">
                                          <p:val>
                                            <p:strVal val="#ppt_x"/>
                                          </p:val>
                                        </p:tav>
                                        <p:tav tm="100000">
                                          <p:val>
                                            <p:strVal val="#ppt_x"/>
                                          </p:val>
                                        </p:tav>
                                      </p:tavLst>
                                    </p:anim>
                                    <p:anim calcmode="lin" valueType="num">
                                      <p:cBhvr>
                                        <p:cTn id="554" dur="1000" fill="hold"/>
                                        <p:tgtEl>
                                          <p:spTgt spid="293"/>
                                        </p:tgtEl>
                                        <p:attrNameLst>
                                          <p:attrName>ppt_y</p:attrName>
                                        </p:attrNameLst>
                                      </p:cBhvr>
                                      <p:tavLst>
                                        <p:tav tm="0">
                                          <p:val>
                                            <p:strVal val="#ppt_y+.1"/>
                                          </p:val>
                                        </p:tav>
                                        <p:tav tm="100000">
                                          <p:val>
                                            <p:strVal val="#ppt_y"/>
                                          </p:val>
                                        </p:tav>
                                      </p:tavLst>
                                    </p:anim>
                                  </p:childTnLst>
                                </p:cTn>
                              </p:par>
                              <p:par>
                                <p:cTn id="555" presetID="42" presetClass="entr" presetSubtype="0" fill="hold" grpId="0" nodeType="withEffect">
                                  <p:stCondLst>
                                    <p:cond delay="0"/>
                                  </p:stCondLst>
                                  <p:childTnLst>
                                    <p:set>
                                      <p:cBhvr>
                                        <p:cTn id="556" dur="1" fill="hold">
                                          <p:stCondLst>
                                            <p:cond delay="0"/>
                                          </p:stCondLst>
                                        </p:cTn>
                                        <p:tgtEl>
                                          <p:spTgt spid="296"/>
                                        </p:tgtEl>
                                        <p:attrNameLst>
                                          <p:attrName>style.visibility</p:attrName>
                                        </p:attrNameLst>
                                      </p:cBhvr>
                                      <p:to>
                                        <p:strVal val="visible"/>
                                      </p:to>
                                    </p:set>
                                    <p:animEffect transition="in" filter="fade">
                                      <p:cBhvr>
                                        <p:cTn id="557" dur="1000"/>
                                        <p:tgtEl>
                                          <p:spTgt spid="296"/>
                                        </p:tgtEl>
                                      </p:cBhvr>
                                    </p:animEffect>
                                    <p:anim calcmode="lin" valueType="num">
                                      <p:cBhvr>
                                        <p:cTn id="558" dur="1000" fill="hold"/>
                                        <p:tgtEl>
                                          <p:spTgt spid="296"/>
                                        </p:tgtEl>
                                        <p:attrNameLst>
                                          <p:attrName>ppt_x</p:attrName>
                                        </p:attrNameLst>
                                      </p:cBhvr>
                                      <p:tavLst>
                                        <p:tav tm="0">
                                          <p:val>
                                            <p:strVal val="#ppt_x"/>
                                          </p:val>
                                        </p:tav>
                                        <p:tav tm="100000">
                                          <p:val>
                                            <p:strVal val="#ppt_x"/>
                                          </p:val>
                                        </p:tav>
                                      </p:tavLst>
                                    </p:anim>
                                    <p:anim calcmode="lin" valueType="num">
                                      <p:cBhvr>
                                        <p:cTn id="559" dur="1000" fill="hold"/>
                                        <p:tgtEl>
                                          <p:spTgt spid="296"/>
                                        </p:tgtEl>
                                        <p:attrNameLst>
                                          <p:attrName>ppt_y</p:attrName>
                                        </p:attrNameLst>
                                      </p:cBhvr>
                                      <p:tavLst>
                                        <p:tav tm="0">
                                          <p:val>
                                            <p:strVal val="#ppt_y+.1"/>
                                          </p:val>
                                        </p:tav>
                                        <p:tav tm="100000">
                                          <p:val>
                                            <p:strVal val="#ppt_y"/>
                                          </p:val>
                                        </p:tav>
                                      </p:tavLst>
                                    </p:anim>
                                  </p:childTnLst>
                                </p:cTn>
                              </p:par>
                              <p:par>
                                <p:cTn id="560" presetID="42" presetClass="entr" presetSubtype="0" fill="hold" grpId="0" nodeType="withEffect">
                                  <p:stCondLst>
                                    <p:cond delay="0"/>
                                  </p:stCondLst>
                                  <p:childTnLst>
                                    <p:set>
                                      <p:cBhvr>
                                        <p:cTn id="561" dur="1" fill="hold">
                                          <p:stCondLst>
                                            <p:cond delay="0"/>
                                          </p:stCondLst>
                                        </p:cTn>
                                        <p:tgtEl>
                                          <p:spTgt spid="297"/>
                                        </p:tgtEl>
                                        <p:attrNameLst>
                                          <p:attrName>style.visibility</p:attrName>
                                        </p:attrNameLst>
                                      </p:cBhvr>
                                      <p:to>
                                        <p:strVal val="visible"/>
                                      </p:to>
                                    </p:set>
                                    <p:animEffect transition="in" filter="fade">
                                      <p:cBhvr>
                                        <p:cTn id="562" dur="1000"/>
                                        <p:tgtEl>
                                          <p:spTgt spid="297"/>
                                        </p:tgtEl>
                                      </p:cBhvr>
                                    </p:animEffect>
                                    <p:anim calcmode="lin" valueType="num">
                                      <p:cBhvr>
                                        <p:cTn id="563" dur="1000" fill="hold"/>
                                        <p:tgtEl>
                                          <p:spTgt spid="297"/>
                                        </p:tgtEl>
                                        <p:attrNameLst>
                                          <p:attrName>ppt_x</p:attrName>
                                        </p:attrNameLst>
                                      </p:cBhvr>
                                      <p:tavLst>
                                        <p:tav tm="0">
                                          <p:val>
                                            <p:strVal val="#ppt_x"/>
                                          </p:val>
                                        </p:tav>
                                        <p:tav tm="100000">
                                          <p:val>
                                            <p:strVal val="#ppt_x"/>
                                          </p:val>
                                        </p:tav>
                                      </p:tavLst>
                                    </p:anim>
                                    <p:anim calcmode="lin" valueType="num">
                                      <p:cBhvr>
                                        <p:cTn id="564" dur="1000" fill="hold"/>
                                        <p:tgtEl>
                                          <p:spTgt spid="297"/>
                                        </p:tgtEl>
                                        <p:attrNameLst>
                                          <p:attrName>ppt_y</p:attrName>
                                        </p:attrNameLst>
                                      </p:cBhvr>
                                      <p:tavLst>
                                        <p:tav tm="0">
                                          <p:val>
                                            <p:strVal val="#ppt_y+.1"/>
                                          </p:val>
                                        </p:tav>
                                        <p:tav tm="100000">
                                          <p:val>
                                            <p:strVal val="#ppt_y"/>
                                          </p:val>
                                        </p:tav>
                                      </p:tavLst>
                                    </p:anim>
                                  </p:childTnLst>
                                </p:cTn>
                              </p:par>
                              <p:par>
                                <p:cTn id="565" presetID="42" presetClass="entr" presetSubtype="0" fill="hold" grpId="0" nodeType="withEffect">
                                  <p:stCondLst>
                                    <p:cond delay="0"/>
                                  </p:stCondLst>
                                  <p:childTnLst>
                                    <p:set>
                                      <p:cBhvr>
                                        <p:cTn id="566" dur="1" fill="hold">
                                          <p:stCondLst>
                                            <p:cond delay="0"/>
                                          </p:stCondLst>
                                        </p:cTn>
                                        <p:tgtEl>
                                          <p:spTgt spid="298"/>
                                        </p:tgtEl>
                                        <p:attrNameLst>
                                          <p:attrName>style.visibility</p:attrName>
                                        </p:attrNameLst>
                                      </p:cBhvr>
                                      <p:to>
                                        <p:strVal val="visible"/>
                                      </p:to>
                                    </p:set>
                                    <p:animEffect transition="in" filter="fade">
                                      <p:cBhvr>
                                        <p:cTn id="567" dur="1000"/>
                                        <p:tgtEl>
                                          <p:spTgt spid="298"/>
                                        </p:tgtEl>
                                      </p:cBhvr>
                                    </p:animEffect>
                                    <p:anim calcmode="lin" valueType="num">
                                      <p:cBhvr>
                                        <p:cTn id="568" dur="1000" fill="hold"/>
                                        <p:tgtEl>
                                          <p:spTgt spid="298"/>
                                        </p:tgtEl>
                                        <p:attrNameLst>
                                          <p:attrName>ppt_x</p:attrName>
                                        </p:attrNameLst>
                                      </p:cBhvr>
                                      <p:tavLst>
                                        <p:tav tm="0">
                                          <p:val>
                                            <p:strVal val="#ppt_x"/>
                                          </p:val>
                                        </p:tav>
                                        <p:tav tm="100000">
                                          <p:val>
                                            <p:strVal val="#ppt_x"/>
                                          </p:val>
                                        </p:tav>
                                      </p:tavLst>
                                    </p:anim>
                                    <p:anim calcmode="lin" valueType="num">
                                      <p:cBhvr>
                                        <p:cTn id="569" dur="1000" fill="hold"/>
                                        <p:tgtEl>
                                          <p:spTgt spid="298"/>
                                        </p:tgtEl>
                                        <p:attrNameLst>
                                          <p:attrName>ppt_y</p:attrName>
                                        </p:attrNameLst>
                                      </p:cBhvr>
                                      <p:tavLst>
                                        <p:tav tm="0">
                                          <p:val>
                                            <p:strVal val="#ppt_y+.1"/>
                                          </p:val>
                                        </p:tav>
                                        <p:tav tm="100000">
                                          <p:val>
                                            <p:strVal val="#ppt_y"/>
                                          </p:val>
                                        </p:tav>
                                      </p:tavLst>
                                    </p:anim>
                                  </p:childTnLst>
                                </p:cTn>
                              </p:par>
                              <p:par>
                                <p:cTn id="570" presetID="42" presetClass="entr" presetSubtype="0" fill="hold" grpId="0" nodeType="withEffect">
                                  <p:stCondLst>
                                    <p:cond delay="0"/>
                                  </p:stCondLst>
                                  <p:childTnLst>
                                    <p:set>
                                      <p:cBhvr>
                                        <p:cTn id="571" dur="1" fill="hold">
                                          <p:stCondLst>
                                            <p:cond delay="0"/>
                                          </p:stCondLst>
                                        </p:cTn>
                                        <p:tgtEl>
                                          <p:spTgt spid="300"/>
                                        </p:tgtEl>
                                        <p:attrNameLst>
                                          <p:attrName>style.visibility</p:attrName>
                                        </p:attrNameLst>
                                      </p:cBhvr>
                                      <p:to>
                                        <p:strVal val="visible"/>
                                      </p:to>
                                    </p:set>
                                    <p:animEffect transition="in" filter="fade">
                                      <p:cBhvr>
                                        <p:cTn id="572" dur="1000"/>
                                        <p:tgtEl>
                                          <p:spTgt spid="300"/>
                                        </p:tgtEl>
                                      </p:cBhvr>
                                    </p:animEffect>
                                    <p:anim calcmode="lin" valueType="num">
                                      <p:cBhvr>
                                        <p:cTn id="573" dur="1000" fill="hold"/>
                                        <p:tgtEl>
                                          <p:spTgt spid="300"/>
                                        </p:tgtEl>
                                        <p:attrNameLst>
                                          <p:attrName>ppt_x</p:attrName>
                                        </p:attrNameLst>
                                      </p:cBhvr>
                                      <p:tavLst>
                                        <p:tav tm="0">
                                          <p:val>
                                            <p:strVal val="#ppt_x"/>
                                          </p:val>
                                        </p:tav>
                                        <p:tav tm="100000">
                                          <p:val>
                                            <p:strVal val="#ppt_x"/>
                                          </p:val>
                                        </p:tav>
                                      </p:tavLst>
                                    </p:anim>
                                    <p:anim calcmode="lin" valueType="num">
                                      <p:cBhvr>
                                        <p:cTn id="574" dur="1000" fill="hold"/>
                                        <p:tgtEl>
                                          <p:spTgt spid="300"/>
                                        </p:tgtEl>
                                        <p:attrNameLst>
                                          <p:attrName>ppt_y</p:attrName>
                                        </p:attrNameLst>
                                      </p:cBhvr>
                                      <p:tavLst>
                                        <p:tav tm="0">
                                          <p:val>
                                            <p:strVal val="#ppt_y+.1"/>
                                          </p:val>
                                        </p:tav>
                                        <p:tav tm="100000">
                                          <p:val>
                                            <p:strVal val="#ppt_y"/>
                                          </p:val>
                                        </p:tav>
                                      </p:tavLst>
                                    </p:anim>
                                  </p:childTnLst>
                                </p:cTn>
                              </p:par>
                              <p:par>
                                <p:cTn id="575" presetID="42" presetClass="entr" presetSubtype="0" fill="hold" grpId="0" nodeType="withEffect">
                                  <p:stCondLst>
                                    <p:cond delay="0"/>
                                  </p:stCondLst>
                                  <p:childTnLst>
                                    <p:set>
                                      <p:cBhvr>
                                        <p:cTn id="576" dur="1" fill="hold">
                                          <p:stCondLst>
                                            <p:cond delay="0"/>
                                          </p:stCondLst>
                                        </p:cTn>
                                        <p:tgtEl>
                                          <p:spTgt spid="301"/>
                                        </p:tgtEl>
                                        <p:attrNameLst>
                                          <p:attrName>style.visibility</p:attrName>
                                        </p:attrNameLst>
                                      </p:cBhvr>
                                      <p:to>
                                        <p:strVal val="visible"/>
                                      </p:to>
                                    </p:set>
                                    <p:animEffect transition="in" filter="fade">
                                      <p:cBhvr>
                                        <p:cTn id="577" dur="1000"/>
                                        <p:tgtEl>
                                          <p:spTgt spid="301"/>
                                        </p:tgtEl>
                                      </p:cBhvr>
                                    </p:animEffect>
                                    <p:anim calcmode="lin" valueType="num">
                                      <p:cBhvr>
                                        <p:cTn id="578" dur="1000" fill="hold"/>
                                        <p:tgtEl>
                                          <p:spTgt spid="301"/>
                                        </p:tgtEl>
                                        <p:attrNameLst>
                                          <p:attrName>ppt_x</p:attrName>
                                        </p:attrNameLst>
                                      </p:cBhvr>
                                      <p:tavLst>
                                        <p:tav tm="0">
                                          <p:val>
                                            <p:strVal val="#ppt_x"/>
                                          </p:val>
                                        </p:tav>
                                        <p:tav tm="100000">
                                          <p:val>
                                            <p:strVal val="#ppt_x"/>
                                          </p:val>
                                        </p:tav>
                                      </p:tavLst>
                                    </p:anim>
                                    <p:anim calcmode="lin" valueType="num">
                                      <p:cBhvr>
                                        <p:cTn id="579" dur="1000" fill="hold"/>
                                        <p:tgtEl>
                                          <p:spTgt spid="301"/>
                                        </p:tgtEl>
                                        <p:attrNameLst>
                                          <p:attrName>ppt_y</p:attrName>
                                        </p:attrNameLst>
                                      </p:cBhvr>
                                      <p:tavLst>
                                        <p:tav tm="0">
                                          <p:val>
                                            <p:strVal val="#ppt_y+.1"/>
                                          </p:val>
                                        </p:tav>
                                        <p:tav tm="100000">
                                          <p:val>
                                            <p:strVal val="#ppt_y"/>
                                          </p:val>
                                        </p:tav>
                                      </p:tavLst>
                                    </p:anim>
                                  </p:childTnLst>
                                </p:cTn>
                              </p:par>
                              <p:par>
                                <p:cTn id="580" presetID="42" presetClass="entr" presetSubtype="0" fill="hold" grpId="0" nodeType="withEffect">
                                  <p:stCondLst>
                                    <p:cond delay="0"/>
                                  </p:stCondLst>
                                  <p:childTnLst>
                                    <p:set>
                                      <p:cBhvr>
                                        <p:cTn id="581" dur="1" fill="hold">
                                          <p:stCondLst>
                                            <p:cond delay="0"/>
                                          </p:stCondLst>
                                        </p:cTn>
                                        <p:tgtEl>
                                          <p:spTgt spid="302"/>
                                        </p:tgtEl>
                                        <p:attrNameLst>
                                          <p:attrName>style.visibility</p:attrName>
                                        </p:attrNameLst>
                                      </p:cBhvr>
                                      <p:to>
                                        <p:strVal val="visible"/>
                                      </p:to>
                                    </p:set>
                                    <p:animEffect transition="in" filter="fade">
                                      <p:cBhvr>
                                        <p:cTn id="582" dur="1000"/>
                                        <p:tgtEl>
                                          <p:spTgt spid="302"/>
                                        </p:tgtEl>
                                      </p:cBhvr>
                                    </p:animEffect>
                                    <p:anim calcmode="lin" valueType="num">
                                      <p:cBhvr>
                                        <p:cTn id="583" dur="1000" fill="hold"/>
                                        <p:tgtEl>
                                          <p:spTgt spid="302"/>
                                        </p:tgtEl>
                                        <p:attrNameLst>
                                          <p:attrName>ppt_x</p:attrName>
                                        </p:attrNameLst>
                                      </p:cBhvr>
                                      <p:tavLst>
                                        <p:tav tm="0">
                                          <p:val>
                                            <p:strVal val="#ppt_x"/>
                                          </p:val>
                                        </p:tav>
                                        <p:tav tm="100000">
                                          <p:val>
                                            <p:strVal val="#ppt_x"/>
                                          </p:val>
                                        </p:tav>
                                      </p:tavLst>
                                    </p:anim>
                                    <p:anim calcmode="lin" valueType="num">
                                      <p:cBhvr>
                                        <p:cTn id="584" dur="1000" fill="hold"/>
                                        <p:tgtEl>
                                          <p:spTgt spid="302"/>
                                        </p:tgtEl>
                                        <p:attrNameLst>
                                          <p:attrName>ppt_y</p:attrName>
                                        </p:attrNameLst>
                                      </p:cBhvr>
                                      <p:tavLst>
                                        <p:tav tm="0">
                                          <p:val>
                                            <p:strVal val="#ppt_y+.1"/>
                                          </p:val>
                                        </p:tav>
                                        <p:tav tm="100000">
                                          <p:val>
                                            <p:strVal val="#ppt_y"/>
                                          </p:val>
                                        </p:tav>
                                      </p:tavLst>
                                    </p:anim>
                                  </p:childTnLst>
                                </p:cTn>
                              </p:par>
                              <p:par>
                                <p:cTn id="585" presetID="42" presetClass="entr" presetSubtype="0" fill="hold" grpId="0" nodeType="withEffect">
                                  <p:stCondLst>
                                    <p:cond delay="0"/>
                                  </p:stCondLst>
                                  <p:childTnLst>
                                    <p:set>
                                      <p:cBhvr>
                                        <p:cTn id="586" dur="1" fill="hold">
                                          <p:stCondLst>
                                            <p:cond delay="0"/>
                                          </p:stCondLst>
                                        </p:cTn>
                                        <p:tgtEl>
                                          <p:spTgt spid="303"/>
                                        </p:tgtEl>
                                        <p:attrNameLst>
                                          <p:attrName>style.visibility</p:attrName>
                                        </p:attrNameLst>
                                      </p:cBhvr>
                                      <p:to>
                                        <p:strVal val="visible"/>
                                      </p:to>
                                    </p:set>
                                    <p:animEffect transition="in" filter="fade">
                                      <p:cBhvr>
                                        <p:cTn id="587" dur="1000"/>
                                        <p:tgtEl>
                                          <p:spTgt spid="303"/>
                                        </p:tgtEl>
                                      </p:cBhvr>
                                    </p:animEffect>
                                    <p:anim calcmode="lin" valueType="num">
                                      <p:cBhvr>
                                        <p:cTn id="588" dur="1000" fill="hold"/>
                                        <p:tgtEl>
                                          <p:spTgt spid="303"/>
                                        </p:tgtEl>
                                        <p:attrNameLst>
                                          <p:attrName>ppt_x</p:attrName>
                                        </p:attrNameLst>
                                      </p:cBhvr>
                                      <p:tavLst>
                                        <p:tav tm="0">
                                          <p:val>
                                            <p:strVal val="#ppt_x"/>
                                          </p:val>
                                        </p:tav>
                                        <p:tav tm="100000">
                                          <p:val>
                                            <p:strVal val="#ppt_x"/>
                                          </p:val>
                                        </p:tav>
                                      </p:tavLst>
                                    </p:anim>
                                    <p:anim calcmode="lin" valueType="num">
                                      <p:cBhvr>
                                        <p:cTn id="589" dur="1000" fill="hold"/>
                                        <p:tgtEl>
                                          <p:spTgt spid="303"/>
                                        </p:tgtEl>
                                        <p:attrNameLst>
                                          <p:attrName>ppt_y</p:attrName>
                                        </p:attrNameLst>
                                      </p:cBhvr>
                                      <p:tavLst>
                                        <p:tav tm="0">
                                          <p:val>
                                            <p:strVal val="#ppt_y+.1"/>
                                          </p:val>
                                        </p:tav>
                                        <p:tav tm="100000">
                                          <p:val>
                                            <p:strVal val="#ppt_y"/>
                                          </p:val>
                                        </p:tav>
                                      </p:tavLst>
                                    </p:anim>
                                  </p:childTnLst>
                                </p:cTn>
                              </p:par>
                              <p:par>
                                <p:cTn id="590" presetID="42" presetClass="entr" presetSubtype="0" fill="hold" grpId="0" nodeType="withEffect">
                                  <p:stCondLst>
                                    <p:cond delay="0"/>
                                  </p:stCondLst>
                                  <p:childTnLst>
                                    <p:set>
                                      <p:cBhvr>
                                        <p:cTn id="591" dur="1" fill="hold">
                                          <p:stCondLst>
                                            <p:cond delay="0"/>
                                          </p:stCondLst>
                                        </p:cTn>
                                        <p:tgtEl>
                                          <p:spTgt spid="304"/>
                                        </p:tgtEl>
                                        <p:attrNameLst>
                                          <p:attrName>style.visibility</p:attrName>
                                        </p:attrNameLst>
                                      </p:cBhvr>
                                      <p:to>
                                        <p:strVal val="visible"/>
                                      </p:to>
                                    </p:set>
                                    <p:animEffect transition="in" filter="fade">
                                      <p:cBhvr>
                                        <p:cTn id="592" dur="1000"/>
                                        <p:tgtEl>
                                          <p:spTgt spid="304"/>
                                        </p:tgtEl>
                                      </p:cBhvr>
                                    </p:animEffect>
                                    <p:anim calcmode="lin" valueType="num">
                                      <p:cBhvr>
                                        <p:cTn id="593" dur="1000" fill="hold"/>
                                        <p:tgtEl>
                                          <p:spTgt spid="304"/>
                                        </p:tgtEl>
                                        <p:attrNameLst>
                                          <p:attrName>ppt_x</p:attrName>
                                        </p:attrNameLst>
                                      </p:cBhvr>
                                      <p:tavLst>
                                        <p:tav tm="0">
                                          <p:val>
                                            <p:strVal val="#ppt_x"/>
                                          </p:val>
                                        </p:tav>
                                        <p:tav tm="100000">
                                          <p:val>
                                            <p:strVal val="#ppt_x"/>
                                          </p:val>
                                        </p:tav>
                                      </p:tavLst>
                                    </p:anim>
                                    <p:anim calcmode="lin" valueType="num">
                                      <p:cBhvr>
                                        <p:cTn id="594" dur="1000" fill="hold"/>
                                        <p:tgtEl>
                                          <p:spTgt spid="304"/>
                                        </p:tgtEl>
                                        <p:attrNameLst>
                                          <p:attrName>ppt_y</p:attrName>
                                        </p:attrNameLst>
                                      </p:cBhvr>
                                      <p:tavLst>
                                        <p:tav tm="0">
                                          <p:val>
                                            <p:strVal val="#ppt_y+.1"/>
                                          </p:val>
                                        </p:tav>
                                        <p:tav tm="100000">
                                          <p:val>
                                            <p:strVal val="#ppt_y"/>
                                          </p:val>
                                        </p:tav>
                                      </p:tavLst>
                                    </p:anim>
                                  </p:childTnLst>
                                </p:cTn>
                              </p:par>
                              <p:par>
                                <p:cTn id="595" presetID="42" presetClass="entr" presetSubtype="0" fill="hold" grpId="0" nodeType="withEffect">
                                  <p:stCondLst>
                                    <p:cond delay="0"/>
                                  </p:stCondLst>
                                  <p:childTnLst>
                                    <p:set>
                                      <p:cBhvr>
                                        <p:cTn id="596" dur="1" fill="hold">
                                          <p:stCondLst>
                                            <p:cond delay="0"/>
                                          </p:stCondLst>
                                        </p:cTn>
                                        <p:tgtEl>
                                          <p:spTgt spid="305"/>
                                        </p:tgtEl>
                                        <p:attrNameLst>
                                          <p:attrName>style.visibility</p:attrName>
                                        </p:attrNameLst>
                                      </p:cBhvr>
                                      <p:to>
                                        <p:strVal val="visible"/>
                                      </p:to>
                                    </p:set>
                                    <p:animEffect transition="in" filter="fade">
                                      <p:cBhvr>
                                        <p:cTn id="597" dur="1000"/>
                                        <p:tgtEl>
                                          <p:spTgt spid="305"/>
                                        </p:tgtEl>
                                      </p:cBhvr>
                                    </p:animEffect>
                                    <p:anim calcmode="lin" valueType="num">
                                      <p:cBhvr>
                                        <p:cTn id="598" dur="1000" fill="hold"/>
                                        <p:tgtEl>
                                          <p:spTgt spid="305"/>
                                        </p:tgtEl>
                                        <p:attrNameLst>
                                          <p:attrName>ppt_x</p:attrName>
                                        </p:attrNameLst>
                                      </p:cBhvr>
                                      <p:tavLst>
                                        <p:tav tm="0">
                                          <p:val>
                                            <p:strVal val="#ppt_x"/>
                                          </p:val>
                                        </p:tav>
                                        <p:tav tm="100000">
                                          <p:val>
                                            <p:strVal val="#ppt_x"/>
                                          </p:val>
                                        </p:tav>
                                      </p:tavLst>
                                    </p:anim>
                                    <p:anim calcmode="lin" valueType="num">
                                      <p:cBhvr>
                                        <p:cTn id="599" dur="1000" fill="hold"/>
                                        <p:tgtEl>
                                          <p:spTgt spid="305"/>
                                        </p:tgtEl>
                                        <p:attrNameLst>
                                          <p:attrName>ppt_y</p:attrName>
                                        </p:attrNameLst>
                                      </p:cBhvr>
                                      <p:tavLst>
                                        <p:tav tm="0">
                                          <p:val>
                                            <p:strVal val="#ppt_y+.1"/>
                                          </p:val>
                                        </p:tav>
                                        <p:tav tm="100000">
                                          <p:val>
                                            <p:strVal val="#ppt_y"/>
                                          </p:val>
                                        </p:tav>
                                      </p:tavLst>
                                    </p:anim>
                                  </p:childTnLst>
                                </p:cTn>
                              </p:par>
                              <p:par>
                                <p:cTn id="600" presetID="42" presetClass="entr" presetSubtype="0" fill="hold" grpId="0" nodeType="withEffect">
                                  <p:stCondLst>
                                    <p:cond delay="0"/>
                                  </p:stCondLst>
                                  <p:childTnLst>
                                    <p:set>
                                      <p:cBhvr>
                                        <p:cTn id="601" dur="1" fill="hold">
                                          <p:stCondLst>
                                            <p:cond delay="0"/>
                                          </p:stCondLst>
                                        </p:cTn>
                                        <p:tgtEl>
                                          <p:spTgt spid="306"/>
                                        </p:tgtEl>
                                        <p:attrNameLst>
                                          <p:attrName>style.visibility</p:attrName>
                                        </p:attrNameLst>
                                      </p:cBhvr>
                                      <p:to>
                                        <p:strVal val="visible"/>
                                      </p:to>
                                    </p:set>
                                    <p:animEffect transition="in" filter="fade">
                                      <p:cBhvr>
                                        <p:cTn id="602" dur="1000"/>
                                        <p:tgtEl>
                                          <p:spTgt spid="306"/>
                                        </p:tgtEl>
                                      </p:cBhvr>
                                    </p:animEffect>
                                    <p:anim calcmode="lin" valueType="num">
                                      <p:cBhvr>
                                        <p:cTn id="603" dur="1000" fill="hold"/>
                                        <p:tgtEl>
                                          <p:spTgt spid="306"/>
                                        </p:tgtEl>
                                        <p:attrNameLst>
                                          <p:attrName>ppt_x</p:attrName>
                                        </p:attrNameLst>
                                      </p:cBhvr>
                                      <p:tavLst>
                                        <p:tav tm="0">
                                          <p:val>
                                            <p:strVal val="#ppt_x"/>
                                          </p:val>
                                        </p:tav>
                                        <p:tav tm="100000">
                                          <p:val>
                                            <p:strVal val="#ppt_x"/>
                                          </p:val>
                                        </p:tav>
                                      </p:tavLst>
                                    </p:anim>
                                    <p:anim calcmode="lin" valueType="num">
                                      <p:cBhvr>
                                        <p:cTn id="604" dur="1000" fill="hold"/>
                                        <p:tgtEl>
                                          <p:spTgt spid="306"/>
                                        </p:tgtEl>
                                        <p:attrNameLst>
                                          <p:attrName>ppt_y</p:attrName>
                                        </p:attrNameLst>
                                      </p:cBhvr>
                                      <p:tavLst>
                                        <p:tav tm="0">
                                          <p:val>
                                            <p:strVal val="#ppt_y+.1"/>
                                          </p:val>
                                        </p:tav>
                                        <p:tav tm="100000">
                                          <p:val>
                                            <p:strVal val="#ppt_y"/>
                                          </p:val>
                                        </p:tav>
                                      </p:tavLst>
                                    </p:anim>
                                  </p:childTnLst>
                                </p:cTn>
                              </p:par>
                            </p:childTnLst>
                          </p:cTn>
                        </p:par>
                      </p:childTnLst>
                    </p:cTn>
                  </p:par>
                  <p:par>
                    <p:cTn id="605" fill="hold">
                      <p:stCondLst>
                        <p:cond delay="indefinite"/>
                      </p:stCondLst>
                      <p:childTnLst>
                        <p:par>
                          <p:cTn id="606" fill="hold">
                            <p:stCondLst>
                              <p:cond delay="0"/>
                            </p:stCondLst>
                            <p:childTnLst>
                              <p:par>
                                <p:cTn id="607" presetID="21" presetClass="entr" presetSubtype="1" fill="hold" grpId="0" nodeType="clickEffect">
                                  <p:stCondLst>
                                    <p:cond delay="0"/>
                                  </p:stCondLst>
                                  <p:childTnLst>
                                    <p:set>
                                      <p:cBhvr>
                                        <p:cTn id="608" dur="1" fill="hold">
                                          <p:stCondLst>
                                            <p:cond delay="0"/>
                                          </p:stCondLst>
                                        </p:cTn>
                                        <p:tgtEl>
                                          <p:spTgt spid="2"/>
                                        </p:tgtEl>
                                        <p:attrNameLst>
                                          <p:attrName>style.visibility</p:attrName>
                                        </p:attrNameLst>
                                      </p:cBhvr>
                                      <p:to>
                                        <p:strVal val="visible"/>
                                      </p:to>
                                    </p:set>
                                    <p:animEffect transition="in" filter="wheel(1)">
                                      <p:cBhvr>
                                        <p:cTn id="609" dur="2000"/>
                                        <p:tgtEl>
                                          <p:spTgt spid="2"/>
                                        </p:tgtEl>
                                      </p:cBhvr>
                                    </p:animEffect>
                                  </p:childTnLst>
                                </p:cTn>
                              </p:par>
                            </p:childTnLst>
                          </p:cTn>
                        </p:par>
                      </p:childTnLst>
                    </p:cTn>
                  </p:par>
                  <p:par>
                    <p:cTn id="610" fill="hold">
                      <p:stCondLst>
                        <p:cond delay="indefinite"/>
                      </p:stCondLst>
                      <p:childTnLst>
                        <p:par>
                          <p:cTn id="611" fill="hold">
                            <p:stCondLst>
                              <p:cond delay="0"/>
                            </p:stCondLst>
                            <p:childTnLst>
                              <p:par>
                                <p:cTn id="612" presetID="1" presetClass="entr" presetSubtype="0" fill="hold" grpId="0" nodeType="clickEffect">
                                  <p:stCondLst>
                                    <p:cond delay="0"/>
                                  </p:stCondLst>
                                  <p:childTnLst>
                                    <p:set>
                                      <p:cBhvr>
                                        <p:cTn id="613" dur="1" fill="hold">
                                          <p:stCondLst>
                                            <p:cond delay="0"/>
                                          </p:stCondLst>
                                        </p:cTn>
                                        <p:tgtEl>
                                          <p:spTgt spid="30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9" grpId="0" animBg="1"/>
      <p:bldP spid="20" grpId="0" animBg="1"/>
      <p:bldP spid="34" grpId="0" animBg="1"/>
      <p:bldP spid="44" grpId="0" animBg="1"/>
      <p:bldP spid="45" grpId="0" animBg="1"/>
      <p:bldP spid="49" grpId="0" animBg="1"/>
      <p:bldP spid="56" grpId="0" animBg="1"/>
      <p:bldP spid="66" grpId="0" animBg="1"/>
      <p:bldP spid="67" grpId="0" animBg="1"/>
      <p:bldP spid="72" grpId="0" animBg="1"/>
      <p:bldP spid="82" grpId="0" animBg="1"/>
      <p:bldP spid="92" grpId="0" animBg="1"/>
      <p:bldP spid="93" grpId="0" animBg="1"/>
      <p:bldP spid="97" grpId="0" animBg="1"/>
      <p:bldP spid="104" grpId="0" animBg="1"/>
      <p:bldP spid="114" grpId="0" animBg="1"/>
      <p:bldP spid="115" grpId="0" animBg="1"/>
      <p:bldP spid="123" grpId="0" animBg="1"/>
      <p:bldP spid="124" grpId="0" animBg="1"/>
      <p:bldP spid="163" grpId="0" animBg="1"/>
      <p:bldP spid="164" grpId="0" animBg="1"/>
      <p:bldP spid="165" grpId="0" animBg="1"/>
      <p:bldP spid="177" grpId="0" animBg="1"/>
      <p:bldP spid="187" grpId="0" animBg="1"/>
      <p:bldP spid="188" grpId="0" animBg="1"/>
      <p:bldP spid="199" grpId="0" animBg="1"/>
      <p:bldP spid="209" grpId="0" animBg="1"/>
      <p:bldP spid="210" grpId="0" animBg="1"/>
      <p:bldP spid="217" grpId="0" animBg="1"/>
      <p:bldP spid="229" grpId="0" animBg="1"/>
      <p:bldP spid="239" grpId="0" animBg="1"/>
      <p:bldP spid="240" grpId="0" animBg="1"/>
      <p:bldP spid="245" grpId="0" animBg="1"/>
      <p:bldP spid="246" grpId="0" animBg="1"/>
      <p:bldP spid="253" grpId="0" animBg="1"/>
      <p:bldP spid="263" grpId="0" animBg="1"/>
      <p:bldP spid="264" grpId="0" animBg="1"/>
      <p:bldP spid="269" grpId="0" animBg="1"/>
      <p:bldP spid="277" grpId="0" animBg="1"/>
      <p:bldP spid="287" grpId="0" animBg="1"/>
      <p:bldP spid="288" grpId="0" animBg="1"/>
      <p:bldP spid="292" grpId="0" animBg="1"/>
      <p:bldP spid="296" grpId="0"/>
      <p:bldP spid="297" grpId="0"/>
      <p:bldP spid="298" grpId="0"/>
      <p:bldP spid="300" grpId="0"/>
      <p:bldP spid="301" grpId="0"/>
      <p:bldP spid="302" grpId="0"/>
      <p:bldP spid="303" grpId="0"/>
      <p:bldP spid="304" grpId="0"/>
      <p:bldP spid="305" grpId="0"/>
      <p:bldP spid="306" grpId="0"/>
      <p:bldP spid="307" grpId="0"/>
      <p:bldP spid="2"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1">
            <a:extLst>
              <a:ext uri="{FF2B5EF4-FFF2-40B4-BE49-F238E27FC236}">
                <a16:creationId xmlns:a16="http://schemas.microsoft.com/office/drawing/2014/main" id="{E889C871-69E2-0C5D-B5E8-8354F6FE87BF}"/>
              </a:ext>
            </a:extLst>
          </p:cNvPr>
          <p:cNvSpPr/>
          <p:nvPr/>
        </p:nvSpPr>
        <p:spPr>
          <a:xfrm>
            <a:off x="546573" y="779463"/>
            <a:ext cx="11245377" cy="1709738"/>
          </a:xfrm>
          <a:prstGeom prst="rect">
            <a:avLst/>
          </a:prstGeom>
          <a:noFill/>
          <a:ln/>
        </p:spPr>
        <p:txBody>
          <a:bodyPr wrap="square" lIns="0" tIns="0" rIns="0" bIns="0" rtlCol="0" anchor="t"/>
          <a:lstStyle/>
          <a:p>
            <a:pPr>
              <a:lnSpc>
                <a:spcPts val="6375"/>
              </a:lnSpc>
            </a:pPr>
            <a:r>
              <a:rPr lang="en-US" sz="5083">
                <a:solidFill>
                  <a:srgbClr val="00002E"/>
                </a:solidFill>
                <a:latin typeface="Nunito" pitchFamily="34" charset="0"/>
                <a:ea typeface="Nunito" pitchFamily="34" charset="-122"/>
                <a:cs typeface="Nunito" pitchFamily="34" charset="-120"/>
              </a:rPr>
              <a:t>Aktivitet: Spela tre-i-rad med grannen </a:t>
            </a:r>
            <a:endParaRPr lang="en-US" sz="5083" dirty="0"/>
          </a:p>
        </p:txBody>
      </p:sp>
      <p:sp>
        <p:nvSpPr>
          <p:cNvPr id="3" name="textruta 2">
            <a:extLst>
              <a:ext uri="{FF2B5EF4-FFF2-40B4-BE49-F238E27FC236}">
                <a16:creationId xmlns:a16="http://schemas.microsoft.com/office/drawing/2014/main" id="{8680252A-7556-8448-F717-D029F6A93270}"/>
              </a:ext>
            </a:extLst>
          </p:cNvPr>
          <p:cNvSpPr txBox="1"/>
          <p:nvPr/>
        </p:nvSpPr>
        <p:spPr>
          <a:xfrm>
            <a:off x="852843" y="2599085"/>
            <a:ext cx="9089786" cy="3539430"/>
          </a:xfrm>
          <a:prstGeom prst="rect">
            <a:avLst/>
          </a:prstGeom>
          <a:noFill/>
        </p:spPr>
        <p:txBody>
          <a:bodyPr wrap="square">
            <a:spAutoFit/>
          </a:bodyPr>
          <a:lstStyle/>
          <a:p>
            <a:pPr marL="342900" indent="-342900">
              <a:buAutoNum type="arabicPeriod"/>
            </a:pPr>
            <a:r>
              <a:rPr lang="en-US" sz="1600" b="1" dirty="0" err="1">
                <a:solidFill>
                  <a:srgbClr val="272525"/>
                </a:solidFill>
                <a:latin typeface="Montserrat" pitchFamily="34" charset="0"/>
                <a:ea typeface="Montserrat" pitchFamily="34" charset="-122"/>
                <a:cs typeface="Montserrat" pitchFamily="34" charset="-120"/>
              </a:rPr>
              <a:t>Spela</a:t>
            </a:r>
            <a:r>
              <a:rPr lang="en-US" sz="1600" b="1" dirty="0">
                <a:solidFill>
                  <a:srgbClr val="272525"/>
                </a:solidFill>
                <a:latin typeface="Montserrat" pitchFamily="34" charset="0"/>
                <a:ea typeface="Montserrat" pitchFamily="34" charset="-122"/>
                <a:cs typeface="Montserrat" pitchFamily="34" charset="-120"/>
              </a:rPr>
              <a:t> </a:t>
            </a:r>
            <a:r>
              <a:rPr lang="en-US" sz="1600" b="1" dirty="0" err="1">
                <a:solidFill>
                  <a:srgbClr val="272525"/>
                </a:solidFill>
                <a:latin typeface="Montserrat" pitchFamily="34" charset="0"/>
                <a:ea typeface="Montserrat" pitchFamily="34" charset="-122"/>
                <a:cs typeface="Montserrat" pitchFamily="34" charset="-120"/>
              </a:rPr>
              <a:t>ett</a:t>
            </a:r>
            <a:r>
              <a:rPr lang="en-US" sz="1600" b="1" dirty="0">
                <a:solidFill>
                  <a:srgbClr val="272525"/>
                </a:solidFill>
                <a:latin typeface="Montserrat" pitchFamily="34" charset="0"/>
                <a:ea typeface="Montserrat" pitchFamily="34" charset="-122"/>
                <a:cs typeface="Montserrat" pitchFamily="34" charset="-120"/>
              </a:rPr>
              <a:t> parti </a:t>
            </a:r>
            <a:r>
              <a:rPr lang="en-US" sz="1600" b="1" dirty="0" err="1">
                <a:solidFill>
                  <a:srgbClr val="272525"/>
                </a:solidFill>
                <a:latin typeface="Montserrat" pitchFamily="34" charset="0"/>
                <a:ea typeface="Montserrat" pitchFamily="34" charset="-122"/>
                <a:cs typeface="Montserrat" pitchFamily="34" charset="-120"/>
              </a:rPr>
              <a:t>tre</a:t>
            </a:r>
            <a:r>
              <a:rPr lang="en-US" sz="1600" b="1" dirty="0">
                <a:solidFill>
                  <a:srgbClr val="272525"/>
                </a:solidFill>
                <a:latin typeface="Montserrat" pitchFamily="34" charset="0"/>
                <a:ea typeface="Montserrat" pitchFamily="34" charset="-122"/>
                <a:cs typeface="Montserrat" pitchFamily="34" charset="-120"/>
              </a:rPr>
              <a:t>-</a:t>
            </a:r>
            <a:r>
              <a:rPr lang="en-US" sz="1600" b="1" dirty="0" err="1">
                <a:solidFill>
                  <a:srgbClr val="272525"/>
                </a:solidFill>
                <a:latin typeface="Montserrat" pitchFamily="34" charset="0"/>
                <a:ea typeface="Montserrat" pitchFamily="34" charset="-122"/>
                <a:cs typeface="Montserrat" pitchFamily="34" charset="-120"/>
              </a:rPr>
              <a:t>i</a:t>
            </a:r>
            <a:r>
              <a:rPr lang="en-US" sz="1600" b="1" dirty="0">
                <a:solidFill>
                  <a:srgbClr val="272525"/>
                </a:solidFill>
                <a:latin typeface="Montserrat" pitchFamily="34" charset="0"/>
                <a:ea typeface="Montserrat" pitchFamily="34" charset="-122"/>
                <a:cs typeface="Montserrat" pitchFamily="34" charset="-120"/>
              </a:rPr>
              <a:t>-rad med </a:t>
            </a:r>
            <a:r>
              <a:rPr lang="en-US" sz="1600" b="1" dirty="0" err="1">
                <a:solidFill>
                  <a:srgbClr val="272525"/>
                </a:solidFill>
                <a:latin typeface="Montserrat" pitchFamily="34" charset="0"/>
                <a:ea typeface="Montserrat" pitchFamily="34" charset="-122"/>
                <a:cs typeface="Montserrat" pitchFamily="34" charset="-120"/>
              </a:rPr>
              <a:t>grannen</a:t>
            </a:r>
            <a:r>
              <a:rPr lang="en-US" sz="1600" b="1" dirty="0">
                <a:solidFill>
                  <a:srgbClr val="272525"/>
                </a:solidFill>
                <a:latin typeface="Montserrat" pitchFamily="34" charset="0"/>
                <a:ea typeface="Montserrat" pitchFamily="34" charset="-122"/>
                <a:cs typeface="Montserrat" pitchFamily="34" charset="-120"/>
              </a:rPr>
              <a:t>. </a:t>
            </a:r>
          </a:p>
          <a:p>
            <a:endParaRPr lang="en-US" sz="1600" b="1" dirty="0">
              <a:solidFill>
                <a:srgbClr val="272525"/>
              </a:solidFill>
              <a:latin typeface="Montserrat" pitchFamily="34" charset="0"/>
              <a:ea typeface="Montserrat" pitchFamily="34" charset="-122"/>
              <a:cs typeface="Montserrat" pitchFamily="34" charset="-120"/>
            </a:endParaRPr>
          </a:p>
          <a:p>
            <a:r>
              <a:rPr lang="sv-SE" sz="1600" dirty="0">
                <a:solidFill>
                  <a:srgbClr val="272525"/>
                </a:solidFill>
                <a:latin typeface="Montserrat" pitchFamily="34" charset="0"/>
              </a:rPr>
              <a:t>Notera varje drag och dess position på ett papper eller på datorn.</a:t>
            </a:r>
            <a:endParaRPr lang="en-US" sz="1600" dirty="0">
              <a:solidFill>
                <a:srgbClr val="272525"/>
              </a:solidFill>
              <a:latin typeface="Montserrat" pitchFamily="34" charset="0"/>
            </a:endParaRPr>
          </a:p>
          <a:p>
            <a:endParaRPr lang="en-US" sz="1600" dirty="0">
              <a:solidFill>
                <a:srgbClr val="272525"/>
              </a:solidFill>
              <a:latin typeface="Montserrat" pitchFamily="34" charset="0"/>
              <a:ea typeface="Montserrat" pitchFamily="34" charset="-122"/>
              <a:cs typeface="Montserrat" pitchFamily="34" charset="-120"/>
            </a:endParaRPr>
          </a:p>
          <a:p>
            <a:endParaRPr lang="en-US" sz="1600" dirty="0">
              <a:solidFill>
                <a:srgbClr val="272525"/>
              </a:solidFill>
              <a:latin typeface="Montserrat" pitchFamily="34" charset="0"/>
              <a:ea typeface="Montserrat" pitchFamily="34" charset="-122"/>
              <a:cs typeface="Montserrat" pitchFamily="34" charset="-120"/>
            </a:endParaRPr>
          </a:p>
          <a:p>
            <a:r>
              <a:rPr lang="en-US" sz="1600" b="1" dirty="0">
                <a:solidFill>
                  <a:srgbClr val="272525"/>
                </a:solidFill>
                <a:latin typeface="Montserrat" pitchFamily="34" charset="0"/>
              </a:rPr>
              <a:t>2. </a:t>
            </a:r>
            <a:r>
              <a:rPr lang="sv-SE" sz="1600" b="1" dirty="0">
                <a:solidFill>
                  <a:srgbClr val="272525"/>
                </a:solidFill>
                <a:latin typeface="Montserrat" pitchFamily="34" charset="0"/>
              </a:rPr>
              <a:t>Välj en specifik spelställning från partiet.</a:t>
            </a:r>
          </a:p>
          <a:p>
            <a:endParaRPr lang="en-US" sz="1600" b="1" dirty="0">
              <a:solidFill>
                <a:srgbClr val="272525"/>
              </a:solidFill>
              <a:latin typeface="Montserrat" pitchFamily="34" charset="0"/>
            </a:endParaRPr>
          </a:p>
          <a:p>
            <a:r>
              <a:rPr lang="sv-SE" sz="1600" dirty="0">
                <a:solidFill>
                  <a:srgbClr val="272525"/>
                </a:solidFill>
                <a:latin typeface="Montserrat" pitchFamily="34" charset="0"/>
              </a:rPr>
              <a:t>Rita ett spelträd som visar alla möjliga drag från denna ställning.</a:t>
            </a:r>
          </a:p>
          <a:p>
            <a:endParaRPr lang="sv-SE" sz="1600" dirty="0">
              <a:solidFill>
                <a:srgbClr val="272525"/>
              </a:solidFill>
              <a:latin typeface="Montserrat" pitchFamily="34" charset="0"/>
            </a:endParaRPr>
          </a:p>
          <a:p>
            <a:endParaRPr lang="sv-SE" sz="1600" dirty="0">
              <a:solidFill>
                <a:srgbClr val="272525"/>
              </a:solidFill>
              <a:latin typeface="Montserrat" pitchFamily="34" charset="0"/>
            </a:endParaRPr>
          </a:p>
          <a:p>
            <a:r>
              <a:rPr lang="sv-SE" sz="1600" b="1" dirty="0">
                <a:solidFill>
                  <a:srgbClr val="272525"/>
                </a:solidFill>
                <a:latin typeface="Montserrat" pitchFamily="34" charset="0"/>
              </a:rPr>
              <a:t>3. Använd </a:t>
            </a:r>
            <a:r>
              <a:rPr lang="sv-SE" sz="1600" b="1" dirty="0" err="1">
                <a:solidFill>
                  <a:srgbClr val="272525"/>
                </a:solidFill>
                <a:latin typeface="Montserrat" pitchFamily="34" charset="0"/>
              </a:rPr>
              <a:t>Minimax</a:t>
            </a:r>
            <a:r>
              <a:rPr lang="sv-SE" sz="1600" b="1" dirty="0">
                <a:solidFill>
                  <a:srgbClr val="272525"/>
                </a:solidFill>
                <a:latin typeface="Montserrat" pitchFamily="34" charset="0"/>
              </a:rPr>
              <a:t>-algoritmen för att analysera spelträdet.</a:t>
            </a:r>
          </a:p>
          <a:p>
            <a:endParaRPr lang="sv-SE" sz="1600" b="1" dirty="0">
              <a:solidFill>
                <a:srgbClr val="272525"/>
              </a:solidFill>
              <a:latin typeface="Montserrat" pitchFamily="34" charset="0"/>
            </a:endParaRPr>
          </a:p>
          <a:p>
            <a:r>
              <a:rPr lang="sv-SE" sz="1600" dirty="0">
                <a:solidFill>
                  <a:srgbClr val="272525"/>
                </a:solidFill>
                <a:latin typeface="Montserrat" pitchFamily="34" charset="0"/>
              </a:rPr>
              <a:t>Arbeta bakåt från lövnoderna för att bestämma värdet av tidigare noder</a:t>
            </a:r>
          </a:p>
          <a:p>
            <a:r>
              <a:rPr lang="sv-SE" sz="1600" dirty="0">
                <a:solidFill>
                  <a:srgbClr val="272525"/>
                </a:solidFill>
                <a:latin typeface="Montserrat" pitchFamily="34" charset="0"/>
              </a:rPr>
              <a:t>Identifiera det optimala draget baserat på din analys</a:t>
            </a:r>
            <a:endParaRPr lang="en-US" sz="1600" dirty="0">
              <a:solidFill>
                <a:srgbClr val="272525"/>
              </a:solidFill>
              <a:latin typeface="Montserrat" pitchFamily="34" charset="0"/>
            </a:endParaRPr>
          </a:p>
        </p:txBody>
      </p:sp>
      <p:sp>
        <p:nvSpPr>
          <p:cNvPr id="4" name="textruta 3">
            <a:extLst>
              <a:ext uri="{FF2B5EF4-FFF2-40B4-BE49-F238E27FC236}">
                <a16:creationId xmlns:a16="http://schemas.microsoft.com/office/drawing/2014/main" id="{27A02F26-0260-6BD7-D61D-451F1169D851}"/>
              </a:ext>
            </a:extLst>
          </p:cNvPr>
          <p:cNvSpPr txBox="1"/>
          <p:nvPr/>
        </p:nvSpPr>
        <p:spPr>
          <a:xfrm>
            <a:off x="546573" y="1778000"/>
            <a:ext cx="9702327" cy="369332"/>
          </a:xfrm>
          <a:prstGeom prst="rect">
            <a:avLst/>
          </a:prstGeom>
          <a:noFill/>
        </p:spPr>
        <p:txBody>
          <a:bodyPr wrap="square" rtlCol="0">
            <a:spAutoFit/>
          </a:bodyPr>
          <a:lstStyle/>
          <a:p>
            <a:r>
              <a:rPr lang="sv-SE" dirty="0"/>
              <a:t>Öppna filen ”Lektionsaktivitet – </a:t>
            </a:r>
            <a:r>
              <a:rPr lang="sv-SE" dirty="0" err="1"/>
              <a:t>Minimax</a:t>
            </a:r>
            <a:r>
              <a:rPr lang="sv-SE" dirty="0"/>
              <a:t> i Tre-i-rad” från Teams och läs instruktionerna</a:t>
            </a:r>
          </a:p>
        </p:txBody>
      </p:sp>
      <p:pic>
        <p:nvPicPr>
          <p:cNvPr id="12" name="Bildobjekt 11">
            <a:extLst>
              <a:ext uri="{FF2B5EF4-FFF2-40B4-BE49-F238E27FC236}">
                <a16:creationId xmlns:a16="http://schemas.microsoft.com/office/drawing/2014/main" id="{C441DF4F-5413-F8FB-CB94-4E06BC35980A}"/>
              </a:ext>
            </a:extLst>
          </p:cNvPr>
          <p:cNvPicPr>
            <a:picLocks noChangeAspect="1"/>
          </p:cNvPicPr>
          <p:nvPr/>
        </p:nvPicPr>
        <p:blipFill>
          <a:blip r:embed="rId2"/>
          <a:stretch>
            <a:fillRect/>
          </a:stretch>
        </p:blipFill>
        <p:spPr>
          <a:xfrm>
            <a:off x="8767762" y="2599085"/>
            <a:ext cx="2962275" cy="2971800"/>
          </a:xfrm>
          <a:prstGeom prst="rect">
            <a:avLst/>
          </a:prstGeom>
        </p:spPr>
      </p:pic>
      <p:sp>
        <p:nvSpPr>
          <p:cNvPr id="5" name="Platshållare för sidfot 1">
            <a:extLst>
              <a:ext uri="{FF2B5EF4-FFF2-40B4-BE49-F238E27FC236}">
                <a16:creationId xmlns:a16="http://schemas.microsoft.com/office/drawing/2014/main" id="{DDC5543F-0947-5A69-F43A-992E6FA8A03A}"/>
              </a:ext>
            </a:extLst>
          </p:cNvPr>
          <p:cNvSpPr>
            <a:spLocks noGrp="1"/>
          </p:cNvSpPr>
          <p:nvPr/>
        </p:nvSpPr>
        <p:spPr>
          <a:xfrm>
            <a:off x="2768194" y="6419850"/>
            <a:ext cx="5588812" cy="438150"/>
          </a:xfrm>
          <a:prstGeom prst="rect">
            <a:avLst/>
          </a:prstGeom>
        </p:spPr>
        <p:txBody>
          <a:bodyPr vert="horz" lIns="91440" tIns="45720" rIns="91440" bIns="45720" rtlCol="0" anchor="ctr"/>
          <a:lstStyle>
            <a:defPPr>
              <a:defRPr lang="en-US"/>
            </a:defPPr>
            <a:lvl1pPr marL="0" algn="ctr" defTabSz="457200" rtl="0" eaLnBrk="1" latinLnBrk="0" hangingPunct="1">
              <a:defRPr sz="144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dirty="0"/>
              <a:t>Presentation av David Hedengren</a:t>
            </a:r>
          </a:p>
        </p:txBody>
      </p:sp>
    </p:spTree>
    <p:extLst>
      <p:ext uri="{BB962C8B-B14F-4D97-AF65-F5344CB8AC3E}">
        <p14:creationId xmlns:p14="http://schemas.microsoft.com/office/powerpoint/2010/main" val="297981117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2" name="Rektangel 171">
            <a:extLst>
              <a:ext uri="{FF2B5EF4-FFF2-40B4-BE49-F238E27FC236}">
                <a16:creationId xmlns:a16="http://schemas.microsoft.com/office/drawing/2014/main" id="{2C93278A-5B83-CB46-7564-F658E3F9B304}"/>
              </a:ext>
            </a:extLst>
          </p:cNvPr>
          <p:cNvSpPr/>
          <p:nvPr/>
        </p:nvSpPr>
        <p:spPr>
          <a:xfrm>
            <a:off x="629174" y="276991"/>
            <a:ext cx="2340529" cy="94479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grpSp>
        <p:nvGrpSpPr>
          <p:cNvPr id="4" name="Grupp 3">
            <a:extLst>
              <a:ext uri="{FF2B5EF4-FFF2-40B4-BE49-F238E27FC236}">
                <a16:creationId xmlns:a16="http://schemas.microsoft.com/office/drawing/2014/main" id="{0B3CDC3B-F76E-8AAF-AE71-C0C40F74E4B1}"/>
              </a:ext>
            </a:extLst>
          </p:cNvPr>
          <p:cNvGrpSpPr/>
          <p:nvPr/>
        </p:nvGrpSpPr>
        <p:grpSpPr>
          <a:xfrm>
            <a:off x="5420360" y="127350"/>
            <a:ext cx="1313180" cy="1308100"/>
            <a:chOff x="35008" y="9742"/>
            <a:chExt cx="893451" cy="852645"/>
          </a:xfrm>
          <a:solidFill>
            <a:schemeClr val="bg1"/>
          </a:solidFill>
        </p:grpSpPr>
        <p:sp>
          <p:nvSpPr>
            <p:cNvPr id="5" name="Rektangel 4">
              <a:extLst>
                <a:ext uri="{FF2B5EF4-FFF2-40B4-BE49-F238E27FC236}">
                  <a16:creationId xmlns:a16="http://schemas.microsoft.com/office/drawing/2014/main" id="{E8818188-D7B5-3A37-3216-BD0079944234}"/>
                </a:ext>
              </a:extLst>
            </p:cNvPr>
            <p:cNvSpPr/>
            <p:nvPr/>
          </p:nvSpPr>
          <p:spPr>
            <a:xfrm>
              <a:off x="44539" y="9742"/>
              <a:ext cx="883920" cy="846295"/>
            </a:xfrm>
            <a:prstGeom prst="rect">
              <a:avLst/>
            </a:prstGeom>
            <a:grpFill/>
            <a:scene3d>
              <a:camera prst="orthographicFront"/>
              <a:lightRig rig="threePt" dir="t"/>
            </a:scene3d>
            <a:sp3d>
              <a:bevel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sv-SE"/>
            </a:p>
          </p:txBody>
        </p:sp>
        <p:cxnSp>
          <p:nvCxnSpPr>
            <p:cNvPr id="6" name="Rak koppling 5">
              <a:extLst>
                <a:ext uri="{FF2B5EF4-FFF2-40B4-BE49-F238E27FC236}">
                  <a16:creationId xmlns:a16="http://schemas.microsoft.com/office/drawing/2014/main" id="{F64EC75B-4C91-4D41-50A2-51350ADB2290}"/>
                </a:ext>
              </a:extLst>
            </p:cNvPr>
            <p:cNvCxnSpPr>
              <a:cxnSpLocks/>
            </p:cNvCxnSpPr>
            <p:nvPr/>
          </p:nvCxnSpPr>
          <p:spPr>
            <a:xfrm flipV="1">
              <a:off x="345050" y="16092"/>
              <a:ext cx="0" cy="846295"/>
            </a:xfrm>
            <a:prstGeom prst="line">
              <a:avLst/>
            </a:prstGeom>
            <a:grpFill/>
            <a:ln>
              <a:solidFill>
                <a:schemeClr val="accent1">
                  <a:lumMod val="50000"/>
                </a:schemeClr>
              </a:solidFill>
            </a:ln>
            <a:scene3d>
              <a:camera prst="orthographicFront"/>
              <a:lightRig rig="threePt" dir="t"/>
            </a:scene3d>
            <a:sp3d>
              <a:bevelT/>
            </a:sp3d>
          </p:spPr>
          <p:style>
            <a:lnRef idx="1">
              <a:schemeClr val="accent1"/>
            </a:lnRef>
            <a:fillRef idx="0">
              <a:schemeClr val="accent1"/>
            </a:fillRef>
            <a:effectRef idx="0">
              <a:schemeClr val="accent1"/>
            </a:effectRef>
            <a:fontRef idx="minor">
              <a:schemeClr val="tx1"/>
            </a:fontRef>
          </p:style>
        </p:cxnSp>
        <p:cxnSp>
          <p:nvCxnSpPr>
            <p:cNvPr id="7" name="Rak koppling 6">
              <a:extLst>
                <a:ext uri="{FF2B5EF4-FFF2-40B4-BE49-F238E27FC236}">
                  <a16:creationId xmlns:a16="http://schemas.microsoft.com/office/drawing/2014/main" id="{D7F4A7B6-506A-775E-77D0-34F2DAD7FEE6}"/>
                </a:ext>
              </a:extLst>
            </p:cNvPr>
            <p:cNvCxnSpPr>
              <a:cxnSpLocks/>
            </p:cNvCxnSpPr>
            <p:nvPr/>
          </p:nvCxnSpPr>
          <p:spPr>
            <a:xfrm flipV="1">
              <a:off x="642710" y="16092"/>
              <a:ext cx="0" cy="846295"/>
            </a:xfrm>
            <a:prstGeom prst="line">
              <a:avLst/>
            </a:prstGeom>
            <a:grpFill/>
            <a:ln>
              <a:solidFill>
                <a:schemeClr val="accent1">
                  <a:lumMod val="50000"/>
                </a:schemeClr>
              </a:solidFill>
            </a:ln>
            <a:scene3d>
              <a:camera prst="orthographicFront"/>
              <a:lightRig rig="threePt" dir="t"/>
            </a:scene3d>
            <a:sp3d>
              <a:bevelT/>
            </a:sp3d>
          </p:spPr>
          <p:style>
            <a:lnRef idx="1">
              <a:schemeClr val="accent1"/>
            </a:lnRef>
            <a:fillRef idx="0">
              <a:schemeClr val="accent1"/>
            </a:fillRef>
            <a:effectRef idx="0">
              <a:schemeClr val="accent1"/>
            </a:effectRef>
            <a:fontRef idx="minor">
              <a:schemeClr val="tx1"/>
            </a:fontRef>
          </p:style>
        </p:cxnSp>
        <p:cxnSp>
          <p:nvCxnSpPr>
            <p:cNvPr id="8" name="Rak koppling 7">
              <a:extLst>
                <a:ext uri="{FF2B5EF4-FFF2-40B4-BE49-F238E27FC236}">
                  <a16:creationId xmlns:a16="http://schemas.microsoft.com/office/drawing/2014/main" id="{24902D2E-6624-FE1F-D5D1-606439FE091B}"/>
                </a:ext>
              </a:extLst>
            </p:cNvPr>
            <p:cNvCxnSpPr>
              <a:cxnSpLocks/>
            </p:cNvCxnSpPr>
            <p:nvPr/>
          </p:nvCxnSpPr>
          <p:spPr>
            <a:xfrm flipH="1">
              <a:off x="46917" y="311363"/>
              <a:ext cx="881542" cy="0"/>
            </a:xfrm>
            <a:prstGeom prst="line">
              <a:avLst/>
            </a:prstGeom>
            <a:grpFill/>
            <a:ln>
              <a:solidFill>
                <a:schemeClr val="accent1">
                  <a:lumMod val="50000"/>
                </a:schemeClr>
              </a:solidFill>
            </a:ln>
            <a:scene3d>
              <a:camera prst="orthographicFront"/>
              <a:lightRig rig="threePt" dir="t"/>
            </a:scene3d>
            <a:sp3d>
              <a:bevelT/>
            </a:sp3d>
          </p:spPr>
          <p:style>
            <a:lnRef idx="1">
              <a:schemeClr val="accent1"/>
            </a:lnRef>
            <a:fillRef idx="0">
              <a:schemeClr val="accent1"/>
            </a:fillRef>
            <a:effectRef idx="0">
              <a:schemeClr val="accent1"/>
            </a:effectRef>
            <a:fontRef idx="minor">
              <a:schemeClr val="tx1"/>
            </a:fontRef>
          </p:style>
        </p:cxnSp>
        <p:cxnSp>
          <p:nvCxnSpPr>
            <p:cNvPr id="9" name="Rak koppling 8">
              <a:extLst>
                <a:ext uri="{FF2B5EF4-FFF2-40B4-BE49-F238E27FC236}">
                  <a16:creationId xmlns:a16="http://schemas.microsoft.com/office/drawing/2014/main" id="{4832ECC2-FF3B-422C-BFF9-91FC52A33F5F}"/>
                </a:ext>
              </a:extLst>
            </p:cNvPr>
            <p:cNvCxnSpPr>
              <a:cxnSpLocks/>
            </p:cNvCxnSpPr>
            <p:nvPr/>
          </p:nvCxnSpPr>
          <p:spPr>
            <a:xfrm flipH="1">
              <a:off x="35008" y="582825"/>
              <a:ext cx="881542" cy="0"/>
            </a:xfrm>
            <a:prstGeom prst="line">
              <a:avLst/>
            </a:prstGeom>
            <a:grpFill/>
            <a:ln>
              <a:solidFill>
                <a:schemeClr val="accent1">
                  <a:lumMod val="50000"/>
                </a:schemeClr>
              </a:solidFill>
            </a:ln>
            <a:scene3d>
              <a:camera prst="orthographicFront"/>
              <a:lightRig rig="threePt" dir="t"/>
            </a:scene3d>
            <a:sp3d>
              <a:bevelT/>
            </a:sp3d>
          </p:spPr>
          <p:style>
            <a:lnRef idx="1">
              <a:schemeClr val="accent1"/>
            </a:lnRef>
            <a:fillRef idx="0">
              <a:schemeClr val="accent1"/>
            </a:fillRef>
            <a:effectRef idx="0">
              <a:schemeClr val="accent1"/>
            </a:effectRef>
            <a:fontRef idx="minor">
              <a:schemeClr val="tx1"/>
            </a:fontRef>
          </p:style>
        </p:cxnSp>
      </p:grpSp>
      <p:grpSp>
        <p:nvGrpSpPr>
          <p:cNvPr id="10" name="Grupp 9">
            <a:extLst>
              <a:ext uri="{FF2B5EF4-FFF2-40B4-BE49-F238E27FC236}">
                <a16:creationId xmlns:a16="http://schemas.microsoft.com/office/drawing/2014/main" id="{3C367A66-3E97-19D0-1AE4-674A6C787B6A}"/>
              </a:ext>
            </a:extLst>
          </p:cNvPr>
          <p:cNvGrpSpPr/>
          <p:nvPr/>
        </p:nvGrpSpPr>
        <p:grpSpPr>
          <a:xfrm>
            <a:off x="8897230" y="1930738"/>
            <a:ext cx="1313180" cy="1308100"/>
            <a:chOff x="35008" y="9742"/>
            <a:chExt cx="893451" cy="852645"/>
          </a:xfrm>
          <a:solidFill>
            <a:schemeClr val="bg1"/>
          </a:solidFill>
        </p:grpSpPr>
        <p:sp>
          <p:nvSpPr>
            <p:cNvPr id="11" name="Rektangel 10">
              <a:extLst>
                <a:ext uri="{FF2B5EF4-FFF2-40B4-BE49-F238E27FC236}">
                  <a16:creationId xmlns:a16="http://schemas.microsoft.com/office/drawing/2014/main" id="{E9B21CFF-949D-2110-D77E-506B7507A97D}"/>
                </a:ext>
              </a:extLst>
            </p:cNvPr>
            <p:cNvSpPr/>
            <p:nvPr/>
          </p:nvSpPr>
          <p:spPr>
            <a:xfrm>
              <a:off x="44539" y="9742"/>
              <a:ext cx="883920" cy="846295"/>
            </a:xfrm>
            <a:prstGeom prst="rect">
              <a:avLst/>
            </a:prstGeom>
            <a:grpFill/>
            <a:scene3d>
              <a:camera prst="orthographicFront"/>
              <a:lightRig rig="threePt" dir="t"/>
            </a:scene3d>
            <a:sp3d>
              <a:bevel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sv-SE"/>
            </a:p>
          </p:txBody>
        </p:sp>
        <p:cxnSp>
          <p:nvCxnSpPr>
            <p:cNvPr id="12" name="Rak koppling 11">
              <a:extLst>
                <a:ext uri="{FF2B5EF4-FFF2-40B4-BE49-F238E27FC236}">
                  <a16:creationId xmlns:a16="http://schemas.microsoft.com/office/drawing/2014/main" id="{EFAFD6CA-21B1-4D92-BF11-5D5102C57625}"/>
                </a:ext>
              </a:extLst>
            </p:cNvPr>
            <p:cNvCxnSpPr>
              <a:cxnSpLocks/>
            </p:cNvCxnSpPr>
            <p:nvPr/>
          </p:nvCxnSpPr>
          <p:spPr>
            <a:xfrm flipV="1">
              <a:off x="345050" y="16092"/>
              <a:ext cx="0" cy="846295"/>
            </a:xfrm>
            <a:prstGeom prst="line">
              <a:avLst/>
            </a:prstGeom>
            <a:grpFill/>
            <a:ln>
              <a:solidFill>
                <a:schemeClr val="accent1">
                  <a:lumMod val="50000"/>
                </a:schemeClr>
              </a:solidFill>
            </a:ln>
            <a:scene3d>
              <a:camera prst="orthographicFront"/>
              <a:lightRig rig="threePt" dir="t"/>
            </a:scene3d>
            <a:sp3d>
              <a:bevelT/>
            </a:sp3d>
          </p:spPr>
          <p:style>
            <a:lnRef idx="1">
              <a:schemeClr val="accent1"/>
            </a:lnRef>
            <a:fillRef idx="0">
              <a:schemeClr val="accent1"/>
            </a:fillRef>
            <a:effectRef idx="0">
              <a:schemeClr val="accent1"/>
            </a:effectRef>
            <a:fontRef idx="minor">
              <a:schemeClr val="tx1"/>
            </a:fontRef>
          </p:style>
        </p:cxnSp>
        <p:cxnSp>
          <p:nvCxnSpPr>
            <p:cNvPr id="13" name="Rak koppling 12">
              <a:extLst>
                <a:ext uri="{FF2B5EF4-FFF2-40B4-BE49-F238E27FC236}">
                  <a16:creationId xmlns:a16="http://schemas.microsoft.com/office/drawing/2014/main" id="{9DB6A8EC-D493-BCED-FF71-7FF8E3FAF6B7}"/>
                </a:ext>
              </a:extLst>
            </p:cNvPr>
            <p:cNvCxnSpPr>
              <a:cxnSpLocks/>
            </p:cNvCxnSpPr>
            <p:nvPr/>
          </p:nvCxnSpPr>
          <p:spPr>
            <a:xfrm flipV="1">
              <a:off x="642710" y="16092"/>
              <a:ext cx="0" cy="846295"/>
            </a:xfrm>
            <a:prstGeom prst="line">
              <a:avLst/>
            </a:prstGeom>
            <a:grpFill/>
            <a:ln>
              <a:solidFill>
                <a:schemeClr val="accent1">
                  <a:lumMod val="50000"/>
                </a:schemeClr>
              </a:solidFill>
            </a:ln>
            <a:scene3d>
              <a:camera prst="orthographicFront"/>
              <a:lightRig rig="threePt" dir="t"/>
            </a:scene3d>
            <a:sp3d>
              <a:bevelT/>
            </a:sp3d>
          </p:spPr>
          <p:style>
            <a:lnRef idx="1">
              <a:schemeClr val="accent1"/>
            </a:lnRef>
            <a:fillRef idx="0">
              <a:schemeClr val="accent1"/>
            </a:fillRef>
            <a:effectRef idx="0">
              <a:schemeClr val="accent1"/>
            </a:effectRef>
            <a:fontRef idx="minor">
              <a:schemeClr val="tx1"/>
            </a:fontRef>
          </p:style>
        </p:cxnSp>
        <p:cxnSp>
          <p:nvCxnSpPr>
            <p:cNvPr id="14" name="Rak koppling 13">
              <a:extLst>
                <a:ext uri="{FF2B5EF4-FFF2-40B4-BE49-F238E27FC236}">
                  <a16:creationId xmlns:a16="http://schemas.microsoft.com/office/drawing/2014/main" id="{4B6F6EA3-B6DA-6973-4A4E-6ED1939AE19F}"/>
                </a:ext>
              </a:extLst>
            </p:cNvPr>
            <p:cNvCxnSpPr>
              <a:cxnSpLocks/>
            </p:cNvCxnSpPr>
            <p:nvPr/>
          </p:nvCxnSpPr>
          <p:spPr>
            <a:xfrm flipH="1">
              <a:off x="46917" y="311363"/>
              <a:ext cx="881542" cy="0"/>
            </a:xfrm>
            <a:prstGeom prst="line">
              <a:avLst/>
            </a:prstGeom>
            <a:grpFill/>
            <a:ln>
              <a:solidFill>
                <a:schemeClr val="accent1">
                  <a:lumMod val="50000"/>
                </a:schemeClr>
              </a:solidFill>
            </a:ln>
            <a:scene3d>
              <a:camera prst="orthographicFront"/>
              <a:lightRig rig="threePt" dir="t"/>
            </a:scene3d>
            <a:sp3d>
              <a:bevelT/>
            </a:sp3d>
          </p:spPr>
          <p:style>
            <a:lnRef idx="1">
              <a:schemeClr val="accent1"/>
            </a:lnRef>
            <a:fillRef idx="0">
              <a:schemeClr val="accent1"/>
            </a:fillRef>
            <a:effectRef idx="0">
              <a:schemeClr val="accent1"/>
            </a:effectRef>
            <a:fontRef idx="minor">
              <a:schemeClr val="tx1"/>
            </a:fontRef>
          </p:style>
        </p:cxnSp>
        <p:cxnSp>
          <p:nvCxnSpPr>
            <p:cNvPr id="15" name="Rak koppling 14">
              <a:extLst>
                <a:ext uri="{FF2B5EF4-FFF2-40B4-BE49-F238E27FC236}">
                  <a16:creationId xmlns:a16="http://schemas.microsoft.com/office/drawing/2014/main" id="{3BEE705A-AC82-C8AD-8FC1-830739B106DD}"/>
                </a:ext>
              </a:extLst>
            </p:cNvPr>
            <p:cNvCxnSpPr>
              <a:cxnSpLocks/>
            </p:cNvCxnSpPr>
            <p:nvPr/>
          </p:nvCxnSpPr>
          <p:spPr>
            <a:xfrm flipH="1">
              <a:off x="35008" y="582825"/>
              <a:ext cx="881542" cy="0"/>
            </a:xfrm>
            <a:prstGeom prst="line">
              <a:avLst/>
            </a:prstGeom>
            <a:grpFill/>
            <a:ln>
              <a:solidFill>
                <a:schemeClr val="accent1">
                  <a:lumMod val="50000"/>
                </a:schemeClr>
              </a:solidFill>
            </a:ln>
            <a:scene3d>
              <a:camera prst="orthographicFront"/>
              <a:lightRig rig="threePt" dir="t"/>
            </a:scene3d>
            <a:sp3d>
              <a:bevelT/>
            </a:sp3d>
          </p:spPr>
          <p:style>
            <a:lnRef idx="1">
              <a:schemeClr val="accent1"/>
            </a:lnRef>
            <a:fillRef idx="0">
              <a:schemeClr val="accent1"/>
            </a:fillRef>
            <a:effectRef idx="0">
              <a:schemeClr val="accent1"/>
            </a:effectRef>
            <a:fontRef idx="minor">
              <a:schemeClr val="tx1"/>
            </a:fontRef>
          </p:style>
        </p:cxnSp>
      </p:grpSp>
      <p:grpSp>
        <p:nvGrpSpPr>
          <p:cNvPr id="16" name="Grupp 15">
            <a:extLst>
              <a:ext uri="{FF2B5EF4-FFF2-40B4-BE49-F238E27FC236}">
                <a16:creationId xmlns:a16="http://schemas.microsoft.com/office/drawing/2014/main" id="{1134C63A-EDD0-2231-B8D3-69FA74AA112B}"/>
              </a:ext>
            </a:extLst>
          </p:cNvPr>
          <p:cNvGrpSpPr/>
          <p:nvPr/>
        </p:nvGrpSpPr>
        <p:grpSpPr>
          <a:xfrm>
            <a:off x="5386678" y="1920996"/>
            <a:ext cx="1313180" cy="1308100"/>
            <a:chOff x="35008" y="9742"/>
            <a:chExt cx="893451" cy="852645"/>
          </a:xfrm>
          <a:solidFill>
            <a:schemeClr val="bg1"/>
          </a:solidFill>
        </p:grpSpPr>
        <p:sp>
          <p:nvSpPr>
            <p:cNvPr id="17" name="Rektangel 16">
              <a:extLst>
                <a:ext uri="{FF2B5EF4-FFF2-40B4-BE49-F238E27FC236}">
                  <a16:creationId xmlns:a16="http://schemas.microsoft.com/office/drawing/2014/main" id="{9D1F8C84-80A0-9479-E08A-4E5B3267FA07}"/>
                </a:ext>
              </a:extLst>
            </p:cNvPr>
            <p:cNvSpPr/>
            <p:nvPr/>
          </p:nvSpPr>
          <p:spPr>
            <a:xfrm>
              <a:off x="44539" y="9742"/>
              <a:ext cx="883920" cy="846295"/>
            </a:xfrm>
            <a:prstGeom prst="rect">
              <a:avLst/>
            </a:prstGeom>
            <a:grpFill/>
            <a:scene3d>
              <a:camera prst="orthographicFront"/>
              <a:lightRig rig="threePt" dir="t"/>
            </a:scene3d>
            <a:sp3d>
              <a:bevel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sv-SE"/>
            </a:p>
          </p:txBody>
        </p:sp>
        <p:cxnSp>
          <p:nvCxnSpPr>
            <p:cNvPr id="18" name="Rak koppling 17">
              <a:extLst>
                <a:ext uri="{FF2B5EF4-FFF2-40B4-BE49-F238E27FC236}">
                  <a16:creationId xmlns:a16="http://schemas.microsoft.com/office/drawing/2014/main" id="{D77F388B-EEEA-BF06-F054-65AE499F23AF}"/>
                </a:ext>
              </a:extLst>
            </p:cNvPr>
            <p:cNvCxnSpPr>
              <a:cxnSpLocks/>
            </p:cNvCxnSpPr>
            <p:nvPr/>
          </p:nvCxnSpPr>
          <p:spPr>
            <a:xfrm flipV="1">
              <a:off x="345050" y="16092"/>
              <a:ext cx="0" cy="846295"/>
            </a:xfrm>
            <a:prstGeom prst="line">
              <a:avLst/>
            </a:prstGeom>
            <a:grpFill/>
            <a:ln>
              <a:solidFill>
                <a:schemeClr val="accent1">
                  <a:lumMod val="50000"/>
                </a:schemeClr>
              </a:solidFill>
            </a:ln>
            <a:scene3d>
              <a:camera prst="orthographicFront"/>
              <a:lightRig rig="threePt" dir="t"/>
            </a:scene3d>
            <a:sp3d>
              <a:bevelT/>
            </a:sp3d>
          </p:spPr>
          <p:style>
            <a:lnRef idx="1">
              <a:schemeClr val="accent1"/>
            </a:lnRef>
            <a:fillRef idx="0">
              <a:schemeClr val="accent1"/>
            </a:fillRef>
            <a:effectRef idx="0">
              <a:schemeClr val="accent1"/>
            </a:effectRef>
            <a:fontRef idx="minor">
              <a:schemeClr val="tx1"/>
            </a:fontRef>
          </p:style>
        </p:cxnSp>
        <p:cxnSp>
          <p:nvCxnSpPr>
            <p:cNvPr id="19" name="Rak koppling 18">
              <a:extLst>
                <a:ext uri="{FF2B5EF4-FFF2-40B4-BE49-F238E27FC236}">
                  <a16:creationId xmlns:a16="http://schemas.microsoft.com/office/drawing/2014/main" id="{2B51D866-F01B-90F5-3DB6-F23C15043D3C}"/>
                </a:ext>
              </a:extLst>
            </p:cNvPr>
            <p:cNvCxnSpPr>
              <a:cxnSpLocks/>
            </p:cNvCxnSpPr>
            <p:nvPr/>
          </p:nvCxnSpPr>
          <p:spPr>
            <a:xfrm flipV="1">
              <a:off x="642710" y="16092"/>
              <a:ext cx="0" cy="846295"/>
            </a:xfrm>
            <a:prstGeom prst="line">
              <a:avLst/>
            </a:prstGeom>
            <a:grpFill/>
            <a:ln>
              <a:solidFill>
                <a:schemeClr val="accent1">
                  <a:lumMod val="50000"/>
                </a:schemeClr>
              </a:solidFill>
            </a:ln>
            <a:scene3d>
              <a:camera prst="orthographicFront"/>
              <a:lightRig rig="threePt" dir="t"/>
            </a:scene3d>
            <a:sp3d>
              <a:bevelT/>
            </a:sp3d>
          </p:spPr>
          <p:style>
            <a:lnRef idx="1">
              <a:schemeClr val="accent1"/>
            </a:lnRef>
            <a:fillRef idx="0">
              <a:schemeClr val="accent1"/>
            </a:fillRef>
            <a:effectRef idx="0">
              <a:schemeClr val="accent1"/>
            </a:effectRef>
            <a:fontRef idx="minor">
              <a:schemeClr val="tx1"/>
            </a:fontRef>
          </p:style>
        </p:cxnSp>
        <p:cxnSp>
          <p:nvCxnSpPr>
            <p:cNvPr id="20" name="Rak koppling 19">
              <a:extLst>
                <a:ext uri="{FF2B5EF4-FFF2-40B4-BE49-F238E27FC236}">
                  <a16:creationId xmlns:a16="http://schemas.microsoft.com/office/drawing/2014/main" id="{331CF7C7-8AFB-7CF9-291E-5D275F45E1FE}"/>
                </a:ext>
              </a:extLst>
            </p:cNvPr>
            <p:cNvCxnSpPr>
              <a:cxnSpLocks/>
            </p:cNvCxnSpPr>
            <p:nvPr/>
          </p:nvCxnSpPr>
          <p:spPr>
            <a:xfrm flipH="1">
              <a:off x="46917" y="311363"/>
              <a:ext cx="881542" cy="0"/>
            </a:xfrm>
            <a:prstGeom prst="line">
              <a:avLst/>
            </a:prstGeom>
            <a:grpFill/>
            <a:ln>
              <a:solidFill>
                <a:schemeClr val="accent1">
                  <a:lumMod val="50000"/>
                </a:schemeClr>
              </a:solidFill>
            </a:ln>
            <a:scene3d>
              <a:camera prst="orthographicFront"/>
              <a:lightRig rig="threePt" dir="t"/>
            </a:scene3d>
            <a:sp3d>
              <a:bevelT/>
            </a:sp3d>
          </p:spPr>
          <p:style>
            <a:lnRef idx="1">
              <a:schemeClr val="accent1"/>
            </a:lnRef>
            <a:fillRef idx="0">
              <a:schemeClr val="accent1"/>
            </a:fillRef>
            <a:effectRef idx="0">
              <a:schemeClr val="accent1"/>
            </a:effectRef>
            <a:fontRef idx="minor">
              <a:schemeClr val="tx1"/>
            </a:fontRef>
          </p:style>
        </p:cxnSp>
        <p:cxnSp>
          <p:nvCxnSpPr>
            <p:cNvPr id="21" name="Rak koppling 20">
              <a:extLst>
                <a:ext uri="{FF2B5EF4-FFF2-40B4-BE49-F238E27FC236}">
                  <a16:creationId xmlns:a16="http://schemas.microsoft.com/office/drawing/2014/main" id="{6E1B3765-CC8A-D32B-6805-C5B08BA3620B}"/>
                </a:ext>
              </a:extLst>
            </p:cNvPr>
            <p:cNvCxnSpPr>
              <a:cxnSpLocks/>
            </p:cNvCxnSpPr>
            <p:nvPr/>
          </p:nvCxnSpPr>
          <p:spPr>
            <a:xfrm flipH="1">
              <a:off x="35008" y="582825"/>
              <a:ext cx="881542" cy="0"/>
            </a:xfrm>
            <a:prstGeom prst="line">
              <a:avLst/>
            </a:prstGeom>
            <a:grpFill/>
            <a:ln>
              <a:solidFill>
                <a:schemeClr val="accent1">
                  <a:lumMod val="50000"/>
                </a:schemeClr>
              </a:solidFill>
            </a:ln>
            <a:scene3d>
              <a:camera prst="orthographicFront"/>
              <a:lightRig rig="threePt" dir="t"/>
            </a:scene3d>
            <a:sp3d>
              <a:bevelT/>
            </a:sp3d>
          </p:spPr>
          <p:style>
            <a:lnRef idx="1">
              <a:schemeClr val="accent1"/>
            </a:lnRef>
            <a:fillRef idx="0">
              <a:schemeClr val="accent1"/>
            </a:fillRef>
            <a:effectRef idx="0">
              <a:schemeClr val="accent1"/>
            </a:effectRef>
            <a:fontRef idx="minor">
              <a:schemeClr val="tx1"/>
            </a:fontRef>
          </p:style>
        </p:cxnSp>
      </p:grpSp>
      <p:grpSp>
        <p:nvGrpSpPr>
          <p:cNvPr id="22" name="Grupp 21">
            <a:extLst>
              <a:ext uri="{FF2B5EF4-FFF2-40B4-BE49-F238E27FC236}">
                <a16:creationId xmlns:a16="http://schemas.microsoft.com/office/drawing/2014/main" id="{FD09ADB3-7C0A-AC92-99F0-D4DB3030F337}"/>
              </a:ext>
            </a:extLst>
          </p:cNvPr>
          <p:cNvGrpSpPr/>
          <p:nvPr/>
        </p:nvGrpSpPr>
        <p:grpSpPr>
          <a:xfrm>
            <a:off x="1952562" y="1898187"/>
            <a:ext cx="1313180" cy="1308100"/>
            <a:chOff x="35008" y="9742"/>
            <a:chExt cx="893451" cy="852645"/>
          </a:xfrm>
          <a:solidFill>
            <a:schemeClr val="bg1"/>
          </a:solidFill>
        </p:grpSpPr>
        <p:sp>
          <p:nvSpPr>
            <p:cNvPr id="23" name="Rektangel 22">
              <a:extLst>
                <a:ext uri="{FF2B5EF4-FFF2-40B4-BE49-F238E27FC236}">
                  <a16:creationId xmlns:a16="http://schemas.microsoft.com/office/drawing/2014/main" id="{CAA96051-B2D4-52BC-C9B3-BF7FFC2D9F27}"/>
                </a:ext>
              </a:extLst>
            </p:cNvPr>
            <p:cNvSpPr/>
            <p:nvPr/>
          </p:nvSpPr>
          <p:spPr>
            <a:xfrm>
              <a:off x="44539" y="9742"/>
              <a:ext cx="883920" cy="846295"/>
            </a:xfrm>
            <a:prstGeom prst="rect">
              <a:avLst/>
            </a:prstGeom>
            <a:grpFill/>
            <a:scene3d>
              <a:camera prst="orthographicFront"/>
              <a:lightRig rig="threePt" dir="t"/>
            </a:scene3d>
            <a:sp3d>
              <a:bevel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sv-SE"/>
            </a:p>
          </p:txBody>
        </p:sp>
        <p:cxnSp>
          <p:nvCxnSpPr>
            <p:cNvPr id="24" name="Rak koppling 23">
              <a:extLst>
                <a:ext uri="{FF2B5EF4-FFF2-40B4-BE49-F238E27FC236}">
                  <a16:creationId xmlns:a16="http://schemas.microsoft.com/office/drawing/2014/main" id="{2918D15A-F3D5-DD43-04E7-451AB72DCD43}"/>
                </a:ext>
              </a:extLst>
            </p:cNvPr>
            <p:cNvCxnSpPr>
              <a:cxnSpLocks/>
            </p:cNvCxnSpPr>
            <p:nvPr/>
          </p:nvCxnSpPr>
          <p:spPr>
            <a:xfrm flipV="1">
              <a:off x="345050" y="16092"/>
              <a:ext cx="0" cy="846295"/>
            </a:xfrm>
            <a:prstGeom prst="line">
              <a:avLst/>
            </a:prstGeom>
            <a:grpFill/>
            <a:ln>
              <a:solidFill>
                <a:schemeClr val="accent1">
                  <a:lumMod val="50000"/>
                </a:schemeClr>
              </a:solidFill>
            </a:ln>
            <a:scene3d>
              <a:camera prst="orthographicFront"/>
              <a:lightRig rig="threePt" dir="t"/>
            </a:scene3d>
            <a:sp3d>
              <a:bevelT/>
            </a:sp3d>
          </p:spPr>
          <p:style>
            <a:lnRef idx="1">
              <a:schemeClr val="accent1"/>
            </a:lnRef>
            <a:fillRef idx="0">
              <a:schemeClr val="accent1"/>
            </a:fillRef>
            <a:effectRef idx="0">
              <a:schemeClr val="accent1"/>
            </a:effectRef>
            <a:fontRef idx="minor">
              <a:schemeClr val="tx1"/>
            </a:fontRef>
          </p:style>
        </p:cxnSp>
        <p:cxnSp>
          <p:nvCxnSpPr>
            <p:cNvPr id="25" name="Rak koppling 24">
              <a:extLst>
                <a:ext uri="{FF2B5EF4-FFF2-40B4-BE49-F238E27FC236}">
                  <a16:creationId xmlns:a16="http://schemas.microsoft.com/office/drawing/2014/main" id="{3F8CA5E4-9B13-7EA4-86CB-3427DF2DE1C7}"/>
                </a:ext>
              </a:extLst>
            </p:cNvPr>
            <p:cNvCxnSpPr>
              <a:cxnSpLocks/>
            </p:cNvCxnSpPr>
            <p:nvPr/>
          </p:nvCxnSpPr>
          <p:spPr>
            <a:xfrm flipV="1">
              <a:off x="642710" y="16092"/>
              <a:ext cx="0" cy="846295"/>
            </a:xfrm>
            <a:prstGeom prst="line">
              <a:avLst/>
            </a:prstGeom>
            <a:grpFill/>
            <a:ln>
              <a:solidFill>
                <a:schemeClr val="accent1">
                  <a:lumMod val="50000"/>
                </a:schemeClr>
              </a:solidFill>
            </a:ln>
            <a:scene3d>
              <a:camera prst="orthographicFront"/>
              <a:lightRig rig="threePt" dir="t"/>
            </a:scene3d>
            <a:sp3d>
              <a:bevelT/>
            </a:sp3d>
          </p:spPr>
          <p:style>
            <a:lnRef idx="1">
              <a:schemeClr val="accent1"/>
            </a:lnRef>
            <a:fillRef idx="0">
              <a:schemeClr val="accent1"/>
            </a:fillRef>
            <a:effectRef idx="0">
              <a:schemeClr val="accent1"/>
            </a:effectRef>
            <a:fontRef idx="minor">
              <a:schemeClr val="tx1"/>
            </a:fontRef>
          </p:style>
        </p:cxnSp>
        <p:cxnSp>
          <p:nvCxnSpPr>
            <p:cNvPr id="26" name="Rak koppling 25">
              <a:extLst>
                <a:ext uri="{FF2B5EF4-FFF2-40B4-BE49-F238E27FC236}">
                  <a16:creationId xmlns:a16="http://schemas.microsoft.com/office/drawing/2014/main" id="{12A8CB17-BA91-15A2-4D53-8828EBA19199}"/>
                </a:ext>
              </a:extLst>
            </p:cNvPr>
            <p:cNvCxnSpPr>
              <a:cxnSpLocks/>
            </p:cNvCxnSpPr>
            <p:nvPr/>
          </p:nvCxnSpPr>
          <p:spPr>
            <a:xfrm flipH="1">
              <a:off x="46917" y="311363"/>
              <a:ext cx="881542" cy="0"/>
            </a:xfrm>
            <a:prstGeom prst="line">
              <a:avLst/>
            </a:prstGeom>
            <a:grpFill/>
            <a:ln>
              <a:solidFill>
                <a:schemeClr val="accent1">
                  <a:lumMod val="50000"/>
                </a:schemeClr>
              </a:solidFill>
            </a:ln>
            <a:scene3d>
              <a:camera prst="orthographicFront"/>
              <a:lightRig rig="threePt" dir="t"/>
            </a:scene3d>
            <a:sp3d>
              <a:bevelT/>
            </a:sp3d>
          </p:spPr>
          <p:style>
            <a:lnRef idx="1">
              <a:schemeClr val="accent1"/>
            </a:lnRef>
            <a:fillRef idx="0">
              <a:schemeClr val="accent1"/>
            </a:fillRef>
            <a:effectRef idx="0">
              <a:schemeClr val="accent1"/>
            </a:effectRef>
            <a:fontRef idx="minor">
              <a:schemeClr val="tx1"/>
            </a:fontRef>
          </p:style>
        </p:cxnSp>
        <p:cxnSp>
          <p:nvCxnSpPr>
            <p:cNvPr id="27" name="Rak koppling 26">
              <a:extLst>
                <a:ext uri="{FF2B5EF4-FFF2-40B4-BE49-F238E27FC236}">
                  <a16:creationId xmlns:a16="http://schemas.microsoft.com/office/drawing/2014/main" id="{5128FF84-422F-1D7B-CF20-D95BC0346403}"/>
                </a:ext>
              </a:extLst>
            </p:cNvPr>
            <p:cNvCxnSpPr>
              <a:cxnSpLocks/>
            </p:cNvCxnSpPr>
            <p:nvPr/>
          </p:nvCxnSpPr>
          <p:spPr>
            <a:xfrm flipH="1">
              <a:off x="35008" y="582825"/>
              <a:ext cx="881542" cy="0"/>
            </a:xfrm>
            <a:prstGeom prst="line">
              <a:avLst/>
            </a:prstGeom>
            <a:grpFill/>
            <a:ln>
              <a:solidFill>
                <a:schemeClr val="accent1">
                  <a:lumMod val="50000"/>
                </a:schemeClr>
              </a:solidFill>
            </a:ln>
            <a:scene3d>
              <a:camera prst="orthographicFront"/>
              <a:lightRig rig="threePt" dir="t"/>
            </a:scene3d>
            <a:sp3d>
              <a:bevelT/>
            </a:sp3d>
          </p:spPr>
          <p:style>
            <a:lnRef idx="1">
              <a:schemeClr val="accent1"/>
            </a:lnRef>
            <a:fillRef idx="0">
              <a:schemeClr val="accent1"/>
            </a:fillRef>
            <a:effectRef idx="0">
              <a:schemeClr val="accent1"/>
            </a:effectRef>
            <a:fontRef idx="minor">
              <a:schemeClr val="tx1"/>
            </a:fontRef>
          </p:style>
        </p:cxnSp>
      </p:grpSp>
      <p:grpSp>
        <p:nvGrpSpPr>
          <p:cNvPr id="28" name="Grupp 27">
            <a:extLst>
              <a:ext uri="{FF2B5EF4-FFF2-40B4-BE49-F238E27FC236}">
                <a16:creationId xmlns:a16="http://schemas.microsoft.com/office/drawing/2014/main" id="{324217B8-7FD9-4651-FE79-93F322D02979}"/>
              </a:ext>
            </a:extLst>
          </p:cNvPr>
          <p:cNvGrpSpPr/>
          <p:nvPr/>
        </p:nvGrpSpPr>
        <p:grpSpPr>
          <a:xfrm>
            <a:off x="1057742" y="3410207"/>
            <a:ext cx="1313180" cy="1308100"/>
            <a:chOff x="35008" y="9742"/>
            <a:chExt cx="893451" cy="852645"/>
          </a:xfrm>
          <a:solidFill>
            <a:schemeClr val="bg1"/>
          </a:solidFill>
        </p:grpSpPr>
        <p:sp>
          <p:nvSpPr>
            <p:cNvPr id="29" name="Rektangel 28">
              <a:extLst>
                <a:ext uri="{FF2B5EF4-FFF2-40B4-BE49-F238E27FC236}">
                  <a16:creationId xmlns:a16="http://schemas.microsoft.com/office/drawing/2014/main" id="{801387BB-F36A-285E-3D2D-8C86403AD3FA}"/>
                </a:ext>
              </a:extLst>
            </p:cNvPr>
            <p:cNvSpPr/>
            <p:nvPr/>
          </p:nvSpPr>
          <p:spPr>
            <a:xfrm>
              <a:off x="44539" y="9742"/>
              <a:ext cx="883920" cy="846295"/>
            </a:xfrm>
            <a:prstGeom prst="rect">
              <a:avLst/>
            </a:prstGeom>
            <a:grpFill/>
            <a:scene3d>
              <a:camera prst="orthographicFront"/>
              <a:lightRig rig="threePt" dir="t"/>
            </a:scene3d>
            <a:sp3d>
              <a:bevel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sv-SE"/>
            </a:p>
          </p:txBody>
        </p:sp>
        <p:cxnSp>
          <p:nvCxnSpPr>
            <p:cNvPr id="30" name="Rak koppling 29">
              <a:extLst>
                <a:ext uri="{FF2B5EF4-FFF2-40B4-BE49-F238E27FC236}">
                  <a16:creationId xmlns:a16="http://schemas.microsoft.com/office/drawing/2014/main" id="{505898BD-4538-D8C1-E15F-170AF0D19D1A}"/>
                </a:ext>
              </a:extLst>
            </p:cNvPr>
            <p:cNvCxnSpPr>
              <a:cxnSpLocks/>
            </p:cNvCxnSpPr>
            <p:nvPr/>
          </p:nvCxnSpPr>
          <p:spPr>
            <a:xfrm flipV="1">
              <a:off x="345050" y="16092"/>
              <a:ext cx="0" cy="846295"/>
            </a:xfrm>
            <a:prstGeom prst="line">
              <a:avLst/>
            </a:prstGeom>
            <a:grpFill/>
            <a:ln>
              <a:solidFill>
                <a:schemeClr val="accent1">
                  <a:lumMod val="50000"/>
                </a:schemeClr>
              </a:solidFill>
            </a:ln>
            <a:scene3d>
              <a:camera prst="orthographicFront"/>
              <a:lightRig rig="threePt" dir="t"/>
            </a:scene3d>
            <a:sp3d>
              <a:bevelT/>
            </a:sp3d>
          </p:spPr>
          <p:style>
            <a:lnRef idx="1">
              <a:schemeClr val="accent1"/>
            </a:lnRef>
            <a:fillRef idx="0">
              <a:schemeClr val="accent1"/>
            </a:fillRef>
            <a:effectRef idx="0">
              <a:schemeClr val="accent1"/>
            </a:effectRef>
            <a:fontRef idx="minor">
              <a:schemeClr val="tx1"/>
            </a:fontRef>
          </p:style>
        </p:cxnSp>
        <p:cxnSp>
          <p:nvCxnSpPr>
            <p:cNvPr id="31" name="Rak koppling 30">
              <a:extLst>
                <a:ext uri="{FF2B5EF4-FFF2-40B4-BE49-F238E27FC236}">
                  <a16:creationId xmlns:a16="http://schemas.microsoft.com/office/drawing/2014/main" id="{61C0AA16-5894-59B7-97A4-A197F56E6CA4}"/>
                </a:ext>
              </a:extLst>
            </p:cNvPr>
            <p:cNvCxnSpPr>
              <a:cxnSpLocks/>
            </p:cNvCxnSpPr>
            <p:nvPr/>
          </p:nvCxnSpPr>
          <p:spPr>
            <a:xfrm flipV="1">
              <a:off x="642710" y="16092"/>
              <a:ext cx="0" cy="846295"/>
            </a:xfrm>
            <a:prstGeom prst="line">
              <a:avLst/>
            </a:prstGeom>
            <a:grpFill/>
            <a:ln>
              <a:solidFill>
                <a:schemeClr val="accent1">
                  <a:lumMod val="50000"/>
                </a:schemeClr>
              </a:solidFill>
            </a:ln>
            <a:scene3d>
              <a:camera prst="orthographicFront"/>
              <a:lightRig rig="threePt" dir="t"/>
            </a:scene3d>
            <a:sp3d>
              <a:bevelT/>
            </a:sp3d>
          </p:spPr>
          <p:style>
            <a:lnRef idx="1">
              <a:schemeClr val="accent1"/>
            </a:lnRef>
            <a:fillRef idx="0">
              <a:schemeClr val="accent1"/>
            </a:fillRef>
            <a:effectRef idx="0">
              <a:schemeClr val="accent1"/>
            </a:effectRef>
            <a:fontRef idx="minor">
              <a:schemeClr val="tx1"/>
            </a:fontRef>
          </p:style>
        </p:cxnSp>
        <p:cxnSp>
          <p:nvCxnSpPr>
            <p:cNvPr id="32" name="Rak koppling 31">
              <a:extLst>
                <a:ext uri="{FF2B5EF4-FFF2-40B4-BE49-F238E27FC236}">
                  <a16:creationId xmlns:a16="http://schemas.microsoft.com/office/drawing/2014/main" id="{7F860CF9-1B29-D7BE-A98D-7AA188CE667C}"/>
                </a:ext>
              </a:extLst>
            </p:cNvPr>
            <p:cNvCxnSpPr>
              <a:cxnSpLocks/>
            </p:cNvCxnSpPr>
            <p:nvPr/>
          </p:nvCxnSpPr>
          <p:spPr>
            <a:xfrm flipH="1">
              <a:off x="46917" y="311363"/>
              <a:ext cx="881542" cy="0"/>
            </a:xfrm>
            <a:prstGeom prst="line">
              <a:avLst/>
            </a:prstGeom>
            <a:grpFill/>
            <a:ln>
              <a:solidFill>
                <a:schemeClr val="accent1">
                  <a:lumMod val="50000"/>
                </a:schemeClr>
              </a:solidFill>
            </a:ln>
            <a:scene3d>
              <a:camera prst="orthographicFront"/>
              <a:lightRig rig="threePt" dir="t"/>
            </a:scene3d>
            <a:sp3d>
              <a:bevelT/>
            </a:sp3d>
          </p:spPr>
          <p:style>
            <a:lnRef idx="1">
              <a:schemeClr val="accent1"/>
            </a:lnRef>
            <a:fillRef idx="0">
              <a:schemeClr val="accent1"/>
            </a:fillRef>
            <a:effectRef idx="0">
              <a:schemeClr val="accent1"/>
            </a:effectRef>
            <a:fontRef idx="minor">
              <a:schemeClr val="tx1"/>
            </a:fontRef>
          </p:style>
        </p:cxnSp>
        <p:cxnSp>
          <p:nvCxnSpPr>
            <p:cNvPr id="33" name="Rak koppling 32">
              <a:extLst>
                <a:ext uri="{FF2B5EF4-FFF2-40B4-BE49-F238E27FC236}">
                  <a16:creationId xmlns:a16="http://schemas.microsoft.com/office/drawing/2014/main" id="{F69589FA-8055-C5FA-F4A7-DB151955217F}"/>
                </a:ext>
              </a:extLst>
            </p:cNvPr>
            <p:cNvCxnSpPr>
              <a:cxnSpLocks/>
            </p:cNvCxnSpPr>
            <p:nvPr/>
          </p:nvCxnSpPr>
          <p:spPr>
            <a:xfrm flipH="1">
              <a:off x="35008" y="582825"/>
              <a:ext cx="881542" cy="0"/>
            </a:xfrm>
            <a:prstGeom prst="line">
              <a:avLst/>
            </a:prstGeom>
            <a:grpFill/>
            <a:ln>
              <a:solidFill>
                <a:schemeClr val="accent1">
                  <a:lumMod val="50000"/>
                </a:schemeClr>
              </a:solidFill>
            </a:ln>
            <a:scene3d>
              <a:camera prst="orthographicFront"/>
              <a:lightRig rig="threePt" dir="t"/>
            </a:scene3d>
            <a:sp3d>
              <a:bevelT/>
            </a:sp3d>
          </p:spPr>
          <p:style>
            <a:lnRef idx="1">
              <a:schemeClr val="accent1"/>
            </a:lnRef>
            <a:fillRef idx="0">
              <a:schemeClr val="accent1"/>
            </a:fillRef>
            <a:effectRef idx="0">
              <a:schemeClr val="accent1"/>
            </a:effectRef>
            <a:fontRef idx="minor">
              <a:schemeClr val="tx1"/>
            </a:fontRef>
          </p:style>
        </p:cxnSp>
      </p:grpSp>
      <p:grpSp>
        <p:nvGrpSpPr>
          <p:cNvPr id="34" name="Grupp 33">
            <a:extLst>
              <a:ext uri="{FF2B5EF4-FFF2-40B4-BE49-F238E27FC236}">
                <a16:creationId xmlns:a16="http://schemas.microsoft.com/office/drawing/2014/main" id="{F2737A3A-3F40-C3DA-FCB2-F50147611700}"/>
              </a:ext>
            </a:extLst>
          </p:cNvPr>
          <p:cNvGrpSpPr/>
          <p:nvPr/>
        </p:nvGrpSpPr>
        <p:grpSpPr>
          <a:xfrm>
            <a:off x="2815193" y="3419949"/>
            <a:ext cx="1313180" cy="1308100"/>
            <a:chOff x="35008" y="9742"/>
            <a:chExt cx="893451" cy="852645"/>
          </a:xfrm>
          <a:solidFill>
            <a:schemeClr val="bg1"/>
          </a:solidFill>
        </p:grpSpPr>
        <p:sp>
          <p:nvSpPr>
            <p:cNvPr id="35" name="Rektangel 34">
              <a:extLst>
                <a:ext uri="{FF2B5EF4-FFF2-40B4-BE49-F238E27FC236}">
                  <a16:creationId xmlns:a16="http://schemas.microsoft.com/office/drawing/2014/main" id="{3552DF7C-7B02-88E7-3A00-5E9881BC4881}"/>
                </a:ext>
              </a:extLst>
            </p:cNvPr>
            <p:cNvSpPr/>
            <p:nvPr/>
          </p:nvSpPr>
          <p:spPr>
            <a:xfrm>
              <a:off x="44539" y="9742"/>
              <a:ext cx="883920" cy="846295"/>
            </a:xfrm>
            <a:prstGeom prst="rect">
              <a:avLst/>
            </a:prstGeom>
            <a:grpFill/>
            <a:scene3d>
              <a:camera prst="orthographicFront"/>
              <a:lightRig rig="threePt" dir="t"/>
            </a:scene3d>
            <a:sp3d>
              <a:bevel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sv-SE"/>
            </a:p>
          </p:txBody>
        </p:sp>
        <p:cxnSp>
          <p:nvCxnSpPr>
            <p:cNvPr id="36" name="Rak koppling 35">
              <a:extLst>
                <a:ext uri="{FF2B5EF4-FFF2-40B4-BE49-F238E27FC236}">
                  <a16:creationId xmlns:a16="http://schemas.microsoft.com/office/drawing/2014/main" id="{4170EEAC-BB92-BD09-F5F6-880D1730FD9B}"/>
                </a:ext>
              </a:extLst>
            </p:cNvPr>
            <p:cNvCxnSpPr>
              <a:cxnSpLocks/>
            </p:cNvCxnSpPr>
            <p:nvPr/>
          </p:nvCxnSpPr>
          <p:spPr>
            <a:xfrm flipV="1">
              <a:off x="345050" y="16092"/>
              <a:ext cx="0" cy="846295"/>
            </a:xfrm>
            <a:prstGeom prst="line">
              <a:avLst/>
            </a:prstGeom>
            <a:grpFill/>
            <a:ln>
              <a:solidFill>
                <a:schemeClr val="accent1">
                  <a:lumMod val="50000"/>
                </a:schemeClr>
              </a:solidFill>
            </a:ln>
            <a:scene3d>
              <a:camera prst="orthographicFront"/>
              <a:lightRig rig="threePt" dir="t"/>
            </a:scene3d>
            <a:sp3d>
              <a:bevelT/>
            </a:sp3d>
          </p:spPr>
          <p:style>
            <a:lnRef idx="1">
              <a:schemeClr val="accent1"/>
            </a:lnRef>
            <a:fillRef idx="0">
              <a:schemeClr val="accent1"/>
            </a:fillRef>
            <a:effectRef idx="0">
              <a:schemeClr val="accent1"/>
            </a:effectRef>
            <a:fontRef idx="minor">
              <a:schemeClr val="tx1"/>
            </a:fontRef>
          </p:style>
        </p:cxnSp>
        <p:cxnSp>
          <p:nvCxnSpPr>
            <p:cNvPr id="37" name="Rak koppling 36">
              <a:extLst>
                <a:ext uri="{FF2B5EF4-FFF2-40B4-BE49-F238E27FC236}">
                  <a16:creationId xmlns:a16="http://schemas.microsoft.com/office/drawing/2014/main" id="{3FFC0BA5-9543-ACD9-472B-8042DC83D7A3}"/>
                </a:ext>
              </a:extLst>
            </p:cNvPr>
            <p:cNvCxnSpPr>
              <a:cxnSpLocks/>
            </p:cNvCxnSpPr>
            <p:nvPr/>
          </p:nvCxnSpPr>
          <p:spPr>
            <a:xfrm flipV="1">
              <a:off x="642710" y="16092"/>
              <a:ext cx="0" cy="846295"/>
            </a:xfrm>
            <a:prstGeom prst="line">
              <a:avLst/>
            </a:prstGeom>
            <a:grpFill/>
            <a:ln>
              <a:solidFill>
                <a:schemeClr val="accent1">
                  <a:lumMod val="50000"/>
                </a:schemeClr>
              </a:solidFill>
            </a:ln>
            <a:scene3d>
              <a:camera prst="orthographicFront"/>
              <a:lightRig rig="threePt" dir="t"/>
            </a:scene3d>
            <a:sp3d>
              <a:bevelT/>
            </a:sp3d>
          </p:spPr>
          <p:style>
            <a:lnRef idx="1">
              <a:schemeClr val="accent1"/>
            </a:lnRef>
            <a:fillRef idx="0">
              <a:schemeClr val="accent1"/>
            </a:fillRef>
            <a:effectRef idx="0">
              <a:schemeClr val="accent1"/>
            </a:effectRef>
            <a:fontRef idx="minor">
              <a:schemeClr val="tx1"/>
            </a:fontRef>
          </p:style>
        </p:cxnSp>
        <p:cxnSp>
          <p:nvCxnSpPr>
            <p:cNvPr id="38" name="Rak koppling 37">
              <a:extLst>
                <a:ext uri="{FF2B5EF4-FFF2-40B4-BE49-F238E27FC236}">
                  <a16:creationId xmlns:a16="http://schemas.microsoft.com/office/drawing/2014/main" id="{537A0DB7-7A10-1B74-06D7-5CBBEF2DDEFB}"/>
                </a:ext>
              </a:extLst>
            </p:cNvPr>
            <p:cNvCxnSpPr>
              <a:cxnSpLocks/>
            </p:cNvCxnSpPr>
            <p:nvPr/>
          </p:nvCxnSpPr>
          <p:spPr>
            <a:xfrm flipH="1">
              <a:off x="46917" y="311363"/>
              <a:ext cx="881542" cy="0"/>
            </a:xfrm>
            <a:prstGeom prst="line">
              <a:avLst/>
            </a:prstGeom>
            <a:grpFill/>
            <a:ln>
              <a:solidFill>
                <a:schemeClr val="accent1">
                  <a:lumMod val="50000"/>
                </a:schemeClr>
              </a:solidFill>
            </a:ln>
            <a:scene3d>
              <a:camera prst="orthographicFront"/>
              <a:lightRig rig="threePt" dir="t"/>
            </a:scene3d>
            <a:sp3d>
              <a:bevelT/>
            </a:sp3d>
          </p:spPr>
          <p:style>
            <a:lnRef idx="1">
              <a:schemeClr val="accent1"/>
            </a:lnRef>
            <a:fillRef idx="0">
              <a:schemeClr val="accent1"/>
            </a:fillRef>
            <a:effectRef idx="0">
              <a:schemeClr val="accent1"/>
            </a:effectRef>
            <a:fontRef idx="minor">
              <a:schemeClr val="tx1"/>
            </a:fontRef>
          </p:style>
        </p:cxnSp>
        <p:cxnSp>
          <p:nvCxnSpPr>
            <p:cNvPr id="39" name="Rak koppling 38">
              <a:extLst>
                <a:ext uri="{FF2B5EF4-FFF2-40B4-BE49-F238E27FC236}">
                  <a16:creationId xmlns:a16="http://schemas.microsoft.com/office/drawing/2014/main" id="{301F48DF-CB83-0A03-3D15-A4D2573848F4}"/>
                </a:ext>
              </a:extLst>
            </p:cNvPr>
            <p:cNvCxnSpPr>
              <a:cxnSpLocks/>
            </p:cNvCxnSpPr>
            <p:nvPr/>
          </p:nvCxnSpPr>
          <p:spPr>
            <a:xfrm flipH="1">
              <a:off x="35008" y="582825"/>
              <a:ext cx="881542" cy="0"/>
            </a:xfrm>
            <a:prstGeom prst="line">
              <a:avLst/>
            </a:prstGeom>
            <a:grpFill/>
            <a:ln>
              <a:solidFill>
                <a:schemeClr val="accent1">
                  <a:lumMod val="50000"/>
                </a:schemeClr>
              </a:solidFill>
            </a:ln>
            <a:scene3d>
              <a:camera prst="orthographicFront"/>
              <a:lightRig rig="threePt" dir="t"/>
            </a:scene3d>
            <a:sp3d>
              <a:bevelT/>
            </a:sp3d>
          </p:spPr>
          <p:style>
            <a:lnRef idx="1">
              <a:schemeClr val="accent1"/>
            </a:lnRef>
            <a:fillRef idx="0">
              <a:schemeClr val="accent1"/>
            </a:fillRef>
            <a:effectRef idx="0">
              <a:schemeClr val="accent1"/>
            </a:effectRef>
            <a:fontRef idx="minor">
              <a:schemeClr val="tx1"/>
            </a:fontRef>
          </p:style>
        </p:cxnSp>
      </p:grpSp>
      <p:grpSp>
        <p:nvGrpSpPr>
          <p:cNvPr id="40" name="Grupp 39">
            <a:extLst>
              <a:ext uri="{FF2B5EF4-FFF2-40B4-BE49-F238E27FC236}">
                <a16:creationId xmlns:a16="http://schemas.microsoft.com/office/drawing/2014/main" id="{BCBB99CC-0B06-22D1-B89E-EDD3FB1758CA}"/>
              </a:ext>
            </a:extLst>
          </p:cNvPr>
          <p:cNvGrpSpPr/>
          <p:nvPr/>
        </p:nvGrpSpPr>
        <p:grpSpPr>
          <a:xfrm>
            <a:off x="4556919" y="3410207"/>
            <a:ext cx="1313180" cy="1308100"/>
            <a:chOff x="35008" y="9742"/>
            <a:chExt cx="893451" cy="852645"/>
          </a:xfrm>
          <a:solidFill>
            <a:schemeClr val="bg1"/>
          </a:solidFill>
        </p:grpSpPr>
        <p:sp>
          <p:nvSpPr>
            <p:cNvPr id="41" name="Rektangel 40">
              <a:extLst>
                <a:ext uri="{FF2B5EF4-FFF2-40B4-BE49-F238E27FC236}">
                  <a16:creationId xmlns:a16="http://schemas.microsoft.com/office/drawing/2014/main" id="{AA5EFDF2-18AF-138E-9749-689FD8766E7B}"/>
                </a:ext>
              </a:extLst>
            </p:cNvPr>
            <p:cNvSpPr/>
            <p:nvPr/>
          </p:nvSpPr>
          <p:spPr>
            <a:xfrm>
              <a:off x="44539" y="9742"/>
              <a:ext cx="883920" cy="846295"/>
            </a:xfrm>
            <a:prstGeom prst="rect">
              <a:avLst/>
            </a:prstGeom>
            <a:grpFill/>
            <a:scene3d>
              <a:camera prst="orthographicFront"/>
              <a:lightRig rig="threePt" dir="t"/>
            </a:scene3d>
            <a:sp3d>
              <a:bevel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sv-SE"/>
            </a:p>
          </p:txBody>
        </p:sp>
        <p:cxnSp>
          <p:nvCxnSpPr>
            <p:cNvPr id="42" name="Rak koppling 41">
              <a:extLst>
                <a:ext uri="{FF2B5EF4-FFF2-40B4-BE49-F238E27FC236}">
                  <a16:creationId xmlns:a16="http://schemas.microsoft.com/office/drawing/2014/main" id="{6842C169-B619-3C5C-9974-7B2B9725CA5B}"/>
                </a:ext>
              </a:extLst>
            </p:cNvPr>
            <p:cNvCxnSpPr>
              <a:cxnSpLocks/>
            </p:cNvCxnSpPr>
            <p:nvPr/>
          </p:nvCxnSpPr>
          <p:spPr>
            <a:xfrm flipV="1">
              <a:off x="345050" y="16092"/>
              <a:ext cx="0" cy="846295"/>
            </a:xfrm>
            <a:prstGeom prst="line">
              <a:avLst/>
            </a:prstGeom>
            <a:grpFill/>
            <a:ln>
              <a:solidFill>
                <a:schemeClr val="accent1">
                  <a:lumMod val="50000"/>
                </a:schemeClr>
              </a:solidFill>
            </a:ln>
            <a:scene3d>
              <a:camera prst="orthographicFront"/>
              <a:lightRig rig="threePt" dir="t"/>
            </a:scene3d>
            <a:sp3d>
              <a:bevelT/>
            </a:sp3d>
          </p:spPr>
          <p:style>
            <a:lnRef idx="1">
              <a:schemeClr val="accent1"/>
            </a:lnRef>
            <a:fillRef idx="0">
              <a:schemeClr val="accent1"/>
            </a:fillRef>
            <a:effectRef idx="0">
              <a:schemeClr val="accent1"/>
            </a:effectRef>
            <a:fontRef idx="minor">
              <a:schemeClr val="tx1"/>
            </a:fontRef>
          </p:style>
        </p:cxnSp>
        <p:cxnSp>
          <p:nvCxnSpPr>
            <p:cNvPr id="43" name="Rak koppling 42">
              <a:extLst>
                <a:ext uri="{FF2B5EF4-FFF2-40B4-BE49-F238E27FC236}">
                  <a16:creationId xmlns:a16="http://schemas.microsoft.com/office/drawing/2014/main" id="{98B580A2-7293-4E5F-A953-8D88C331B845}"/>
                </a:ext>
              </a:extLst>
            </p:cNvPr>
            <p:cNvCxnSpPr>
              <a:cxnSpLocks/>
            </p:cNvCxnSpPr>
            <p:nvPr/>
          </p:nvCxnSpPr>
          <p:spPr>
            <a:xfrm flipV="1">
              <a:off x="642710" y="16092"/>
              <a:ext cx="0" cy="846295"/>
            </a:xfrm>
            <a:prstGeom prst="line">
              <a:avLst/>
            </a:prstGeom>
            <a:grpFill/>
            <a:ln>
              <a:solidFill>
                <a:schemeClr val="accent1">
                  <a:lumMod val="50000"/>
                </a:schemeClr>
              </a:solidFill>
            </a:ln>
            <a:scene3d>
              <a:camera prst="orthographicFront"/>
              <a:lightRig rig="threePt" dir="t"/>
            </a:scene3d>
            <a:sp3d>
              <a:bevelT/>
            </a:sp3d>
          </p:spPr>
          <p:style>
            <a:lnRef idx="1">
              <a:schemeClr val="accent1"/>
            </a:lnRef>
            <a:fillRef idx="0">
              <a:schemeClr val="accent1"/>
            </a:fillRef>
            <a:effectRef idx="0">
              <a:schemeClr val="accent1"/>
            </a:effectRef>
            <a:fontRef idx="minor">
              <a:schemeClr val="tx1"/>
            </a:fontRef>
          </p:style>
        </p:cxnSp>
        <p:cxnSp>
          <p:nvCxnSpPr>
            <p:cNvPr id="44" name="Rak koppling 43">
              <a:extLst>
                <a:ext uri="{FF2B5EF4-FFF2-40B4-BE49-F238E27FC236}">
                  <a16:creationId xmlns:a16="http://schemas.microsoft.com/office/drawing/2014/main" id="{E5E14C2B-AB62-8064-12BD-0A97B7EC6345}"/>
                </a:ext>
              </a:extLst>
            </p:cNvPr>
            <p:cNvCxnSpPr>
              <a:cxnSpLocks/>
            </p:cNvCxnSpPr>
            <p:nvPr/>
          </p:nvCxnSpPr>
          <p:spPr>
            <a:xfrm flipH="1">
              <a:off x="46917" y="311363"/>
              <a:ext cx="881542" cy="0"/>
            </a:xfrm>
            <a:prstGeom prst="line">
              <a:avLst/>
            </a:prstGeom>
            <a:grpFill/>
            <a:ln>
              <a:solidFill>
                <a:schemeClr val="accent1">
                  <a:lumMod val="50000"/>
                </a:schemeClr>
              </a:solidFill>
            </a:ln>
            <a:scene3d>
              <a:camera prst="orthographicFront"/>
              <a:lightRig rig="threePt" dir="t"/>
            </a:scene3d>
            <a:sp3d>
              <a:bevelT/>
            </a:sp3d>
          </p:spPr>
          <p:style>
            <a:lnRef idx="1">
              <a:schemeClr val="accent1"/>
            </a:lnRef>
            <a:fillRef idx="0">
              <a:schemeClr val="accent1"/>
            </a:fillRef>
            <a:effectRef idx="0">
              <a:schemeClr val="accent1"/>
            </a:effectRef>
            <a:fontRef idx="minor">
              <a:schemeClr val="tx1"/>
            </a:fontRef>
          </p:style>
        </p:cxnSp>
        <p:cxnSp>
          <p:nvCxnSpPr>
            <p:cNvPr id="45" name="Rak koppling 44">
              <a:extLst>
                <a:ext uri="{FF2B5EF4-FFF2-40B4-BE49-F238E27FC236}">
                  <a16:creationId xmlns:a16="http://schemas.microsoft.com/office/drawing/2014/main" id="{C49AE6A0-F552-6786-D402-B7361230549B}"/>
                </a:ext>
              </a:extLst>
            </p:cNvPr>
            <p:cNvCxnSpPr>
              <a:cxnSpLocks/>
            </p:cNvCxnSpPr>
            <p:nvPr/>
          </p:nvCxnSpPr>
          <p:spPr>
            <a:xfrm flipH="1">
              <a:off x="35008" y="582825"/>
              <a:ext cx="881542" cy="0"/>
            </a:xfrm>
            <a:prstGeom prst="line">
              <a:avLst/>
            </a:prstGeom>
            <a:grpFill/>
            <a:ln>
              <a:solidFill>
                <a:schemeClr val="accent1">
                  <a:lumMod val="50000"/>
                </a:schemeClr>
              </a:solidFill>
            </a:ln>
            <a:scene3d>
              <a:camera prst="orthographicFront"/>
              <a:lightRig rig="threePt" dir="t"/>
            </a:scene3d>
            <a:sp3d>
              <a:bevelT/>
            </a:sp3d>
          </p:spPr>
          <p:style>
            <a:lnRef idx="1">
              <a:schemeClr val="accent1"/>
            </a:lnRef>
            <a:fillRef idx="0">
              <a:schemeClr val="accent1"/>
            </a:fillRef>
            <a:effectRef idx="0">
              <a:schemeClr val="accent1"/>
            </a:effectRef>
            <a:fontRef idx="minor">
              <a:schemeClr val="tx1"/>
            </a:fontRef>
          </p:style>
        </p:cxnSp>
      </p:grpSp>
      <p:grpSp>
        <p:nvGrpSpPr>
          <p:cNvPr id="46" name="Grupp 45">
            <a:extLst>
              <a:ext uri="{FF2B5EF4-FFF2-40B4-BE49-F238E27FC236}">
                <a16:creationId xmlns:a16="http://schemas.microsoft.com/office/drawing/2014/main" id="{F61BA226-6E12-4CCA-14F5-09FB79509AD4}"/>
              </a:ext>
            </a:extLst>
          </p:cNvPr>
          <p:cNvGrpSpPr/>
          <p:nvPr/>
        </p:nvGrpSpPr>
        <p:grpSpPr>
          <a:xfrm>
            <a:off x="6279869" y="3416625"/>
            <a:ext cx="1313180" cy="1308100"/>
            <a:chOff x="35008" y="9742"/>
            <a:chExt cx="893451" cy="852645"/>
          </a:xfrm>
          <a:solidFill>
            <a:schemeClr val="bg1"/>
          </a:solidFill>
        </p:grpSpPr>
        <p:sp>
          <p:nvSpPr>
            <p:cNvPr id="47" name="Rektangel 46">
              <a:extLst>
                <a:ext uri="{FF2B5EF4-FFF2-40B4-BE49-F238E27FC236}">
                  <a16:creationId xmlns:a16="http://schemas.microsoft.com/office/drawing/2014/main" id="{8849D527-455B-6E2A-BBF4-E5E810ABCA4F}"/>
                </a:ext>
              </a:extLst>
            </p:cNvPr>
            <p:cNvSpPr/>
            <p:nvPr/>
          </p:nvSpPr>
          <p:spPr>
            <a:xfrm>
              <a:off x="44539" y="9742"/>
              <a:ext cx="883920" cy="846295"/>
            </a:xfrm>
            <a:prstGeom prst="rect">
              <a:avLst/>
            </a:prstGeom>
            <a:grpFill/>
            <a:scene3d>
              <a:camera prst="orthographicFront"/>
              <a:lightRig rig="threePt" dir="t"/>
            </a:scene3d>
            <a:sp3d>
              <a:bevel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sv-SE"/>
            </a:p>
          </p:txBody>
        </p:sp>
        <p:cxnSp>
          <p:nvCxnSpPr>
            <p:cNvPr id="48" name="Rak koppling 47">
              <a:extLst>
                <a:ext uri="{FF2B5EF4-FFF2-40B4-BE49-F238E27FC236}">
                  <a16:creationId xmlns:a16="http://schemas.microsoft.com/office/drawing/2014/main" id="{3A64416E-59B4-23E0-ED7C-DDFB5B49C806}"/>
                </a:ext>
              </a:extLst>
            </p:cNvPr>
            <p:cNvCxnSpPr>
              <a:cxnSpLocks/>
            </p:cNvCxnSpPr>
            <p:nvPr/>
          </p:nvCxnSpPr>
          <p:spPr>
            <a:xfrm flipV="1">
              <a:off x="345050" y="16092"/>
              <a:ext cx="0" cy="846295"/>
            </a:xfrm>
            <a:prstGeom prst="line">
              <a:avLst/>
            </a:prstGeom>
            <a:grpFill/>
            <a:ln>
              <a:solidFill>
                <a:schemeClr val="accent1">
                  <a:lumMod val="50000"/>
                </a:schemeClr>
              </a:solidFill>
            </a:ln>
            <a:scene3d>
              <a:camera prst="orthographicFront"/>
              <a:lightRig rig="threePt" dir="t"/>
            </a:scene3d>
            <a:sp3d>
              <a:bevelT/>
            </a:sp3d>
          </p:spPr>
          <p:style>
            <a:lnRef idx="1">
              <a:schemeClr val="accent1"/>
            </a:lnRef>
            <a:fillRef idx="0">
              <a:schemeClr val="accent1"/>
            </a:fillRef>
            <a:effectRef idx="0">
              <a:schemeClr val="accent1"/>
            </a:effectRef>
            <a:fontRef idx="minor">
              <a:schemeClr val="tx1"/>
            </a:fontRef>
          </p:style>
        </p:cxnSp>
        <p:cxnSp>
          <p:nvCxnSpPr>
            <p:cNvPr id="49" name="Rak koppling 48">
              <a:extLst>
                <a:ext uri="{FF2B5EF4-FFF2-40B4-BE49-F238E27FC236}">
                  <a16:creationId xmlns:a16="http://schemas.microsoft.com/office/drawing/2014/main" id="{43151B21-F8BC-9B21-9588-791AE48C7C27}"/>
                </a:ext>
              </a:extLst>
            </p:cNvPr>
            <p:cNvCxnSpPr>
              <a:cxnSpLocks/>
            </p:cNvCxnSpPr>
            <p:nvPr/>
          </p:nvCxnSpPr>
          <p:spPr>
            <a:xfrm flipV="1">
              <a:off x="642710" y="16092"/>
              <a:ext cx="0" cy="846295"/>
            </a:xfrm>
            <a:prstGeom prst="line">
              <a:avLst/>
            </a:prstGeom>
            <a:grpFill/>
            <a:ln>
              <a:solidFill>
                <a:schemeClr val="accent1">
                  <a:lumMod val="50000"/>
                </a:schemeClr>
              </a:solidFill>
            </a:ln>
            <a:scene3d>
              <a:camera prst="orthographicFront"/>
              <a:lightRig rig="threePt" dir="t"/>
            </a:scene3d>
            <a:sp3d>
              <a:bevelT/>
            </a:sp3d>
          </p:spPr>
          <p:style>
            <a:lnRef idx="1">
              <a:schemeClr val="accent1"/>
            </a:lnRef>
            <a:fillRef idx="0">
              <a:schemeClr val="accent1"/>
            </a:fillRef>
            <a:effectRef idx="0">
              <a:schemeClr val="accent1"/>
            </a:effectRef>
            <a:fontRef idx="minor">
              <a:schemeClr val="tx1"/>
            </a:fontRef>
          </p:style>
        </p:cxnSp>
        <p:cxnSp>
          <p:nvCxnSpPr>
            <p:cNvPr id="50" name="Rak koppling 49">
              <a:extLst>
                <a:ext uri="{FF2B5EF4-FFF2-40B4-BE49-F238E27FC236}">
                  <a16:creationId xmlns:a16="http://schemas.microsoft.com/office/drawing/2014/main" id="{CE140F0D-6543-7222-2AE1-DE9BCA0213D5}"/>
                </a:ext>
              </a:extLst>
            </p:cNvPr>
            <p:cNvCxnSpPr>
              <a:cxnSpLocks/>
            </p:cNvCxnSpPr>
            <p:nvPr/>
          </p:nvCxnSpPr>
          <p:spPr>
            <a:xfrm flipH="1">
              <a:off x="46917" y="311363"/>
              <a:ext cx="881542" cy="0"/>
            </a:xfrm>
            <a:prstGeom prst="line">
              <a:avLst/>
            </a:prstGeom>
            <a:grpFill/>
            <a:ln>
              <a:solidFill>
                <a:schemeClr val="accent1">
                  <a:lumMod val="50000"/>
                </a:schemeClr>
              </a:solidFill>
            </a:ln>
            <a:scene3d>
              <a:camera prst="orthographicFront"/>
              <a:lightRig rig="threePt" dir="t"/>
            </a:scene3d>
            <a:sp3d>
              <a:bevelT/>
            </a:sp3d>
          </p:spPr>
          <p:style>
            <a:lnRef idx="1">
              <a:schemeClr val="accent1"/>
            </a:lnRef>
            <a:fillRef idx="0">
              <a:schemeClr val="accent1"/>
            </a:fillRef>
            <a:effectRef idx="0">
              <a:schemeClr val="accent1"/>
            </a:effectRef>
            <a:fontRef idx="minor">
              <a:schemeClr val="tx1"/>
            </a:fontRef>
          </p:style>
        </p:cxnSp>
        <p:cxnSp>
          <p:nvCxnSpPr>
            <p:cNvPr id="51" name="Rak koppling 50">
              <a:extLst>
                <a:ext uri="{FF2B5EF4-FFF2-40B4-BE49-F238E27FC236}">
                  <a16:creationId xmlns:a16="http://schemas.microsoft.com/office/drawing/2014/main" id="{27AD455C-8E10-FBFC-9A07-68DA5F38ADB7}"/>
                </a:ext>
              </a:extLst>
            </p:cNvPr>
            <p:cNvCxnSpPr>
              <a:cxnSpLocks/>
            </p:cNvCxnSpPr>
            <p:nvPr/>
          </p:nvCxnSpPr>
          <p:spPr>
            <a:xfrm flipH="1">
              <a:off x="35008" y="582825"/>
              <a:ext cx="881542" cy="0"/>
            </a:xfrm>
            <a:prstGeom prst="line">
              <a:avLst/>
            </a:prstGeom>
            <a:grpFill/>
            <a:ln>
              <a:solidFill>
                <a:schemeClr val="accent1">
                  <a:lumMod val="50000"/>
                </a:schemeClr>
              </a:solidFill>
            </a:ln>
            <a:scene3d>
              <a:camera prst="orthographicFront"/>
              <a:lightRig rig="threePt" dir="t"/>
            </a:scene3d>
            <a:sp3d>
              <a:bevelT/>
            </a:sp3d>
          </p:spPr>
          <p:style>
            <a:lnRef idx="1">
              <a:schemeClr val="accent1"/>
            </a:lnRef>
            <a:fillRef idx="0">
              <a:schemeClr val="accent1"/>
            </a:fillRef>
            <a:effectRef idx="0">
              <a:schemeClr val="accent1"/>
            </a:effectRef>
            <a:fontRef idx="minor">
              <a:schemeClr val="tx1"/>
            </a:fontRef>
          </p:style>
        </p:cxnSp>
      </p:grpSp>
      <p:grpSp>
        <p:nvGrpSpPr>
          <p:cNvPr id="52" name="Grupp 51">
            <a:extLst>
              <a:ext uri="{FF2B5EF4-FFF2-40B4-BE49-F238E27FC236}">
                <a16:creationId xmlns:a16="http://schemas.microsoft.com/office/drawing/2014/main" id="{532D5C7F-1131-1816-E238-CAB64E435FE8}"/>
              </a:ext>
            </a:extLst>
          </p:cNvPr>
          <p:cNvGrpSpPr/>
          <p:nvPr/>
        </p:nvGrpSpPr>
        <p:grpSpPr>
          <a:xfrm>
            <a:off x="8039794" y="3381949"/>
            <a:ext cx="1313180" cy="1308100"/>
            <a:chOff x="35008" y="9742"/>
            <a:chExt cx="893451" cy="852645"/>
          </a:xfrm>
          <a:solidFill>
            <a:schemeClr val="bg1"/>
          </a:solidFill>
        </p:grpSpPr>
        <p:sp>
          <p:nvSpPr>
            <p:cNvPr id="53" name="Rektangel 52">
              <a:extLst>
                <a:ext uri="{FF2B5EF4-FFF2-40B4-BE49-F238E27FC236}">
                  <a16:creationId xmlns:a16="http://schemas.microsoft.com/office/drawing/2014/main" id="{7BEE4C6C-3CF7-D510-BBC8-41EFC747CFBB}"/>
                </a:ext>
              </a:extLst>
            </p:cNvPr>
            <p:cNvSpPr/>
            <p:nvPr/>
          </p:nvSpPr>
          <p:spPr>
            <a:xfrm>
              <a:off x="44539" y="9742"/>
              <a:ext cx="883920" cy="846295"/>
            </a:xfrm>
            <a:prstGeom prst="rect">
              <a:avLst/>
            </a:prstGeom>
            <a:grpFill/>
            <a:scene3d>
              <a:camera prst="orthographicFront"/>
              <a:lightRig rig="threePt" dir="t"/>
            </a:scene3d>
            <a:sp3d>
              <a:bevel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sv-SE"/>
            </a:p>
          </p:txBody>
        </p:sp>
        <p:cxnSp>
          <p:nvCxnSpPr>
            <p:cNvPr id="54" name="Rak koppling 53">
              <a:extLst>
                <a:ext uri="{FF2B5EF4-FFF2-40B4-BE49-F238E27FC236}">
                  <a16:creationId xmlns:a16="http://schemas.microsoft.com/office/drawing/2014/main" id="{22D48E80-4D2C-4250-AB98-DF8595A5386E}"/>
                </a:ext>
              </a:extLst>
            </p:cNvPr>
            <p:cNvCxnSpPr>
              <a:cxnSpLocks/>
            </p:cNvCxnSpPr>
            <p:nvPr/>
          </p:nvCxnSpPr>
          <p:spPr>
            <a:xfrm flipV="1">
              <a:off x="345050" y="16092"/>
              <a:ext cx="0" cy="846295"/>
            </a:xfrm>
            <a:prstGeom prst="line">
              <a:avLst/>
            </a:prstGeom>
            <a:grpFill/>
            <a:ln>
              <a:solidFill>
                <a:schemeClr val="accent1">
                  <a:lumMod val="50000"/>
                </a:schemeClr>
              </a:solidFill>
            </a:ln>
            <a:scene3d>
              <a:camera prst="orthographicFront"/>
              <a:lightRig rig="threePt" dir="t"/>
            </a:scene3d>
            <a:sp3d>
              <a:bevelT/>
            </a:sp3d>
          </p:spPr>
          <p:style>
            <a:lnRef idx="1">
              <a:schemeClr val="accent1"/>
            </a:lnRef>
            <a:fillRef idx="0">
              <a:schemeClr val="accent1"/>
            </a:fillRef>
            <a:effectRef idx="0">
              <a:schemeClr val="accent1"/>
            </a:effectRef>
            <a:fontRef idx="minor">
              <a:schemeClr val="tx1"/>
            </a:fontRef>
          </p:style>
        </p:cxnSp>
        <p:cxnSp>
          <p:nvCxnSpPr>
            <p:cNvPr id="55" name="Rak koppling 54">
              <a:extLst>
                <a:ext uri="{FF2B5EF4-FFF2-40B4-BE49-F238E27FC236}">
                  <a16:creationId xmlns:a16="http://schemas.microsoft.com/office/drawing/2014/main" id="{422ED144-0A0B-730F-A1C8-417290483D60}"/>
                </a:ext>
              </a:extLst>
            </p:cNvPr>
            <p:cNvCxnSpPr>
              <a:cxnSpLocks/>
            </p:cNvCxnSpPr>
            <p:nvPr/>
          </p:nvCxnSpPr>
          <p:spPr>
            <a:xfrm flipV="1">
              <a:off x="642710" y="16092"/>
              <a:ext cx="0" cy="846295"/>
            </a:xfrm>
            <a:prstGeom prst="line">
              <a:avLst/>
            </a:prstGeom>
            <a:grpFill/>
            <a:ln>
              <a:solidFill>
                <a:schemeClr val="accent1">
                  <a:lumMod val="50000"/>
                </a:schemeClr>
              </a:solidFill>
            </a:ln>
            <a:scene3d>
              <a:camera prst="orthographicFront"/>
              <a:lightRig rig="threePt" dir="t"/>
            </a:scene3d>
            <a:sp3d>
              <a:bevelT/>
            </a:sp3d>
          </p:spPr>
          <p:style>
            <a:lnRef idx="1">
              <a:schemeClr val="accent1"/>
            </a:lnRef>
            <a:fillRef idx="0">
              <a:schemeClr val="accent1"/>
            </a:fillRef>
            <a:effectRef idx="0">
              <a:schemeClr val="accent1"/>
            </a:effectRef>
            <a:fontRef idx="minor">
              <a:schemeClr val="tx1"/>
            </a:fontRef>
          </p:style>
        </p:cxnSp>
        <p:cxnSp>
          <p:nvCxnSpPr>
            <p:cNvPr id="56" name="Rak koppling 55">
              <a:extLst>
                <a:ext uri="{FF2B5EF4-FFF2-40B4-BE49-F238E27FC236}">
                  <a16:creationId xmlns:a16="http://schemas.microsoft.com/office/drawing/2014/main" id="{E55DD4E5-E6A1-E0C4-8F0A-488A2BECD492}"/>
                </a:ext>
              </a:extLst>
            </p:cNvPr>
            <p:cNvCxnSpPr>
              <a:cxnSpLocks/>
            </p:cNvCxnSpPr>
            <p:nvPr/>
          </p:nvCxnSpPr>
          <p:spPr>
            <a:xfrm flipH="1">
              <a:off x="46917" y="311363"/>
              <a:ext cx="881542" cy="0"/>
            </a:xfrm>
            <a:prstGeom prst="line">
              <a:avLst/>
            </a:prstGeom>
            <a:grpFill/>
            <a:ln>
              <a:solidFill>
                <a:schemeClr val="accent1">
                  <a:lumMod val="50000"/>
                </a:schemeClr>
              </a:solidFill>
            </a:ln>
            <a:scene3d>
              <a:camera prst="orthographicFront"/>
              <a:lightRig rig="threePt" dir="t"/>
            </a:scene3d>
            <a:sp3d>
              <a:bevelT/>
            </a:sp3d>
          </p:spPr>
          <p:style>
            <a:lnRef idx="1">
              <a:schemeClr val="accent1"/>
            </a:lnRef>
            <a:fillRef idx="0">
              <a:schemeClr val="accent1"/>
            </a:fillRef>
            <a:effectRef idx="0">
              <a:schemeClr val="accent1"/>
            </a:effectRef>
            <a:fontRef idx="minor">
              <a:schemeClr val="tx1"/>
            </a:fontRef>
          </p:style>
        </p:cxnSp>
        <p:cxnSp>
          <p:nvCxnSpPr>
            <p:cNvPr id="57" name="Rak koppling 56">
              <a:extLst>
                <a:ext uri="{FF2B5EF4-FFF2-40B4-BE49-F238E27FC236}">
                  <a16:creationId xmlns:a16="http://schemas.microsoft.com/office/drawing/2014/main" id="{5AA1FCC2-12CA-6CC5-3BBF-AAF4AFC06BDE}"/>
                </a:ext>
              </a:extLst>
            </p:cNvPr>
            <p:cNvCxnSpPr>
              <a:cxnSpLocks/>
            </p:cNvCxnSpPr>
            <p:nvPr/>
          </p:nvCxnSpPr>
          <p:spPr>
            <a:xfrm flipH="1">
              <a:off x="35008" y="582825"/>
              <a:ext cx="881542" cy="0"/>
            </a:xfrm>
            <a:prstGeom prst="line">
              <a:avLst/>
            </a:prstGeom>
            <a:grpFill/>
            <a:ln>
              <a:solidFill>
                <a:schemeClr val="accent1">
                  <a:lumMod val="50000"/>
                </a:schemeClr>
              </a:solidFill>
            </a:ln>
            <a:scene3d>
              <a:camera prst="orthographicFront"/>
              <a:lightRig rig="threePt" dir="t"/>
            </a:scene3d>
            <a:sp3d>
              <a:bevelT/>
            </a:sp3d>
          </p:spPr>
          <p:style>
            <a:lnRef idx="1">
              <a:schemeClr val="accent1"/>
            </a:lnRef>
            <a:fillRef idx="0">
              <a:schemeClr val="accent1"/>
            </a:fillRef>
            <a:effectRef idx="0">
              <a:schemeClr val="accent1"/>
            </a:effectRef>
            <a:fontRef idx="minor">
              <a:schemeClr val="tx1"/>
            </a:fontRef>
          </p:style>
        </p:cxnSp>
      </p:grpSp>
      <p:grpSp>
        <p:nvGrpSpPr>
          <p:cNvPr id="58" name="Grupp 57">
            <a:extLst>
              <a:ext uri="{FF2B5EF4-FFF2-40B4-BE49-F238E27FC236}">
                <a16:creationId xmlns:a16="http://schemas.microsoft.com/office/drawing/2014/main" id="{5C31A921-BFCE-798F-D0FF-D6216896793F}"/>
              </a:ext>
            </a:extLst>
          </p:cNvPr>
          <p:cNvGrpSpPr/>
          <p:nvPr/>
        </p:nvGrpSpPr>
        <p:grpSpPr>
          <a:xfrm>
            <a:off x="9804535" y="3372207"/>
            <a:ext cx="1313180" cy="1308100"/>
            <a:chOff x="35008" y="9742"/>
            <a:chExt cx="893451" cy="852645"/>
          </a:xfrm>
          <a:solidFill>
            <a:schemeClr val="bg1"/>
          </a:solidFill>
        </p:grpSpPr>
        <p:sp>
          <p:nvSpPr>
            <p:cNvPr id="59" name="Rektangel 58">
              <a:extLst>
                <a:ext uri="{FF2B5EF4-FFF2-40B4-BE49-F238E27FC236}">
                  <a16:creationId xmlns:a16="http://schemas.microsoft.com/office/drawing/2014/main" id="{CA8AC857-9251-1A02-31B8-EB701AAAC6CC}"/>
                </a:ext>
              </a:extLst>
            </p:cNvPr>
            <p:cNvSpPr/>
            <p:nvPr/>
          </p:nvSpPr>
          <p:spPr>
            <a:xfrm>
              <a:off x="44539" y="9742"/>
              <a:ext cx="883920" cy="846295"/>
            </a:xfrm>
            <a:prstGeom prst="rect">
              <a:avLst/>
            </a:prstGeom>
            <a:grpFill/>
            <a:scene3d>
              <a:camera prst="orthographicFront"/>
              <a:lightRig rig="threePt" dir="t"/>
            </a:scene3d>
            <a:sp3d>
              <a:bevel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sv-SE"/>
            </a:p>
          </p:txBody>
        </p:sp>
        <p:cxnSp>
          <p:nvCxnSpPr>
            <p:cNvPr id="60" name="Rak koppling 59">
              <a:extLst>
                <a:ext uri="{FF2B5EF4-FFF2-40B4-BE49-F238E27FC236}">
                  <a16:creationId xmlns:a16="http://schemas.microsoft.com/office/drawing/2014/main" id="{4161CD4A-6048-341D-ACBA-786217B52CB3}"/>
                </a:ext>
              </a:extLst>
            </p:cNvPr>
            <p:cNvCxnSpPr>
              <a:cxnSpLocks/>
            </p:cNvCxnSpPr>
            <p:nvPr/>
          </p:nvCxnSpPr>
          <p:spPr>
            <a:xfrm flipV="1">
              <a:off x="345050" y="16092"/>
              <a:ext cx="0" cy="846295"/>
            </a:xfrm>
            <a:prstGeom prst="line">
              <a:avLst/>
            </a:prstGeom>
            <a:grpFill/>
            <a:ln>
              <a:solidFill>
                <a:schemeClr val="accent1">
                  <a:lumMod val="50000"/>
                </a:schemeClr>
              </a:solidFill>
            </a:ln>
            <a:scene3d>
              <a:camera prst="orthographicFront"/>
              <a:lightRig rig="threePt" dir="t"/>
            </a:scene3d>
            <a:sp3d>
              <a:bevelT/>
            </a:sp3d>
          </p:spPr>
          <p:style>
            <a:lnRef idx="1">
              <a:schemeClr val="accent1"/>
            </a:lnRef>
            <a:fillRef idx="0">
              <a:schemeClr val="accent1"/>
            </a:fillRef>
            <a:effectRef idx="0">
              <a:schemeClr val="accent1"/>
            </a:effectRef>
            <a:fontRef idx="minor">
              <a:schemeClr val="tx1"/>
            </a:fontRef>
          </p:style>
        </p:cxnSp>
        <p:cxnSp>
          <p:nvCxnSpPr>
            <p:cNvPr id="61" name="Rak koppling 60">
              <a:extLst>
                <a:ext uri="{FF2B5EF4-FFF2-40B4-BE49-F238E27FC236}">
                  <a16:creationId xmlns:a16="http://schemas.microsoft.com/office/drawing/2014/main" id="{509287E7-50FB-4FC3-939B-373D8E07A63C}"/>
                </a:ext>
              </a:extLst>
            </p:cNvPr>
            <p:cNvCxnSpPr>
              <a:cxnSpLocks/>
            </p:cNvCxnSpPr>
            <p:nvPr/>
          </p:nvCxnSpPr>
          <p:spPr>
            <a:xfrm flipV="1">
              <a:off x="642710" y="16092"/>
              <a:ext cx="0" cy="846295"/>
            </a:xfrm>
            <a:prstGeom prst="line">
              <a:avLst/>
            </a:prstGeom>
            <a:grpFill/>
            <a:ln>
              <a:solidFill>
                <a:schemeClr val="accent1">
                  <a:lumMod val="50000"/>
                </a:schemeClr>
              </a:solidFill>
            </a:ln>
            <a:scene3d>
              <a:camera prst="orthographicFront"/>
              <a:lightRig rig="threePt" dir="t"/>
            </a:scene3d>
            <a:sp3d>
              <a:bevelT/>
            </a:sp3d>
          </p:spPr>
          <p:style>
            <a:lnRef idx="1">
              <a:schemeClr val="accent1"/>
            </a:lnRef>
            <a:fillRef idx="0">
              <a:schemeClr val="accent1"/>
            </a:fillRef>
            <a:effectRef idx="0">
              <a:schemeClr val="accent1"/>
            </a:effectRef>
            <a:fontRef idx="minor">
              <a:schemeClr val="tx1"/>
            </a:fontRef>
          </p:style>
        </p:cxnSp>
        <p:cxnSp>
          <p:nvCxnSpPr>
            <p:cNvPr id="62" name="Rak koppling 61">
              <a:extLst>
                <a:ext uri="{FF2B5EF4-FFF2-40B4-BE49-F238E27FC236}">
                  <a16:creationId xmlns:a16="http://schemas.microsoft.com/office/drawing/2014/main" id="{5D39F21A-14B0-99C8-A8DD-868659A62E2F}"/>
                </a:ext>
              </a:extLst>
            </p:cNvPr>
            <p:cNvCxnSpPr>
              <a:cxnSpLocks/>
            </p:cNvCxnSpPr>
            <p:nvPr/>
          </p:nvCxnSpPr>
          <p:spPr>
            <a:xfrm flipH="1">
              <a:off x="46917" y="311363"/>
              <a:ext cx="881542" cy="0"/>
            </a:xfrm>
            <a:prstGeom prst="line">
              <a:avLst/>
            </a:prstGeom>
            <a:grpFill/>
            <a:ln>
              <a:solidFill>
                <a:schemeClr val="accent1">
                  <a:lumMod val="50000"/>
                </a:schemeClr>
              </a:solidFill>
            </a:ln>
            <a:scene3d>
              <a:camera prst="orthographicFront"/>
              <a:lightRig rig="threePt" dir="t"/>
            </a:scene3d>
            <a:sp3d>
              <a:bevelT/>
            </a:sp3d>
          </p:spPr>
          <p:style>
            <a:lnRef idx="1">
              <a:schemeClr val="accent1"/>
            </a:lnRef>
            <a:fillRef idx="0">
              <a:schemeClr val="accent1"/>
            </a:fillRef>
            <a:effectRef idx="0">
              <a:schemeClr val="accent1"/>
            </a:effectRef>
            <a:fontRef idx="minor">
              <a:schemeClr val="tx1"/>
            </a:fontRef>
          </p:style>
        </p:cxnSp>
        <p:cxnSp>
          <p:nvCxnSpPr>
            <p:cNvPr id="63" name="Rak koppling 62">
              <a:extLst>
                <a:ext uri="{FF2B5EF4-FFF2-40B4-BE49-F238E27FC236}">
                  <a16:creationId xmlns:a16="http://schemas.microsoft.com/office/drawing/2014/main" id="{74450007-8B6A-CA74-EE74-0015D198137E}"/>
                </a:ext>
              </a:extLst>
            </p:cNvPr>
            <p:cNvCxnSpPr>
              <a:cxnSpLocks/>
            </p:cNvCxnSpPr>
            <p:nvPr/>
          </p:nvCxnSpPr>
          <p:spPr>
            <a:xfrm flipH="1">
              <a:off x="35008" y="582825"/>
              <a:ext cx="881542" cy="0"/>
            </a:xfrm>
            <a:prstGeom prst="line">
              <a:avLst/>
            </a:prstGeom>
            <a:grpFill/>
            <a:ln>
              <a:solidFill>
                <a:schemeClr val="accent1">
                  <a:lumMod val="50000"/>
                </a:schemeClr>
              </a:solidFill>
            </a:ln>
            <a:scene3d>
              <a:camera prst="orthographicFront"/>
              <a:lightRig rig="threePt" dir="t"/>
            </a:scene3d>
            <a:sp3d>
              <a:bevelT/>
            </a:sp3d>
          </p:spPr>
          <p:style>
            <a:lnRef idx="1">
              <a:schemeClr val="accent1"/>
            </a:lnRef>
            <a:fillRef idx="0">
              <a:schemeClr val="accent1"/>
            </a:fillRef>
            <a:effectRef idx="0">
              <a:schemeClr val="accent1"/>
            </a:effectRef>
            <a:fontRef idx="minor">
              <a:schemeClr val="tx1"/>
            </a:fontRef>
          </p:style>
        </p:cxnSp>
      </p:grpSp>
      <p:grpSp>
        <p:nvGrpSpPr>
          <p:cNvPr id="64" name="Grupp 63">
            <a:extLst>
              <a:ext uri="{FF2B5EF4-FFF2-40B4-BE49-F238E27FC236}">
                <a16:creationId xmlns:a16="http://schemas.microsoft.com/office/drawing/2014/main" id="{B3E2ABB2-7EC1-5F09-6C22-0FED2FB3C64F}"/>
              </a:ext>
            </a:extLst>
          </p:cNvPr>
          <p:cNvGrpSpPr/>
          <p:nvPr/>
        </p:nvGrpSpPr>
        <p:grpSpPr>
          <a:xfrm>
            <a:off x="1042619" y="5114905"/>
            <a:ext cx="1313180" cy="1308100"/>
            <a:chOff x="35008" y="9742"/>
            <a:chExt cx="893451" cy="852645"/>
          </a:xfrm>
          <a:solidFill>
            <a:schemeClr val="bg1"/>
          </a:solidFill>
        </p:grpSpPr>
        <p:sp>
          <p:nvSpPr>
            <p:cNvPr id="65" name="Rektangel 64">
              <a:extLst>
                <a:ext uri="{FF2B5EF4-FFF2-40B4-BE49-F238E27FC236}">
                  <a16:creationId xmlns:a16="http://schemas.microsoft.com/office/drawing/2014/main" id="{42049B94-82D2-58E0-9D89-75E2153F34EB}"/>
                </a:ext>
              </a:extLst>
            </p:cNvPr>
            <p:cNvSpPr/>
            <p:nvPr/>
          </p:nvSpPr>
          <p:spPr>
            <a:xfrm>
              <a:off x="44539" y="9742"/>
              <a:ext cx="883920" cy="846295"/>
            </a:xfrm>
            <a:prstGeom prst="rect">
              <a:avLst/>
            </a:prstGeom>
            <a:grpFill/>
            <a:scene3d>
              <a:camera prst="orthographicFront"/>
              <a:lightRig rig="threePt" dir="t"/>
            </a:scene3d>
            <a:sp3d>
              <a:bevel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sv-SE"/>
            </a:p>
          </p:txBody>
        </p:sp>
        <p:cxnSp>
          <p:nvCxnSpPr>
            <p:cNvPr id="66" name="Rak koppling 65">
              <a:extLst>
                <a:ext uri="{FF2B5EF4-FFF2-40B4-BE49-F238E27FC236}">
                  <a16:creationId xmlns:a16="http://schemas.microsoft.com/office/drawing/2014/main" id="{BC5E21C9-2D71-2E81-36C2-92516B52ABF8}"/>
                </a:ext>
              </a:extLst>
            </p:cNvPr>
            <p:cNvCxnSpPr>
              <a:cxnSpLocks/>
            </p:cNvCxnSpPr>
            <p:nvPr/>
          </p:nvCxnSpPr>
          <p:spPr>
            <a:xfrm flipV="1">
              <a:off x="345050" y="16092"/>
              <a:ext cx="0" cy="846295"/>
            </a:xfrm>
            <a:prstGeom prst="line">
              <a:avLst/>
            </a:prstGeom>
            <a:grpFill/>
            <a:ln>
              <a:solidFill>
                <a:schemeClr val="accent1">
                  <a:lumMod val="50000"/>
                </a:schemeClr>
              </a:solidFill>
            </a:ln>
            <a:scene3d>
              <a:camera prst="orthographicFront"/>
              <a:lightRig rig="threePt" dir="t"/>
            </a:scene3d>
            <a:sp3d>
              <a:bevelT/>
            </a:sp3d>
          </p:spPr>
          <p:style>
            <a:lnRef idx="1">
              <a:schemeClr val="accent1"/>
            </a:lnRef>
            <a:fillRef idx="0">
              <a:schemeClr val="accent1"/>
            </a:fillRef>
            <a:effectRef idx="0">
              <a:schemeClr val="accent1"/>
            </a:effectRef>
            <a:fontRef idx="minor">
              <a:schemeClr val="tx1"/>
            </a:fontRef>
          </p:style>
        </p:cxnSp>
        <p:cxnSp>
          <p:nvCxnSpPr>
            <p:cNvPr id="67" name="Rak koppling 66">
              <a:extLst>
                <a:ext uri="{FF2B5EF4-FFF2-40B4-BE49-F238E27FC236}">
                  <a16:creationId xmlns:a16="http://schemas.microsoft.com/office/drawing/2014/main" id="{27036AB4-14BC-12BB-A705-5E53E68EE159}"/>
                </a:ext>
              </a:extLst>
            </p:cNvPr>
            <p:cNvCxnSpPr>
              <a:cxnSpLocks/>
            </p:cNvCxnSpPr>
            <p:nvPr/>
          </p:nvCxnSpPr>
          <p:spPr>
            <a:xfrm flipV="1">
              <a:off x="642710" y="16092"/>
              <a:ext cx="0" cy="846295"/>
            </a:xfrm>
            <a:prstGeom prst="line">
              <a:avLst/>
            </a:prstGeom>
            <a:grpFill/>
            <a:ln>
              <a:solidFill>
                <a:schemeClr val="accent1">
                  <a:lumMod val="50000"/>
                </a:schemeClr>
              </a:solidFill>
            </a:ln>
            <a:scene3d>
              <a:camera prst="orthographicFront"/>
              <a:lightRig rig="threePt" dir="t"/>
            </a:scene3d>
            <a:sp3d>
              <a:bevelT/>
            </a:sp3d>
          </p:spPr>
          <p:style>
            <a:lnRef idx="1">
              <a:schemeClr val="accent1"/>
            </a:lnRef>
            <a:fillRef idx="0">
              <a:schemeClr val="accent1"/>
            </a:fillRef>
            <a:effectRef idx="0">
              <a:schemeClr val="accent1"/>
            </a:effectRef>
            <a:fontRef idx="minor">
              <a:schemeClr val="tx1"/>
            </a:fontRef>
          </p:style>
        </p:cxnSp>
        <p:cxnSp>
          <p:nvCxnSpPr>
            <p:cNvPr id="68" name="Rak koppling 67">
              <a:extLst>
                <a:ext uri="{FF2B5EF4-FFF2-40B4-BE49-F238E27FC236}">
                  <a16:creationId xmlns:a16="http://schemas.microsoft.com/office/drawing/2014/main" id="{D5BB0DB9-3F0C-EEE2-9C5F-ADE5D3BACD59}"/>
                </a:ext>
              </a:extLst>
            </p:cNvPr>
            <p:cNvCxnSpPr>
              <a:cxnSpLocks/>
            </p:cNvCxnSpPr>
            <p:nvPr/>
          </p:nvCxnSpPr>
          <p:spPr>
            <a:xfrm flipH="1">
              <a:off x="46917" y="311363"/>
              <a:ext cx="881542" cy="0"/>
            </a:xfrm>
            <a:prstGeom prst="line">
              <a:avLst/>
            </a:prstGeom>
            <a:grpFill/>
            <a:ln>
              <a:solidFill>
                <a:schemeClr val="accent1">
                  <a:lumMod val="50000"/>
                </a:schemeClr>
              </a:solidFill>
            </a:ln>
            <a:scene3d>
              <a:camera prst="orthographicFront"/>
              <a:lightRig rig="threePt" dir="t"/>
            </a:scene3d>
            <a:sp3d>
              <a:bevelT/>
            </a:sp3d>
          </p:spPr>
          <p:style>
            <a:lnRef idx="1">
              <a:schemeClr val="accent1"/>
            </a:lnRef>
            <a:fillRef idx="0">
              <a:schemeClr val="accent1"/>
            </a:fillRef>
            <a:effectRef idx="0">
              <a:schemeClr val="accent1"/>
            </a:effectRef>
            <a:fontRef idx="minor">
              <a:schemeClr val="tx1"/>
            </a:fontRef>
          </p:style>
        </p:cxnSp>
        <p:cxnSp>
          <p:nvCxnSpPr>
            <p:cNvPr id="69" name="Rak koppling 68">
              <a:extLst>
                <a:ext uri="{FF2B5EF4-FFF2-40B4-BE49-F238E27FC236}">
                  <a16:creationId xmlns:a16="http://schemas.microsoft.com/office/drawing/2014/main" id="{D14F0484-1382-AF03-3A26-E7D4F7129CC8}"/>
                </a:ext>
              </a:extLst>
            </p:cNvPr>
            <p:cNvCxnSpPr>
              <a:cxnSpLocks/>
            </p:cNvCxnSpPr>
            <p:nvPr/>
          </p:nvCxnSpPr>
          <p:spPr>
            <a:xfrm flipH="1">
              <a:off x="35008" y="582825"/>
              <a:ext cx="881542" cy="0"/>
            </a:xfrm>
            <a:prstGeom prst="line">
              <a:avLst/>
            </a:prstGeom>
            <a:grpFill/>
            <a:ln>
              <a:solidFill>
                <a:schemeClr val="accent1">
                  <a:lumMod val="50000"/>
                </a:schemeClr>
              </a:solidFill>
            </a:ln>
            <a:scene3d>
              <a:camera prst="orthographicFront"/>
              <a:lightRig rig="threePt" dir="t"/>
            </a:scene3d>
            <a:sp3d>
              <a:bevelT/>
            </a:sp3d>
          </p:spPr>
          <p:style>
            <a:lnRef idx="1">
              <a:schemeClr val="accent1"/>
            </a:lnRef>
            <a:fillRef idx="0">
              <a:schemeClr val="accent1"/>
            </a:fillRef>
            <a:effectRef idx="0">
              <a:schemeClr val="accent1"/>
            </a:effectRef>
            <a:fontRef idx="minor">
              <a:schemeClr val="tx1"/>
            </a:fontRef>
          </p:style>
        </p:cxnSp>
      </p:grpSp>
      <p:grpSp>
        <p:nvGrpSpPr>
          <p:cNvPr id="70" name="Grupp 69">
            <a:extLst>
              <a:ext uri="{FF2B5EF4-FFF2-40B4-BE49-F238E27FC236}">
                <a16:creationId xmlns:a16="http://schemas.microsoft.com/office/drawing/2014/main" id="{8FA1B070-1023-63BD-D7F3-B1047356D062}"/>
              </a:ext>
            </a:extLst>
          </p:cNvPr>
          <p:cNvGrpSpPr/>
          <p:nvPr/>
        </p:nvGrpSpPr>
        <p:grpSpPr>
          <a:xfrm>
            <a:off x="2797689" y="5114905"/>
            <a:ext cx="1313180" cy="1308100"/>
            <a:chOff x="35008" y="9742"/>
            <a:chExt cx="893451" cy="852645"/>
          </a:xfrm>
          <a:solidFill>
            <a:schemeClr val="bg1"/>
          </a:solidFill>
        </p:grpSpPr>
        <p:sp>
          <p:nvSpPr>
            <p:cNvPr id="71" name="Rektangel 70">
              <a:extLst>
                <a:ext uri="{FF2B5EF4-FFF2-40B4-BE49-F238E27FC236}">
                  <a16:creationId xmlns:a16="http://schemas.microsoft.com/office/drawing/2014/main" id="{53CC2436-1FD4-F01D-8135-A6DFFA3ADD5D}"/>
                </a:ext>
              </a:extLst>
            </p:cNvPr>
            <p:cNvSpPr/>
            <p:nvPr/>
          </p:nvSpPr>
          <p:spPr>
            <a:xfrm>
              <a:off x="44539" y="9742"/>
              <a:ext cx="883920" cy="846295"/>
            </a:xfrm>
            <a:prstGeom prst="rect">
              <a:avLst/>
            </a:prstGeom>
            <a:grpFill/>
            <a:scene3d>
              <a:camera prst="orthographicFront"/>
              <a:lightRig rig="threePt" dir="t"/>
            </a:scene3d>
            <a:sp3d>
              <a:bevel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sv-SE"/>
            </a:p>
          </p:txBody>
        </p:sp>
        <p:cxnSp>
          <p:nvCxnSpPr>
            <p:cNvPr id="72" name="Rak koppling 71">
              <a:extLst>
                <a:ext uri="{FF2B5EF4-FFF2-40B4-BE49-F238E27FC236}">
                  <a16:creationId xmlns:a16="http://schemas.microsoft.com/office/drawing/2014/main" id="{419B4D86-CD6F-1B93-C887-12FFC78C18B8}"/>
                </a:ext>
              </a:extLst>
            </p:cNvPr>
            <p:cNvCxnSpPr>
              <a:cxnSpLocks/>
            </p:cNvCxnSpPr>
            <p:nvPr/>
          </p:nvCxnSpPr>
          <p:spPr>
            <a:xfrm flipV="1">
              <a:off x="345050" y="16092"/>
              <a:ext cx="0" cy="846295"/>
            </a:xfrm>
            <a:prstGeom prst="line">
              <a:avLst/>
            </a:prstGeom>
            <a:grpFill/>
            <a:ln>
              <a:solidFill>
                <a:schemeClr val="accent1">
                  <a:lumMod val="50000"/>
                </a:schemeClr>
              </a:solidFill>
            </a:ln>
            <a:scene3d>
              <a:camera prst="orthographicFront"/>
              <a:lightRig rig="threePt" dir="t"/>
            </a:scene3d>
            <a:sp3d>
              <a:bevelT/>
            </a:sp3d>
          </p:spPr>
          <p:style>
            <a:lnRef idx="1">
              <a:schemeClr val="accent1"/>
            </a:lnRef>
            <a:fillRef idx="0">
              <a:schemeClr val="accent1"/>
            </a:fillRef>
            <a:effectRef idx="0">
              <a:schemeClr val="accent1"/>
            </a:effectRef>
            <a:fontRef idx="minor">
              <a:schemeClr val="tx1"/>
            </a:fontRef>
          </p:style>
        </p:cxnSp>
        <p:cxnSp>
          <p:nvCxnSpPr>
            <p:cNvPr id="73" name="Rak koppling 72">
              <a:extLst>
                <a:ext uri="{FF2B5EF4-FFF2-40B4-BE49-F238E27FC236}">
                  <a16:creationId xmlns:a16="http://schemas.microsoft.com/office/drawing/2014/main" id="{8D9AA60C-2842-AD71-C6DE-6BC77892B0E2}"/>
                </a:ext>
              </a:extLst>
            </p:cNvPr>
            <p:cNvCxnSpPr>
              <a:cxnSpLocks/>
            </p:cNvCxnSpPr>
            <p:nvPr/>
          </p:nvCxnSpPr>
          <p:spPr>
            <a:xfrm flipV="1">
              <a:off x="642710" y="16092"/>
              <a:ext cx="0" cy="846295"/>
            </a:xfrm>
            <a:prstGeom prst="line">
              <a:avLst/>
            </a:prstGeom>
            <a:grpFill/>
            <a:ln>
              <a:solidFill>
                <a:schemeClr val="accent1">
                  <a:lumMod val="50000"/>
                </a:schemeClr>
              </a:solidFill>
            </a:ln>
            <a:scene3d>
              <a:camera prst="orthographicFront"/>
              <a:lightRig rig="threePt" dir="t"/>
            </a:scene3d>
            <a:sp3d>
              <a:bevelT/>
            </a:sp3d>
          </p:spPr>
          <p:style>
            <a:lnRef idx="1">
              <a:schemeClr val="accent1"/>
            </a:lnRef>
            <a:fillRef idx="0">
              <a:schemeClr val="accent1"/>
            </a:fillRef>
            <a:effectRef idx="0">
              <a:schemeClr val="accent1"/>
            </a:effectRef>
            <a:fontRef idx="minor">
              <a:schemeClr val="tx1"/>
            </a:fontRef>
          </p:style>
        </p:cxnSp>
        <p:cxnSp>
          <p:nvCxnSpPr>
            <p:cNvPr id="74" name="Rak koppling 73">
              <a:extLst>
                <a:ext uri="{FF2B5EF4-FFF2-40B4-BE49-F238E27FC236}">
                  <a16:creationId xmlns:a16="http://schemas.microsoft.com/office/drawing/2014/main" id="{42BD0BC5-13D6-2198-6F66-D297B0E7D1DC}"/>
                </a:ext>
              </a:extLst>
            </p:cNvPr>
            <p:cNvCxnSpPr>
              <a:cxnSpLocks/>
            </p:cNvCxnSpPr>
            <p:nvPr/>
          </p:nvCxnSpPr>
          <p:spPr>
            <a:xfrm flipH="1">
              <a:off x="46917" y="311363"/>
              <a:ext cx="881542" cy="0"/>
            </a:xfrm>
            <a:prstGeom prst="line">
              <a:avLst/>
            </a:prstGeom>
            <a:grpFill/>
            <a:ln>
              <a:solidFill>
                <a:schemeClr val="accent1">
                  <a:lumMod val="50000"/>
                </a:schemeClr>
              </a:solidFill>
            </a:ln>
            <a:scene3d>
              <a:camera prst="orthographicFront"/>
              <a:lightRig rig="threePt" dir="t"/>
            </a:scene3d>
            <a:sp3d>
              <a:bevelT/>
            </a:sp3d>
          </p:spPr>
          <p:style>
            <a:lnRef idx="1">
              <a:schemeClr val="accent1"/>
            </a:lnRef>
            <a:fillRef idx="0">
              <a:schemeClr val="accent1"/>
            </a:fillRef>
            <a:effectRef idx="0">
              <a:schemeClr val="accent1"/>
            </a:effectRef>
            <a:fontRef idx="minor">
              <a:schemeClr val="tx1"/>
            </a:fontRef>
          </p:style>
        </p:cxnSp>
        <p:cxnSp>
          <p:nvCxnSpPr>
            <p:cNvPr id="75" name="Rak koppling 74">
              <a:extLst>
                <a:ext uri="{FF2B5EF4-FFF2-40B4-BE49-F238E27FC236}">
                  <a16:creationId xmlns:a16="http://schemas.microsoft.com/office/drawing/2014/main" id="{EACD78E1-F17D-1EF7-0D57-245AE710C879}"/>
                </a:ext>
              </a:extLst>
            </p:cNvPr>
            <p:cNvCxnSpPr>
              <a:cxnSpLocks/>
            </p:cNvCxnSpPr>
            <p:nvPr/>
          </p:nvCxnSpPr>
          <p:spPr>
            <a:xfrm flipH="1">
              <a:off x="35008" y="582825"/>
              <a:ext cx="881542" cy="0"/>
            </a:xfrm>
            <a:prstGeom prst="line">
              <a:avLst/>
            </a:prstGeom>
            <a:grpFill/>
            <a:ln>
              <a:solidFill>
                <a:schemeClr val="accent1">
                  <a:lumMod val="50000"/>
                </a:schemeClr>
              </a:solidFill>
            </a:ln>
            <a:scene3d>
              <a:camera prst="orthographicFront"/>
              <a:lightRig rig="threePt" dir="t"/>
            </a:scene3d>
            <a:sp3d>
              <a:bevelT/>
            </a:sp3d>
          </p:spPr>
          <p:style>
            <a:lnRef idx="1">
              <a:schemeClr val="accent1"/>
            </a:lnRef>
            <a:fillRef idx="0">
              <a:schemeClr val="accent1"/>
            </a:fillRef>
            <a:effectRef idx="0">
              <a:schemeClr val="accent1"/>
            </a:effectRef>
            <a:fontRef idx="minor">
              <a:schemeClr val="tx1"/>
            </a:fontRef>
          </p:style>
        </p:cxnSp>
      </p:grpSp>
      <p:grpSp>
        <p:nvGrpSpPr>
          <p:cNvPr id="76" name="Grupp 75">
            <a:extLst>
              <a:ext uri="{FF2B5EF4-FFF2-40B4-BE49-F238E27FC236}">
                <a16:creationId xmlns:a16="http://schemas.microsoft.com/office/drawing/2014/main" id="{BA9F43C6-8E58-0C0C-D8DC-205D2CA1F4C2}"/>
              </a:ext>
            </a:extLst>
          </p:cNvPr>
          <p:cNvGrpSpPr/>
          <p:nvPr/>
        </p:nvGrpSpPr>
        <p:grpSpPr>
          <a:xfrm>
            <a:off x="4570928" y="5095421"/>
            <a:ext cx="1313180" cy="1308100"/>
            <a:chOff x="35008" y="9742"/>
            <a:chExt cx="893451" cy="852645"/>
          </a:xfrm>
          <a:solidFill>
            <a:schemeClr val="bg1"/>
          </a:solidFill>
        </p:grpSpPr>
        <p:sp>
          <p:nvSpPr>
            <p:cNvPr id="77" name="Rektangel 76">
              <a:extLst>
                <a:ext uri="{FF2B5EF4-FFF2-40B4-BE49-F238E27FC236}">
                  <a16:creationId xmlns:a16="http://schemas.microsoft.com/office/drawing/2014/main" id="{16ADFF78-F1AA-53D1-75C6-12DFD002233F}"/>
                </a:ext>
              </a:extLst>
            </p:cNvPr>
            <p:cNvSpPr/>
            <p:nvPr/>
          </p:nvSpPr>
          <p:spPr>
            <a:xfrm>
              <a:off x="44539" y="9742"/>
              <a:ext cx="883920" cy="846295"/>
            </a:xfrm>
            <a:prstGeom prst="rect">
              <a:avLst/>
            </a:prstGeom>
            <a:grpFill/>
            <a:scene3d>
              <a:camera prst="orthographicFront"/>
              <a:lightRig rig="threePt" dir="t"/>
            </a:scene3d>
            <a:sp3d>
              <a:bevel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sv-SE"/>
            </a:p>
          </p:txBody>
        </p:sp>
        <p:cxnSp>
          <p:nvCxnSpPr>
            <p:cNvPr id="78" name="Rak koppling 77">
              <a:extLst>
                <a:ext uri="{FF2B5EF4-FFF2-40B4-BE49-F238E27FC236}">
                  <a16:creationId xmlns:a16="http://schemas.microsoft.com/office/drawing/2014/main" id="{8C1144CC-7338-384F-9093-199A6110FA42}"/>
                </a:ext>
              </a:extLst>
            </p:cNvPr>
            <p:cNvCxnSpPr>
              <a:cxnSpLocks/>
            </p:cNvCxnSpPr>
            <p:nvPr/>
          </p:nvCxnSpPr>
          <p:spPr>
            <a:xfrm flipV="1">
              <a:off x="345050" y="16092"/>
              <a:ext cx="0" cy="846295"/>
            </a:xfrm>
            <a:prstGeom prst="line">
              <a:avLst/>
            </a:prstGeom>
            <a:grpFill/>
            <a:ln>
              <a:solidFill>
                <a:schemeClr val="accent1">
                  <a:lumMod val="50000"/>
                </a:schemeClr>
              </a:solidFill>
            </a:ln>
            <a:scene3d>
              <a:camera prst="orthographicFront"/>
              <a:lightRig rig="threePt" dir="t"/>
            </a:scene3d>
            <a:sp3d>
              <a:bevelT/>
            </a:sp3d>
          </p:spPr>
          <p:style>
            <a:lnRef idx="1">
              <a:schemeClr val="accent1"/>
            </a:lnRef>
            <a:fillRef idx="0">
              <a:schemeClr val="accent1"/>
            </a:fillRef>
            <a:effectRef idx="0">
              <a:schemeClr val="accent1"/>
            </a:effectRef>
            <a:fontRef idx="minor">
              <a:schemeClr val="tx1"/>
            </a:fontRef>
          </p:style>
        </p:cxnSp>
        <p:cxnSp>
          <p:nvCxnSpPr>
            <p:cNvPr id="79" name="Rak koppling 78">
              <a:extLst>
                <a:ext uri="{FF2B5EF4-FFF2-40B4-BE49-F238E27FC236}">
                  <a16:creationId xmlns:a16="http://schemas.microsoft.com/office/drawing/2014/main" id="{3B9919F2-C94F-251A-33BA-E19DC13871BA}"/>
                </a:ext>
              </a:extLst>
            </p:cNvPr>
            <p:cNvCxnSpPr>
              <a:cxnSpLocks/>
            </p:cNvCxnSpPr>
            <p:nvPr/>
          </p:nvCxnSpPr>
          <p:spPr>
            <a:xfrm flipV="1">
              <a:off x="642710" y="16092"/>
              <a:ext cx="0" cy="846295"/>
            </a:xfrm>
            <a:prstGeom prst="line">
              <a:avLst/>
            </a:prstGeom>
            <a:grpFill/>
            <a:ln>
              <a:solidFill>
                <a:schemeClr val="accent1">
                  <a:lumMod val="50000"/>
                </a:schemeClr>
              </a:solidFill>
            </a:ln>
            <a:scene3d>
              <a:camera prst="orthographicFront"/>
              <a:lightRig rig="threePt" dir="t"/>
            </a:scene3d>
            <a:sp3d>
              <a:bevelT/>
            </a:sp3d>
          </p:spPr>
          <p:style>
            <a:lnRef idx="1">
              <a:schemeClr val="accent1"/>
            </a:lnRef>
            <a:fillRef idx="0">
              <a:schemeClr val="accent1"/>
            </a:fillRef>
            <a:effectRef idx="0">
              <a:schemeClr val="accent1"/>
            </a:effectRef>
            <a:fontRef idx="minor">
              <a:schemeClr val="tx1"/>
            </a:fontRef>
          </p:style>
        </p:cxnSp>
        <p:cxnSp>
          <p:nvCxnSpPr>
            <p:cNvPr id="80" name="Rak koppling 79">
              <a:extLst>
                <a:ext uri="{FF2B5EF4-FFF2-40B4-BE49-F238E27FC236}">
                  <a16:creationId xmlns:a16="http://schemas.microsoft.com/office/drawing/2014/main" id="{CB02AE0A-27CA-98FE-175D-0F585BF844D4}"/>
                </a:ext>
              </a:extLst>
            </p:cNvPr>
            <p:cNvCxnSpPr>
              <a:cxnSpLocks/>
            </p:cNvCxnSpPr>
            <p:nvPr/>
          </p:nvCxnSpPr>
          <p:spPr>
            <a:xfrm flipH="1">
              <a:off x="46917" y="311363"/>
              <a:ext cx="881542" cy="0"/>
            </a:xfrm>
            <a:prstGeom prst="line">
              <a:avLst/>
            </a:prstGeom>
            <a:grpFill/>
            <a:ln>
              <a:solidFill>
                <a:schemeClr val="accent1">
                  <a:lumMod val="50000"/>
                </a:schemeClr>
              </a:solidFill>
            </a:ln>
            <a:scene3d>
              <a:camera prst="orthographicFront"/>
              <a:lightRig rig="threePt" dir="t"/>
            </a:scene3d>
            <a:sp3d>
              <a:bevelT/>
            </a:sp3d>
          </p:spPr>
          <p:style>
            <a:lnRef idx="1">
              <a:schemeClr val="accent1"/>
            </a:lnRef>
            <a:fillRef idx="0">
              <a:schemeClr val="accent1"/>
            </a:fillRef>
            <a:effectRef idx="0">
              <a:schemeClr val="accent1"/>
            </a:effectRef>
            <a:fontRef idx="minor">
              <a:schemeClr val="tx1"/>
            </a:fontRef>
          </p:style>
        </p:cxnSp>
        <p:cxnSp>
          <p:nvCxnSpPr>
            <p:cNvPr id="81" name="Rak koppling 80">
              <a:extLst>
                <a:ext uri="{FF2B5EF4-FFF2-40B4-BE49-F238E27FC236}">
                  <a16:creationId xmlns:a16="http://schemas.microsoft.com/office/drawing/2014/main" id="{46041B2B-F693-3BDB-60D3-4BE29DFDB1D1}"/>
                </a:ext>
              </a:extLst>
            </p:cNvPr>
            <p:cNvCxnSpPr>
              <a:cxnSpLocks/>
            </p:cNvCxnSpPr>
            <p:nvPr/>
          </p:nvCxnSpPr>
          <p:spPr>
            <a:xfrm flipH="1">
              <a:off x="35008" y="582825"/>
              <a:ext cx="881542" cy="0"/>
            </a:xfrm>
            <a:prstGeom prst="line">
              <a:avLst/>
            </a:prstGeom>
            <a:grpFill/>
            <a:ln>
              <a:solidFill>
                <a:schemeClr val="accent1">
                  <a:lumMod val="50000"/>
                </a:schemeClr>
              </a:solidFill>
            </a:ln>
            <a:scene3d>
              <a:camera prst="orthographicFront"/>
              <a:lightRig rig="threePt" dir="t"/>
            </a:scene3d>
            <a:sp3d>
              <a:bevelT/>
            </a:sp3d>
          </p:spPr>
          <p:style>
            <a:lnRef idx="1">
              <a:schemeClr val="accent1"/>
            </a:lnRef>
            <a:fillRef idx="0">
              <a:schemeClr val="accent1"/>
            </a:fillRef>
            <a:effectRef idx="0">
              <a:schemeClr val="accent1"/>
            </a:effectRef>
            <a:fontRef idx="minor">
              <a:schemeClr val="tx1"/>
            </a:fontRef>
          </p:style>
        </p:cxnSp>
      </p:grpSp>
      <p:grpSp>
        <p:nvGrpSpPr>
          <p:cNvPr id="82" name="Grupp 81">
            <a:extLst>
              <a:ext uri="{FF2B5EF4-FFF2-40B4-BE49-F238E27FC236}">
                <a16:creationId xmlns:a16="http://schemas.microsoft.com/office/drawing/2014/main" id="{F147C884-F1EC-207D-EF9B-2F8F26BC04B1}"/>
              </a:ext>
            </a:extLst>
          </p:cNvPr>
          <p:cNvGrpSpPr/>
          <p:nvPr/>
        </p:nvGrpSpPr>
        <p:grpSpPr>
          <a:xfrm>
            <a:off x="6279869" y="5089536"/>
            <a:ext cx="1313180" cy="1308100"/>
            <a:chOff x="35008" y="9742"/>
            <a:chExt cx="893451" cy="852645"/>
          </a:xfrm>
          <a:solidFill>
            <a:schemeClr val="bg1"/>
          </a:solidFill>
        </p:grpSpPr>
        <p:sp>
          <p:nvSpPr>
            <p:cNvPr id="83" name="Rektangel 82">
              <a:extLst>
                <a:ext uri="{FF2B5EF4-FFF2-40B4-BE49-F238E27FC236}">
                  <a16:creationId xmlns:a16="http://schemas.microsoft.com/office/drawing/2014/main" id="{6128D64A-170D-34C6-EAE0-98541CA0A1AF}"/>
                </a:ext>
              </a:extLst>
            </p:cNvPr>
            <p:cNvSpPr/>
            <p:nvPr/>
          </p:nvSpPr>
          <p:spPr>
            <a:xfrm>
              <a:off x="44539" y="9742"/>
              <a:ext cx="883920" cy="846295"/>
            </a:xfrm>
            <a:prstGeom prst="rect">
              <a:avLst/>
            </a:prstGeom>
            <a:grpFill/>
            <a:scene3d>
              <a:camera prst="orthographicFront"/>
              <a:lightRig rig="threePt" dir="t"/>
            </a:scene3d>
            <a:sp3d>
              <a:bevel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sv-SE"/>
            </a:p>
          </p:txBody>
        </p:sp>
        <p:cxnSp>
          <p:nvCxnSpPr>
            <p:cNvPr id="84" name="Rak koppling 83">
              <a:extLst>
                <a:ext uri="{FF2B5EF4-FFF2-40B4-BE49-F238E27FC236}">
                  <a16:creationId xmlns:a16="http://schemas.microsoft.com/office/drawing/2014/main" id="{C5523CD8-AC25-CDE2-317E-1E59AB9036B5}"/>
                </a:ext>
              </a:extLst>
            </p:cNvPr>
            <p:cNvCxnSpPr>
              <a:cxnSpLocks/>
            </p:cNvCxnSpPr>
            <p:nvPr/>
          </p:nvCxnSpPr>
          <p:spPr>
            <a:xfrm flipV="1">
              <a:off x="345050" y="16092"/>
              <a:ext cx="0" cy="846295"/>
            </a:xfrm>
            <a:prstGeom prst="line">
              <a:avLst/>
            </a:prstGeom>
            <a:grpFill/>
            <a:ln>
              <a:solidFill>
                <a:schemeClr val="accent1">
                  <a:lumMod val="50000"/>
                </a:schemeClr>
              </a:solidFill>
            </a:ln>
            <a:scene3d>
              <a:camera prst="orthographicFront"/>
              <a:lightRig rig="threePt" dir="t"/>
            </a:scene3d>
            <a:sp3d>
              <a:bevelT/>
            </a:sp3d>
          </p:spPr>
          <p:style>
            <a:lnRef idx="1">
              <a:schemeClr val="accent1"/>
            </a:lnRef>
            <a:fillRef idx="0">
              <a:schemeClr val="accent1"/>
            </a:fillRef>
            <a:effectRef idx="0">
              <a:schemeClr val="accent1"/>
            </a:effectRef>
            <a:fontRef idx="minor">
              <a:schemeClr val="tx1"/>
            </a:fontRef>
          </p:style>
        </p:cxnSp>
        <p:cxnSp>
          <p:nvCxnSpPr>
            <p:cNvPr id="85" name="Rak koppling 84">
              <a:extLst>
                <a:ext uri="{FF2B5EF4-FFF2-40B4-BE49-F238E27FC236}">
                  <a16:creationId xmlns:a16="http://schemas.microsoft.com/office/drawing/2014/main" id="{C7D0A08B-FEF6-8856-FBD9-1ACEFD888497}"/>
                </a:ext>
              </a:extLst>
            </p:cNvPr>
            <p:cNvCxnSpPr>
              <a:cxnSpLocks/>
            </p:cNvCxnSpPr>
            <p:nvPr/>
          </p:nvCxnSpPr>
          <p:spPr>
            <a:xfrm flipV="1">
              <a:off x="642710" y="16092"/>
              <a:ext cx="0" cy="846295"/>
            </a:xfrm>
            <a:prstGeom prst="line">
              <a:avLst/>
            </a:prstGeom>
            <a:grpFill/>
            <a:ln>
              <a:solidFill>
                <a:schemeClr val="accent1">
                  <a:lumMod val="50000"/>
                </a:schemeClr>
              </a:solidFill>
            </a:ln>
            <a:scene3d>
              <a:camera prst="orthographicFront"/>
              <a:lightRig rig="threePt" dir="t"/>
            </a:scene3d>
            <a:sp3d>
              <a:bevelT/>
            </a:sp3d>
          </p:spPr>
          <p:style>
            <a:lnRef idx="1">
              <a:schemeClr val="accent1"/>
            </a:lnRef>
            <a:fillRef idx="0">
              <a:schemeClr val="accent1"/>
            </a:fillRef>
            <a:effectRef idx="0">
              <a:schemeClr val="accent1"/>
            </a:effectRef>
            <a:fontRef idx="minor">
              <a:schemeClr val="tx1"/>
            </a:fontRef>
          </p:style>
        </p:cxnSp>
        <p:cxnSp>
          <p:nvCxnSpPr>
            <p:cNvPr id="86" name="Rak koppling 85">
              <a:extLst>
                <a:ext uri="{FF2B5EF4-FFF2-40B4-BE49-F238E27FC236}">
                  <a16:creationId xmlns:a16="http://schemas.microsoft.com/office/drawing/2014/main" id="{B1BE6940-0D5F-1715-801D-4AA3BBD504AF}"/>
                </a:ext>
              </a:extLst>
            </p:cNvPr>
            <p:cNvCxnSpPr>
              <a:cxnSpLocks/>
            </p:cNvCxnSpPr>
            <p:nvPr/>
          </p:nvCxnSpPr>
          <p:spPr>
            <a:xfrm flipH="1">
              <a:off x="46917" y="311363"/>
              <a:ext cx="881542" cy="0"/>
            </a:xfrm>
            <a:prstGeom prst="line">
              <a:avLst/>
            </a:prstGeom>
            <a:grpFill/>
            <a:ln>
              <a:solidFill>
                <a:schemeClr val="accent1">
                  <a:lumMod val="50000"/>
                </a:schemeClr>
              </a:solidFill>
            </a:ln>
            <a:scene3d>
              <a:camera prst="orthographicFront"/>
              <a:lightRig rig="threePt" dir="t"/>
            </a:scene3d>
            <a:sp3d>
              <a:bevelT/>
            </a:sp3d>
          </p:spPr>
          <p:style>
            <a:lnRef idx="1">
              <a:schemeClr val="accent1"/>
            </a:lnRef>
            <a:fillRef idx="0">
              <a:schemeClr val="accent1"/>
            </a:fillRef>
            <a:effectRef idx="0">
              <a:schemeClr val="accent1"/>
            </a:effectRef>
            <a:fontRef idx="minor">
              <a:schemeClr val="tx1"/>
            </a:fontRef>
          </p:style>
        </p:cxnSp>
        <p:cxnSp>
          <p:nvCxnSpPr>
            <p:cNvPr id="87" name="Rak koppling 86">
              <a:extLst>
                <a:ext uri="{FF2B5EF4-FFF2-40B4-BE49-F238E27FC236}">
                  <a16:creationId xmlns:a16="http://schemas.microsoft.com/office/drawing/2014/main" id="{D85084E5-5FAF-6A77-0137-05937570A1A9}"/>
                </a:ext>
              </a:extLst>
            </p:cNvPr>
            <p:cNvCxnSpPr>
              <a:cxnSpLocks/>
            </p:cNvCxnSpPr>
            <p:nvPr/>
          </p:nvCxnSpPr>
          <p:spPr>
            <a:xfrm flipH="1">
              <a:off x="35008" y="582825"/>
              <a:ext cx="881542" cy="0"/>
            </a:xfrm>
            <a:prstGeom prst="line">
              <a:avLst/>
            </a:prstGeom>
            <a:grpFill/>
            <a:ln>
              <a:solidFill>
                <a:schemeClr val="accent1">
                  <a:lumMod val="50000"/>
                </a:schemeClr>
              </a:solidFill>
            </a:ln>
            <a:scene3d>
              <a:camera prst="orthographicFront"/>
              <a:lightRig rig="threePt" dir="t"/>
            </a:scene3d>
            <a:sp3d>
              <a:bevelT/>
            </a:sp3d>
          </p:spPr>
          <p:style>
            <a:lnRef idx="1">
              <a:schemeClr val="accent1"/>
            </a:lnRef>
            <a:fillRef idx="0">
              <a:schemeClr val="accent1"/>
            </a:fillRef>
            <a:effectRef idx="0">
              <a:schemeClr val="accent1"/>
            </a:effectRef>
            <a:fontRef idx="minor">
              <a:schemeClr val="tx1"/>
            </a:fontRef>
          </p:style>
        </p:cxnSp>
      </p:grpSp>
      <p:grpSp>
        <p:nvGrpSpPr>
          <p:cNvPr id="88" name="Grupp 87">
            <a:extLst>
              <a:ext uri="{FF2B5EF4-FFF2-40B4-BE49-F238E27FC236}">
                <a16:creationId xmlns:a16="http://schemas.microsoft.com/office/drawing/2014/main" id="{6BF70841-193B-B835-1210-85AC09A2786A}"/>
              </a:ext>
            </a:extLst>
          </p:cNvPr>
          <p:cNvGrpSpPr/>
          <p:nvPr/>
        </p:nvGrpSpPr>
        <p:grpSpPr>
          <a:xfrm>
            <a:off x="8052103" y="5089536"/>
            <a:ext cx="1313180" cy="1308100"/>
            <a:chOff x="35008" y="9742"/>
            <a:chExt cx="893451" cy="852645"/>
          </a:xfrm>
          <a:solidFill>
            <a:schemeClr val="bg1"/>
          </a:solidFill>
        </p:grpSpPr>
        <p:sp>
          <p:nvSpPr>
            <p:cNvPr id="89" name="Rektangel 88">
              <a:extLst>
                <a:ext uri="{FF2B5EF4-FFF2-40B4-BE49-F238E27FC236}">
                  <a16:creationId xmlns:a16="http://schemas.microsoft.com/office/drawing/2014/main" id="{DC739A87-431D-FA0B-04E5-BA0274F2EEDD}"/>
                </a:ext>
              </a:extLst>
            </p:cNvPr>
            <p:cNvSpPr/>
            <p:nvPr/>
          </p:nvSpPr>
          <p:spPr>
            <a:xfrm>
              <a:off x="44539" y="9742"/>
              <a:ext cx="883920" cy="846295"/>
            </a:xfrm>
            <a:prstGeom prst="rect">
              <a:avLst/>
            </a:prstGeom>
            <a:grpFill/>
            <a:scene3d>
              <a:camera prst="orthographicFront"/>
              <a:lightRig rig="threePt" dir="t"/>
            </a:scene3d>
            <a:sp3d>
              <a:bevel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sv-SE"/>
            </a:p>
          </p:txBody>
        </p:sp>
        <p:cxnSp>
          <p:nvCxnSpPr>
            <p:cNvPr id="90" name="Rak koppling 89">
              <a:extLst>
                <a:ext uri="{FF2B5EF4-FFF2-40B4-BE49-F238E27FC236}">
                  <a16:creationId xmlns:a16="http://schemas.microsoft.com/office/drawing/2014/main" id="{53EB5C74-C231-2832-2D72-5120C64E696E}"/>
                </a:ext>
              </a:extLst>
            </p:cNvPr>
            <p:cNvCxnSpPr>
              <a:cxnSpLocks/>
            </p:cNvCxnSpPr>
            <p:nvPr/>
          </p:nvCxnSpPr>
          <p:spPr>
            <a:xfrm flipV="1">
              <a:off x="345050" y="16092"/>
              <a:ext cx="0" cy="846295"/>
            </a:xfrm>
            <a:prstGeom prst="line">
              <a:avLst/>
            </a:prstGeom>
            <a:grpFill/>
            <a:ln>
              <a:solidFill>
                <a:schemeClr val="accent1">
                  <a:lumMod val="50000"/>
                </a:schemeClr>
              </a:solidFill>
            </a:ln>
            <a:scene3d>
              <a:camera prst="orthographicFront"/>
              <a:lightRig rig="threePt" dir="t"/>
            </a:scene3d>
            <a:sp3d>
              <a:bevelT/>
            </a:sp3d>
          </p:spPr>
          <p:style>
            <a:lnRef idx="1">
              <a:schemeClr val="accent1"/>
            </a:lnRef>
            <a:fillRef idx="0">
              <a:schemeClr val="accent1"/>
            </a:fillRef>
            <a:effectRef idx="0">
              <a:schemeClr val="accent1"/>
            </a:effectRef>
            <a:fontRef idx="minor">
              <a:schemeClr val="tx1"/>
            </a:fontRef>
          </p:style>
        </p:cxnSp>
        <p:cxnSp>
          <p:nvCxnSpPr>
            <p:cNvPr id="91" name="Rak koppling 90">
              <a:extLst>
                <a:ext uri="{FF2B5EF4-FFF2-40B4-BE49-F238E27FC236}">
                  <a16:creationId xmlns:a16="http://schemas.microsoft.com/office/drawing/2014/main" id="{7ADA43EC-B7C9-2BBA-E27E-F4551737DF75}"/>
                </a:ext>
              </a:extLst>
            </p:cNvPr>
            <p:cNvCxnSpPr>
              <a:cxnSpLocks/>
            </p:cNvCxnSpPr>
            <p:nvPr/>
          </p:nvCxnSpPr>
          <p:spPr>
            <a:xfrm flipV="1">
              <a:off x="642710" y="16092"/>
              <a:ext cx="0" cy="846295"/>
            </a:xfrm>
            <a:prstGeom prst="line">
              <a:avLst/>
            </a:prstGeom>
            <a:grpFill/>
            <a:ln>
              <a:solidFill>
                <a:schemeClr val="accent1">
                  <a:lumMod val="50000"/>
                </a:schemeClr>
              </a:solidFill>
            </a:ln>
            <a:scene3d>
              <a:camera prst="orthographicFront"/>
              <a:lightRig rig="threePt" dir="t"/>
            </a:scene3d>
            <a:sp3d>
              <a:bevelT/>
            </a:sp3d>
          </p:spPr>
          <p:style>
            <a:lnRef idx="1">
              <a:schemeClr val="accent1"/>
            </a:lnRef>
            <a:fillRef idx="0">
              <a:schemeClr val="accent1"/>
            </a:fillRef>
            <a:effectRef idx="0">
              <a:schemeClr val="accent1"/>
            </a:effectRef>
            <a:fontRef idx="minor">
              <a:schemeClr val="tx1"/>
            </a:fontRef>
          </p:style>
        </p:cxnSp>
        <p:cxnSp>
          <p:nvCxnSpPr>
            <p:cNvPr id="92" name="Rak koppling 91">
              <a:extLst>
                <a:ext uri="{FF2B5EF4-FFF2-40B4-BE49-F238E27FC236}">
                  <a16:creationId xmlns:a16="http://schemas.microsoft.com/office/drawing/2014/main" id="{843FEB59-CB41-133D-6379-E55C6DC2A92F}"/>
                </a:ext>
              </a:extLst>
            </p:cNvPr>
            <p:cNvCxnSpPr>
              <a:cxnSpLocks/>
            </p:cNvCxnSpPr>
            <p:nvPr/>
          </p:nvCxnSpPr>
          <p:spPr>
            <a:xfrm flipH="1">
              <a:off x="46917" y="311363"/>
              <a:ext cx="881542" cy="0"/>
            </a:xfrm>
            <a:prstGeom prst="line">
              <a:avLst/>
            </a:prstGeom>
            <a:grpFill/>
            <a:ln>
              <a:solidFill>
                <a:schemeClr val="accent1">
                  <a:lumMod val="50000"/>
                </a:schemeClr>
              </a:solidFill>
            </a:ln>
            <a:scene3d>
              <a:camera prst="orthographicFront"/>
              <a:lightRig rig="threePt" dir="t"/>
            </a:scene3d>
            <a:sp3d>
              <a:bevelT/>
            </a:sp3d>
          </p:spPr>
          <p:style>
            <a:lnRef idx="1">
              <a:schemeClr val="accent1"/>
            </a:lnRef>
            <a:fillRef idx="0">
              <a:schemeClr val="accent1"/>
            </a:fillRef>
            <a:effectRef idx="0">
              <a:schemeClr val="accent1"/>
            </a:effectRef>
            <a:fontRef idx="minor">
              <a:schemeClr val="tx1"/>
            </a:fontRef>
          </p:style>
        </p:cxnSp>
        <p:cxnSp>
          <p:nvCxnSpPr>
            <p:cNvPr id="93" name="Rak koppling 92">
              <a:extLst>
                <a:ext uri="{FF2B5EF4-FFF2-40B4-BE49-F238E27FC236}">
                  <a16:creationId xmlns:a16="http://schemas.microsoft.com/office/drawing/2014/main" id="{40D0CEC0-7FC2-BCE0-C15F-F7635CFA74CB}"/>
                </a:ext>
              </a:extLst>
            </p:cNvPr>
            <p:cNvCxnSpPr>
              <a:cxnSpLocks/>
            </p:cNvCxnSpPr>
            <p:nvPr/>
          </p:nvCxnSpPr>
          <p:spPr>
            <a:xfrm flipH="1">
              <a:off x="35008" y="582825"/>
              <a:ext cx="881542" cy="0"/>
            </a:xfrm>
            <a:prstGeom prst="line">
              <a:avLst/>
            </a:prstGeom>
            <a:grpFill/>
            <a:ln>
              <a:solidFill>
                <a:schemeClr val="accent1">
                  <a:lumMod val="50000"/>
                </a:schemeClr>
              </a:solidFill>
            </a:ln>
            <a:scene3d>
              <a:camera prst="orthographicFront"/>
              <a:lightRig rig="threePt" dir="t"/>
            </a:scene3d>
            <a:sp3d>
              <a:bevelT/>
            </a:sp3d>
          </p:spPr>
          <p:style>
            <a:lnRef idx="1">
              <a:schemeClr val="accent1"/>
            </a:lnRef>
            <a:fillRef idx="0">
              <a:schemeClr val="accent1"/>
            </a:fillRef>
            <a:effectRef idx="0">
              <a:schemeClr val="accent1"/>
            </a:effectRef>
            <a:fontRef idx="minor">
              <a:schemeClr val="tx1"/>
            </a:fontRef>
          </p:style>
        </p:cxnSp>
      </p:grpSp>
      <p:grpSp>
        <p:nvGrpSpPr>
          <p:cNvPr id="94" name="Grupp 93">
            <a:extLst>
              <a:ext uri="{FF2B5EF4-FFF2-40B4-BE49-F238E27FC236}">
                <a16:creationId xmlns:a16="http://schemas.microsoft.com/office/drawing/2014/main" id="{1295E434-906F-DEB7-47F6-A261151FFEE8}"/>
              </a:ext>
            </a:extLst>
          </p:cNvPr>
          <p:cNvGrpSpPr/>
          <p:nvPr/>
        </p:nvGrpSpPr>
        <p:grpSpPr>
          <a:xfrm>
            <a:off x="9818544" y="5079794"/>
            <a:ext cx="1313180" cy="1308100"/>
            <a:chOff x="35008" y="9742"/>
            <a:chExt cx="893451" cy="852645"/>
          </a:xfrm>
          <a:solidFill>
            <a:schemeClr val="bg1"/>
          </a:solidFill>
        </p:grpSpPr>
        <p:sp>
          <p:nvSpPr>
            <p:cNvPr id="95" name="Rektangel 94">
              <a:extLst>
                <a:ext uri="{FF2B5EF4-FFF2-40B4-BE49-F238E27FC236}">
                  <a16:creationId xmlns:a16="http://schemas.microsoft.com/office/drawing/2014/main" id="{E57B9E1E-6D26-D4B2-911D-B4575A171B55}"/>
                </a:ext>
              </a:extLst>
            </p:cNvPr>
            <p:cNvSpPr/>
            <p:nvPr/>
          </p:nvSpPr>
          <p:spPr>
            <a:xfrm>
              <a:off x="44539" y="9742"/>
              <a:ext cx="883920" cy="846295"/>
            </a:xfrm>
            <a:prstGeom prst="rect">
              <a:avLst/>
            </a:prstGeom>
            <a:grpFill/>
            <a:scene3d>
              <a:camera prst="orthographicFront"/>
              <a:lightRig rig="threePt" dir="t"/>
            </a:scene3d>
            <a:sp3d>
              <a:bevel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sv-SE"/>
            </a:p>
          </p:txBody>
        </p:sp>
        <p:cxnSp>
          <p:nvCxnSpPr>
            <p:cNvPr id="96" name="Rak koppling 95">
              <a:extLst>
                <a:ext uri="{FF2B5EF4-FFF2-40B4-BE49-F238E27FC236}">
                  <a16:creationId xmlns:a16="http://schemas.microsoft.com/office/drawing/2014/main" id="{5A470DB7-A161-4F33-6065-675FB7BAB630}"/>
                </a:ext>
              </a:extLst>
            </p:cNvPr>
            <p:cNvCxnSpPr>
              <a:cxnSpLocks/>
            </p:cNvCxnSpPr>
            <p:nvPr/>
          </p:nvCxnSpPr>
          <p:spPr>
            <a:xfrm flipV="1">
              <a:off x="345050" y="16092"/>
              <a:ext cx="0" cy="846295"/>
            </a:xfrm>
            <a:prstGeom prst="line">
              <a:avLst/>
            </a:prstGeom>
            <a:grpFill/>
            <a:ln>
              <a:solidFill>
                <a:schemeClr val="accent1">
                  <a:lumMod val="50000"/>
                </a:schemeClr>
              </a:solidFill>
            </a:ln>
            <a:scene3d>
              <a:camera prst="orthographicFront"/>
              <a:lightRig rig="threePt" dir="t"/>
            </a:scene3d>
            <a:sp3d>
              <a:bevelT/>
            </a:sp3d>
          </p:spPr>
          <p:style>
            <a:lnRef idx="1">
              <a:schemeClr val="accent1"/>
            </a:lnRef>
            <a:fillRef idx="0">
              <a:schemeClr val="accent1"/>
            </a:fillRef>
            <a:effectRef idx="0">
              <a:schemeClr val="accent1"/>
            </a:effectRef>
            <a:fontRef idx="minor">
              <a:schemeClr val="tx1"/>
            </a:fontRef>
          </p:style>
        </p:cxnSp>
        <p:cxnSp>
          <p:nvCxnSpPr>
            <p:cNvPr id="97" name="Rak koppling 96">
              <a:extLst>
                <a:ext uri="{FF2B5EF4-FFF2-40B4-BE49-F238E27FC236}">
                  <a16:creationId xmlns:a16="http://schemas.microsoft.com/office/drawing/2014/main" id="{F8489066-3396-B5C2-92C7-3C81CCCCA37B}"/>
                </a:ext>
              </a:extLst>
            </p:cNvPr>
            <p:cNvCxnSpPr>
              <a:cxnSpLocks/>
            </p:cNvCxnSpPr>
            <p:nvPr/>
          </p:nvCxnSpPr>
          <p:spPr>
            <a:xfrm flipV="1">
              <a:off x="642710" y="16092"/>
              <a:ext cx="0" cy="846295"/>
            </a:xfrm>
            <a:prstGeom prst="line">
              <a:avLst/>
            </a:prstGeom>
            <a:grpFill/>
            <a:ln>
              <a:solidFill>
                <a:schemeClr val="accent1">
                  <a:lumMod val="50000"/>
                </a:schemeClr>
              </a:solidFill>
            </a:ln>
            <a:scene3d>
              <a:camera prst="orthographicFront"/>
              <a:lightRig rig="threePt" dir="t"/>
            </a:scene3d>
            <a:sp3d>
              <a:bevelT/>
            </a:sp3d>
          </p:spPr>
          <p:style>
            <a:lnRef idx="1">
              <a:schemeClr val="accent1"/>
            </a:lnRef>
            <a:fillRef idx="0">
              <a:schemeClr val="accent1"/>
            </a:fillRef>
            <a:effectRef idx="0">
              <a:schemeClr val="accent1"/>
            </a:effectRef>
            <a:fontRef idx="minor">
              <a:schemeClr val="tx1"/>
            </a:fontRef>
          </p:style>
        </p:cxnSp>
        <p:cxnSp>
          <p:nvCxnSpPr>
            <p:cNvPr id="98" name="Rak koppling 97">
              <a:extLst>
                <a:ext uri="{FF2B5EF4-FFF2-40B4-BE49-F238E27FC236}">
                  <a16:creationId xmlns:a16="http://schemas.microsoft.com/office/drawing/2014/main" id="{8E62B32C-9588-ED92-0B3C-2BA05389ED6E}"/>
                </a:ext>
              </a:extLst>
            </p:cNvPr>
            <p:cNvCxnSpPr>
              <a:cxnSpLocks/>
            </p:cNvCxnSpPr>
            <p:nvPr/>
          </p:nvCxnSpPr>
          <p:spPr>
            <a:xfrm flipH="1">
              <a:off x="46917" y="311363"/>
              <a:ext cx="881542" cy="0"/>
            </a:xfrm>
            <a:prstGeom prst="line">
              <a:avLst/>
            </a:prstGeom>
            <a:grpFill/>
            <a:ln>
              <a:solidFill>
                <a:schemeClr val="accent1">
                  <a:lumMod val="50000"/>
                </a:schemeClr>
              </a:solidFill>
            </a:ln>
            <a:scene3d>
              <a:camera prst="orthographicFront"/>
              <a:lightRig rig="threePt" dir="t"/>
            </a:scene3d>
            <a:sp3d>
              <a:bevelT/>
            </a:sp3d>
          </p:spPr>
          <p:style>
            <a:lnRef idx="1">
              <a:schemeClr val="accent1"/>
            </a:lnRef>
            <a:fillRef idx="0">
              <a:schemeClr val="accent1"/>
            </a:fillRef>
            <a:effectRef idx="0">
              <a:schemeClr val="accent1"/>
            </a:effectRef>
            <a:fontRef idx="minor">
              <a:schemeClr val="tx1"/>
            </a:fontRef>
          </p:style>
        </p:cxnSp>
        <p:cxnSp>
          <p:nvCxnSpPr>
            <p:cNvPr id="99" name="Rak koppling 98">
              <a:extLst>
                <a:ext uri="{FF2B5EF4-FFF2-40B4-BE49-F238E27FC236}">
                  <a16:creationId xmlns:a16="http://schemas.microsoft.com/office/drawing/2014/main" id="{49541BC6-D4FB-5A8A-347E-AD80D429BDEE}"/>
                </a:ext>
              </a:extLst>
            </p:cNvPr>
            <p:cNvCxnSpPr>
              <a:cxnSpLocks/>
            </p:cNvCxnSpPr>
            <p:nvPr/>
          </p:nvCxnSpPr>
          <p:spPr>
            <a:xfrm flipH="1">
              <a:off x="35008" y="582825"/>
              <a:ext cx="881542" cy="0"/>
            </a:xfrm>
            <a:prstGeom prst="line">
              <a:avLst/>
            </a:prstGeom>
            <a:grpFill/>
            <a:ln>
              <a:solidFill>
                <a:schemeClr val="accent1">
                  <a:lumMod val="50000"/>
                </a:schemeClr>
              </a:solidFill>
            </a:ln>
            <a:scene3d>
              <a:camera prst="orthographicFront"/>
              <a:lightRig rig="threePt" dir="t"/>
            </a:scene3d>
            <a:sp3d>
              <a:bevelT/>
            </a:sp3d>
          </p:spPr>
          <p:style>
            <a:lnRef idx="1">
              <a:schemeClr val="accent1"/>
            </a:lnRef>
            <a:fillRef idx="0">
              <a:schemeClr val="accent1"/>
            </a:fillRef>
            <a:effectRef idx="0">
              <a:schemeClr val="accent1"/>
            </a:effectRef>
            <a:fontRef idx="minor">
              <a:schemeClr val="tx1"/>
            </a:fontRef>
          </p:style>
        </p:cxnSp>
      </p:grpSp>
      <p:cxnSp>
        <p:nvCxnSpPr>
          <p:cNvPr id="101" name="Rak koppling 100">
            <a:extLst>
              <a:ext uri="{FF2B5EF4-FFF2-40B4-BE49-F238E27FC236}">
                <a16:creationId xmlns:a16="http://schemas.microsoft.com/office/drawing/2014/main" id="{5B40396C-0103-BB2A-846F-7D92DFE632AF}"/>
              </a:ext>
            </a:extLst>
          </p:cNvPr>
          <p:cNvCxnSpPr>
            <a:cxnSpLocks/>
            <a:endCxn id="23" idx="0"/>
          </p:cNvCxnSpPr>
          <p:nvPr/>
        </p:nvCxnSpPr>
        <p:spPr>
          <a:xfrm flipH="1">
            <a:off x="2616157" y="1425708"/>
            <a:ext cx="2847962" cy="472479"/>
          </a:xfrm>
          <a:prstGeom prst="line">
            <a:avLst/>
          </a:prstGeom>
        </p:spPr>
        <p:style>
          <a:lnRef idx="1">
            <a:schemeClr val="accent1"/>
          </a:lnRef>
          <a:fillRef idx="0">
            <a:schemeClr val="accent1"/>
          </a:fillRef>
          <a:effectRef idx="0">
            <a:schemeClr val="accent1"/>
          </a:effectRef>
          <a:fontRef idx="minor">
            <a:schemeClr val="tx1"/>
          </a:fontRef>
        </p:style>
      </p:cxnSp>
      <p:cxnSp>
        <p:nvCxnSpPr>
          <p:cNvPr id="103" name="Rak koppling 102">
            <a:extLst>
              <a:ext uri="{FF2B5EF4-FFF2-40B4-BE49-F238E27FC236}">
                <a16:creationId xmlns:a16="http://schemas.microsoft.com/office/drawing/2014/main" id="{8D4AFE57-DEDC-BC79-D77E-11611E54BE8F}"/>
              </a:ext>
            </a:extLst>
          </p:cNvPr>
          <p:cNvCxnSpPr>
            <a:cxnSpLocks/>
          </p:cNvCxnSpPr>
          <p:nvPr/>
        </p:nvCxnSpPr>
        <p:spPr>
          <a:xfrm>
            <a:off x="6090149" y="1425708"/>
            <a:ext cx="0" cy="472479"/>
          </a:xfrm>
          <a:prstGeom prst="line">
            <a:avLst/>
          </a:prstGeom>
        </p:spPr>
        <p:style>
          <a:lnRef idx="1">
            <a:schemeClr val="accent1"/>
          </a:lnRef>
          <a:fillRef idx="0">
            <a:schemeClr val="accent1"/>
          </a:fillRef>
          <a:effectRef idx="0">
            <a:schemeClr val="accent1"/>
          </a:effectRef>
          <a:fontRef idx="minor">
            <a:schemeClr val="tx1"/>
          </a:fontRef>
        </p:style>
      </p:cxnSp>
      <p:cxnSp>
        <p:nvCxnSpPr>
          <p:cNvPr id="105" name="Rak koppling 104">
            <a:extLst>
              <a:ext uri="{FF2B5EF4-FFF2-40B4-BE49-F238E27FC236}">
                <a16:creationId xmlns:a16="http://schemas.microsoft.com/office/drawing/2014/main" id="{E49E82BA-C37F-7664-1D64-357440E8FE5C}"/>
              </a:ext>
            </a:extLst>
          </p:cNvPr>
          <p:cNvCxnSpPr>
            <a:cxnSpLocks/>
            <a:endCxn id="11" idx="0"/>
          </p:cNvCxnSpPr>
          <p:nvPr/>
        </p:nvCxnSpPr>
        <p:spPr>
          <a:xfrm>
            <a:off x="6724744" y="1423023"/>
            <a:ext cx="2836081" cy="507715"/>
          </a:xfrm>
          <a:prstGeom prst="line">
            <a:avLst/>
          </a:prstGeom>
        </p:spPr>
        <p:style>
          <a:lnRef idx="1">
            <a:schemeClr val="accent1"/>
          </a:lnRef>
          <a:fillRef idx="0">
            <a:schemeClr val="accent1"/>
          </a:fillRef>
          <a:effectRef idx="0">
            <a:schemeClr val="accent1"/>
          </a:effectRef>
          <a:fontRef idx="minor">
            <a:schemeClr val="tx1"/>
          </a:fontRef>
        </p:style>
      </p:cxnSp>
      <p:cxnSp>
        <p:nvCxnSpPr>
          <p:cNvPr id="114" name="Rak koppling 113">
            <a:extLst>
              <a:ext uri="{FF2B5EF4-FFF2-40B4-BE49-F238E27FC236}">
                <a16:creationId xmlns:a16="http://schemas.microsoft.com/office/drawing/2014/main" id="{1162C448-0FB9-F4F6-D973-3BC823D46351}"/>
              </a:ext>
            </a:extLst>
          </p:cNvPr>
          <p:cNvCxnSpPr>
            <a:cxnSpLocks/>
            <a:endCxn id="29" idx="0"/>
          </p:cNvCxnSpPr>
          <p:nvPr/>
        </p:nvCxnSpPr>
        <p:spPr>
          <a:xfrm flipH="1">
            <a:off x="1721337" y="3193860"/>
            <a:ext cx="245233" cy="216347"/>
          </a:xfrm>
          <a:prstGeom prst="line">
            <a:avLst/>
          </a:prstGeom>
          <a:scene3d>
            <a:camera prst="orthographicFront"/>
            <a:lightRig rig="threePt" dir="t"/>
          </a:scene3d>
          <a:sp3d>
            <a:bevelT/>
          </a:sp3d>
        </p:spPr>
        <p:style>
          <a:lnRef idx="1">
            <a:schemeClr val="accent1"/>
          </a:lnRef>
          <a:fillRef idx="0">
            <a:schemeClr val="accent1"/>
          </a:fillRef>
          <a:effectRef idx="0">
            <a:schemeClr val="accent1"/>
          </a:effectRef>
          <a:fontRef idx="minor">
            <a:schemeClr val="tx1"/>
          </a:fontRef>
        </p:style>
      </p:cxnSp>
      <p:cxnSp>
        <p:nvCxnSpPr>
          <p:cNvPr id="116" name="Rak koppling 115">
            <a:extLst>
              <a:ext uri="{FF2B5EF4-FFF2-40B4-BE49-F238E27FC236}">
                <a16:creationId xmlns:a16="http://schemas.microsoft.com/office/drawing/2014/main" id="{E155BE98-3C8E-62FD-7082-C4B91992202A}"/>
              </a:ext>
            </a:extLst>
          </p:cNvPr>
          <p:cNvCxnSpPr>
            <a:cxnSpLocks/>
            <a:endCxn id="35" idx="0"/>
          </p:cNvCxnSpPr>
          <p:nvPr/>
        </p:nvCxnSpPr>
        <p:spPr>
          <a:xfrm>
            <a:off x="3273362" y="3203602"/>
            <a:ext cx="205426" cy="216347"/>
          </a:xfrm>
          <a:prstGeom prst="line">
            <a:avLst/>
          </a:prstGeom>
          <a:scene3d>
            <a:camera prst="orthographicFront"/>
            <a:lightRig rig="threePt" dir="t"/>
          </a:scene3d>
          <a:sp3d>
            <a:bevelT/>
          </a:sp3d>
        </p:spPr>
        <p:style>
          <a:lnRef idx="1">
            <a:schemeClr val="accent1"/>
          </a:lnRef>
          <a:fillRef idx="0">
            <a:schemeClr val="accent1"/>
          </a:fillRef>
          <a:effectRef idx="0">
            <a:schemeClr val="accent1"/>
          </a:effectRef>
          <a:fontRef idx="minor">
            <a:schemeClr val="tx1"/>
          </a:fontRef>
        </p:style>
      </p:cxnSp>
      <p:cxnSp>
        <p:nvCxnSpPr>
          <p:cNvPr id="118" name="Rak koppling 117">
            <a:extLst>
              <a:ext uri="{FF2B5EF4-FFF2-40B4-BE49-F238E27FC236}">
                <a16:creationId xmlns:a16="http://schemas.microsoft.com/office/drawing/2014/main" id="{4E66E40C-364F-0071-D5B2-BB60807D767C}"/>
              </a:ext>
            </a:extLst>
          </p:cNvPr>
          <p:cNvCxnSpPr>
            <a:cxnSpLocks/>
          </p:cNvCxnSpPr>
          <p:nvPr/>
        </p:nvCxnSpPr>
        <p:spPr>
          <a:xfrm>
            <a:off x="1721337" y="4715708"/>
            <a:ext cx="1716" cy="380971"/>
          </a:xfrm>
          <a:prstGeom prst="line">
            <a:avLst/>
          </a:prstGeom>
          <a:scene3d>
            <a:camera prst="orthographicFront"/>
            <a:lightRig rig="threePt" dir="t"/>
          </a:scene3d>
          <a:sp3d>
            <a:bevelT/>
          </a:sp3d>
        </p:spPr>
        <p:style>
          <a:lnRef idx="1">
            <a:schemeClr val="accent1"/>
          </a:lnRef>
          <a:fillRef idx="0">
            <a:schemeClr val="accent1"/>
          </a:fillRef>
          <a:effectRef idx="0">
            <a:schemeClr val="accent1"/>
          </a:effectRef>
          <a:fontRef idx="minor">
            <a:schemeClr val="tx1"/>
          </a:fontRef>
        </p:style>
      </p:cxnSp>
      <p:cxnSp>
        <p:nvCxnSpPr>
          <p:cNvPr id="120" name="Rak koppling 119">
            <a:extLst>
              <a:ext uri="{FF2B5EF4-FFF2-40B4-BE49-F238E27FC236}">
                <a16:creationId xmlns:a16="http://schemas.microsoft.com/office/drawing/2014/main" id="{C07808BC-3EE0-2A18-94ED-9F9CB4F6421F}"/>
              </a:ext>
            </a:extLst>
          </p:cNvPr>
          <p:cNvCxnSpPr>
            <a:cxnSpLocks/>
          </p:cNvCxnSpPr>
          <p:nvPr/>
        </p:nvCxnSpPr>
        <p:spPr>
          <a:xfrm>
            <a:off x="3478788" y="4730212"/>
            <a:ext cx="2474" cy="361487"/>
          </a:xfrm>
          <a:prstGeom prst="line">
            <a:avLst/>
          </a:prstGeom>
          <a:scene3d>
            <a:camera prst="orthographicFront"/>
            <a:lightRig rig="threePt" dir="t"/>
          </a:scene3d>
          <a:sp3d>
            <a:bevelT/>
          </a:sp3d>
        </p:spPr>
        <p:style>
          <a:lnRef idx="1">
            <a:schemeClr val="accent1"/>
          </a:lnRef>
          <a:fillRef idx="0">
            <a:schemeClr val="accent1"/>
          </a:fillRef>
          <a:effectRef idx="0">
            <a:schemeClr val="accent1"/>
          </a:effectRef>
          <a:fontRef idx="minor">
            <a:schemeClr val="tx1"/>
          </a:fontRef>
        </p:style>
      </p:cxnSp>
      <p:cxnSp>
        <p:nvCxnSpPr>
          <p:cNvPr id="122" name="Rak koppling 121">
            <a:extLst>
              <a:ext uri="{FF2B5EF4-FFF2-40B4-BE49-F238E27FC236}">
                <a16:creationId xmlns:a16="http://schemas.microsoft.com/office/drawing/2014/main" id="{A1F223F4-B715-8F4B-EDFC-3029DBD5DB77}"/>
              </a:ext>
            </a:extLst>
          </p:cNvPr>
          <p:cNvCxnSpPr>
            <a:cxnSpLocks/>
          </p:cNvCxnSpPr>
          <p:nvPr/>
        </p:nvCxnSpPr>
        <p:spPr>
          <a:xfrm>
            <a:off x="5220514" y="4718089"/>
            <a:ext cx="1716" cy="361487"/>
          </a:xfrm>
          <a:prstGeom prst="line">
            <a:avLst/>
          </a:prstGeom>
          <a:scene3d>
            <a:camera prst="orthographicFront"/>
            <a:lightRig rig="threePt" dir="t"/>
          </a:scene3d>
          <a:sp3d>
            <a:bevelT/>
          </a:sp3d>
        </p:spPr>
        <p:style>
          <a:lnRef idx="1">
            <a:schemeClr val="accent1"/>
          </a:lnRef>
          <a:fillRef idx="0">
            <a:schemeClr val="accent1"/>
          </a:fillRef>
          <a:effectRef idx="0">
            <a:schemeClr val="accent1"/>
          </a:effectRef>
          <a:fontRef idx="minor">
            <a:schemeClr val="tx1"/>
          </a:fontRef>
        </p:style>
      </p:cxnSp>
      <p:cxnSp>
        <p:nvCxnSpPr>
          <p:cNvPr id="124" name="Rak koppling 123">
            <a:extLst>
              <a:ext uri="{FF2B5EF4-FFF2-40B4-BE49-F238E27FC236}">
                <a16:creationId xmlns:a16="http://schemas.microsoft.com/office/drawing/2014/main" id="{CB6BB56C-8FBE-9DD9-364E-0E525CA2CABF}"/>
              </a:ext>
            </a:extLst>
          </p:cNvPr>
          <p:cNvCxnSpPr>
            <a:cxnSpLocks/>
            <a:stCxn id="47" idx="2"/>
          </p:cNvCxnSpPr>
          <p:nvPr/>
        </p:nvCxnSpPr>
        <p:spPr>
          <a:xfrm>
            <a:off x="6943464" y="4714983"/>
            <a:ext cx="0" cy="364593"/>
          </a:xfrm>
          <a:prstGeom prst="line">
            <a:avLst/>
          </a:prstGeom>
          <a:scene3d>
            <a:camera prst="orthographicFront"/>
            <a:lightRig rig="threePt" dir="t"/>
          </a:scene3d>
          <a:sp3d>
            <a:bevelT/>
          </a:sp3d>
        </p:spPr>
        <p:style>
          <a:lnRef idx="1">
            <a:schemeClr val="accent1"/>
          </a:lnRef>
          <a:fillRef idx="0">
            <a:schemeClr val="accent1"/>
          </a:fillRef>
          <a:effectRef idx="0">
            <a:schemeClr val="accent1"/>
          </a:effectRef>
          <a:fontRef idx="minor">
            <a:schemeClr val="tx1"/>
          </a:fontRef>
        </p:style>
      </p:cxnSp>
      <p:cxnSp>
        <p:nvCxnSpPr>
          <p:cNvPr id="126" name="Rak koppling 125">
            <a:extLst>
              <a:ext uri="{FF2B5EF4-FFF2-40B4-BE49-F238E27FC236}">
                <a16:creationId xmlns:a16="http://schemas.microsoft.com/office/drawing/2014/main" id="{C7A1C85A-D6F9-DFC5-C8DD-D50821AF6334}"/>
              </a:ext>
            </a:extLst>
          </p:cNvPr>
          <p:cNvCxnSpPr>
            <a:cxnSpLocks/>
          </p:cNvCxnSpPr>
          <p:nvPr/>
        </p:nvCxnSpPr>
        <p:spPr>
          <a:xfrm>
            <a:off x="8703389" y="4689831"/>
            <a:ext cx="6532" cy="380971"/>
          </a:xfrm>
          <a:prstGeom prst="line">
            <a:avLst/>
          </a:prstGeom>
          <a:scene3d>
            <a:camera prst="orthographicFront"/>
            <a:lightRig rig="threePt" dir="t"/>
          </a:scene3d>
          <a:sp3d>
            <a:bevelT/>
          </a:sp3d>
        </p:spPr>
        <p:style>
          <a:lnRef idx="1">
            <a:schemeClr val="accent1"/>
          </a:lnRef>
          <a:fillRef idx="0">
            <a:schemeClr val="accent1"/>
          </a:fillRef>
          <a:effectRef idx="0">
            <a:schemeClr val="accent1"/>
          </a:effectRef>
          <a:fontRef idx="minor">
            <a:schemeClr val="tx1"/>
          </a:fontRef>
        </p:style>
      </p:cxnSp>
      <p:cxnSp>
        <p:nvCxnSpPr>
          <p:cNvPr id="128" name="Rak koppling 127">
            <a:extLst>
              <a:ext uri="{FF2B5EF4-FFF2-40B4-BE49-F238E27FC236}">
                <a16:creationId xmlns:a16="http://schemas.microsoft.com/office/drawing/2014/main" id="{63D51BCB-4696-01B0-F6FA-0AD3223F5336}"/>
              </a:ext>
            </a:extLst>
          </p:cNvPr>
          <p:cNvCxnSpPr>
            <a:cxnSpLocks/>
          </p:cNvCxnSpPr>
          <p:nvPr/>
        </p:nvCxnSpPr>
        <p:spPr>
          <a:xfrm>
            <a:off x="10468130" y="4684852"/>
            <a:ext cx="0" cy="380971"/>
          </a:xfrm>
          <a:prstGeom prst="line">
            <a:avLst/>
          </a:prstGeom>
          <a:scene3d>
            <a:camera prst="orthographicFront"/>
            <a:lightRig rig="threePt" dir="t"/>
          </a:scene3d>
          <a:sp3d>
            <a:bevelT/>
          </a:sp3d>
        </p:spPr>
        <p:style>
          <a:lnRef idx="1">
            <a:schemeClr val="accent1"/>
          </a:lnRef>
          <a:fillRef idx="0">
            <a:schemeClr val="accent1"/>
          </a:fillRef>
          <a:effectRef idx="0">
            <a:schemeClr val="accent1"/>
          </a:effectRef>
          <a:fontRef idx="minor">
            <a:schemeClr val="tx1"/>
          </a:fontRef>
        </p:style>
      </p:cxnSp>
      <p:cxnSp>
        <p:nvCxnSpPr>
          <p:cNvPr id="130" name="Rak koppling 129">
            <a:extLst>
              <a:ext uri="{FF2B5EF4-FFF2-40B4-BE49-F238E27FC236}">
                <a16:creationId xmlns:a16="http://schemas.microsoft.com/office/drawing/2014/main" id="{76725380-46AE-646C-2E0A-9D196A89D182}"/>
              </a:ext>
            </a:extLst>
          </p:cNvPr>
          <p:cNvCxnSpPr>
            <a:cxnSpLocks/>
            <a:endCxn id="53" idx="0"/>
          </p:cNvCxnSpPr>
          <p:nvPr/>
        </p:nvCxnSpPr>
        <p:spPr>
          <a:xfrm flipH="1">
            <a:off x="8703389" y="3233967"/>
            <a:ext cx="207850" cy="147982"/>
          </a:xfrm>
          <a:prstGeom prst="line">
            <a:avLst/>
          </a:prstGeom>
          <a:scene3d>
            <a:camera prst="orthographicFront"/>
            <a:lightRig rig="threePt" dir="t"/>
          </a:scene3d>
          <a:sp3d>
            <a:bevelT/>
          </a:sp3d>
        </p:spPr>
        <p:style>
          <a:lnRef idx="1">
            <a:schemeClr val="accent1"/>
          </a:lnRef>
          <a:fillRef idx="0">
            <a:schemeClr val="accent1"/>
          </a:fillRef>
          <a:effectRef idx="0">
            <a:schemeClr val="accent1"/>
          </a:effectRef>
          <a:fontRef idx="minor">
            <a:schemeClr val="tx1"/>
          </a:fontRef>
        </p:style>
      </p:cxnSp>
      <p:cxnSp>
        <p:nvCxnSpPr>
          <p:cNvPr id="132" name="Rak koppling 131">
            <a:extLst>
              <a:ext uri="{FF2B5EF4-FFF2-40B4-BE49-F238E27FC236}">
                <a16:creationId xmlns:a16="http://schemas.microsoft.com/office/drawing/2014/main" id="{07F6E092-C82A-904A-3CBA-3E48E551AAB6}"/>
              </a:ext>
            </a:extLst>
          </p:cNvPr>
          <p:cNvCxnSpPr>
            <a:endCxn id="59" idx="0"/>
          </p:cNvCxnSpPr>
          <p:nvPr/>
        </p:nvCxnSpPr>
        <p:spPr>
          <a:xfrm>
            <a:off x="10210410" y="3233967"/>
            <a:ext cx="257720" cy="138240"/>
          </a:xfrm>
          <a:prstGeom prst="line">
            <a:avLst/>
          </a:prstGeom>
          <a:scene3d>
            <a:camera prst="orthographicFront"/>
            <a:lightRig rig="threePt" dir="t"/>
          </a:scene3d>
          <a:sp3d>
            <a:bevelT/>
          </a:sp3d>
        </p:spPr>
        <p:style>
          <a:lnRef idx="1">
            <a:schemeClr val="accent1"/>
          </a:lnRef>
          <a:fillRef idx="0">
            <a:schemeClr val="accent1"/>
          </a:fillRef>
          <a:effectRef idx="0">
            <a:schemeClr val="accent1"/>
          </a:effectRef>
          <a:fontRef idx="minor">
            <a:schemeClr val="tx1"/>
          </a:fontRef>
        </p:style>
      </p:cxnSp>
      <p:cxnSp>
        <p:nvCxnSpPr>
          <p:cNvPr id="134" name="Rak koppling 133">
            <a:extLst>
              <a:ext uri="{FF2B5EF4-FFF2-40B4-BE49-F238E27FC236}">
                <a16:creationId xmlns:a16="http://schemas.microsoft.com/office/drawing/2014/main" id="{9ADEE258-ABBD-FFA3-6001-543C306B328F}"/>
              </a:ext>
            </a:extLst>
          </p:cNvPr>
          <p:cNvCxnSpPr>
            <a:cxnSpLocks/>
            <a:endCxn id="41" idx="0"/>
          </p:cNvCxnSpPr>
          <p:nvPr/>
        </p:nvCxnSpPr>
        <p:spPr>
          <a:xfrm flipH="1">
            <a:off x="5220514" y="3216669"/>
            <a:ext cx="178553" cy="193538"/>
          </a:xfrm>
          <a:prstGeom prst="line">
            <a:avLst/>
          </a:prstGeom>
          <a:scene3d>
            <a:camera prst="orthographicFront"/>
            <a:lightRig rig="threePt" dir="t"/>
          </a:scene3d>
          <a:sp3d>
            <a:bevelT/>
          </a:sp3d>
        </p:spPr>
        <p:style>
          <a:lnRef idx="1">
            <a:schemeClr val="accent1"/>
          </a:lnRef>
          <a:fillRef idx="0">
            <a:schemeClr val="accent1"/>
          </a:fillRef>
          <a:effectRef idx="0">
            <a:schemeClr val="accent1"/>
          </a:effectRef>
          <a:fontRef idx="minor">
            <a:schemeClr val="tx1"/>
          </a:fontRef>
        </p:style>
      </p:cxnSp>
      <p:cxnSp>
        <p:nvCxnSpPr>
          <p:cNvPr id="136" name="Rak koppling 135">
            <a:extLst>
              <a:ext uri="{FF2B5EF4-FFF2-40B4-BE49-F238E27FC236}">
                <a16:creationId xmlns:a16="http://schemas.microsoft.com/office/drawing/2014/main" id="{4352EAA2-2804-971E-037B-F194ED10A42F}"/>
              </a:ext>
            </a:extLst>
          </p:cNvPr>
          <p:cNvCxnSpPr>
            <a:cxnSpLocks/>
            <a:endCxn id="47" idx="0"/>
          </p:cNvCxnSpPr>
          <p:nvPr/>
        </p:nvCxnSpPr>
        <p:spPr>
          <a:xfrm>
            <a:off x="6699858" y="3216669"/>
            <a:ext cx="243606" cy="199956"/>
          </a:xfrm>
          <a:prstGeom prst="line">
            <a:avLst/>
          </a:prstGeom>
          <a:scene3d>
            <a:camera prst="orthographicFront"/>
            <a:lightRig rig="threePt" dir="t"/>
          </a:scene3d>
          <a:sp3d>
            <a:bevelT/>
          </a:sp3d>
        </p:spPr>
        <p:style>
          <a:lnRef idx="1">
            <a:schemeClr val="accent1"/>
          </a:lnRef>
          <a:fillRef idx="0">
            <a:schemeClr val="accent1"/>
          </a:fillRef>
          <a:effectRef idx="0">
            <a:schemeClr val="accent1"/>
          </a:effectRef>
          <a:fontRef idx="minor">
            <a:schemeClr val="tx1"/>
          </a:fontRef>
        </p:style>
      </p:cxnSp>
      <p:sp>
        <p:nvSpPr>
          <p:cNvPr id="149" name="Rektangel 148">
            <a:extLst>
              <a:ext uri="{FF2B5EF4-FFF2-40B4-BE49-F238E27FC236}">
                <a16:creationId xmlns:a16="http://schemas.microsoft.com/office/drawing/2014/main" id="{CA890D84-2FEE-B22B-682D-8D364E701B47}"/>
              </a:ext>
            </a:extLst>
          </p:cNvPr>
          <p:cNvSpPr/>
          <p:nvPr/>
        </p:nvSpPr>
        <p:spPr>
          <a:xfrm>
            <a:off x="734638" y="5650703"/>
            <a:ext cx="271599" cy="280341"/>
          </a:xfrm>
          <a:prstGeom prst="rect">
            <a:avLst/>
          </a:prstGeom>
          <a:noFill/>
          <a:scene3d>
            <a:camera prst="orthographicFront"/>
            <a:lightRig rig="threePt" dir="t"/>
          </a:scene3d>
          <a:sp3d>
            <a:bevel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55" name="Ellips 154">
            <a:extLst>
              <a:ext uri="{FF2B5EF4-FFF2-40B4-BE49-F238E27FC236}">
                <a16:creationId xmlns:a16="http://schemas.microsoft.com/office/drawing/2014/main" id="{0A857903-80B5-FDC2-0D2D-5AA0E7CC2706}"/>
              </a:ext>
            </a:extLst>
          </p:cNvPr>
          <p:cNvSpPr/>
          <p:nvPr/>
        </p:nvSpPr>
        <p:spPr>
          <a:xfrm>
            <a:off x="803886" y="446935"/>
            <a:ext cx="280255" cy="237749"/>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grpSp>
        <p:nvGrpSpPr>
          <p:cNvPr id="2" name="Grupp 1">
            <a:extLst>
              <a:ext uri="{FF2B5EF4-FFF2-40B4-BE49-F238E27FC236}">
                <a16:creationId xmlns:a16="http://schemas.microsoft.com/office/drawing/2014/main" id="{0BD8C60D-40AF-3430-6CF6-3CBA9D588A5E}"/>
              </a:ext>
            </a:extLst>
          </p:cNvPr>
          <p:cNvGrpSpPr/>
          <p:nvPr/>
        </p:nvGrpSpPr>
        <p:grpSpPr>
          <a:xfrm>
            <a:off x="803887" y="830778"/>
            <a:ext cx="280255" cy="237750"/>
            <a:chOff x="803887" y="830778"/>
            <a:chExt cx="280255" cy="237750"/>
          </a:xfrm>
        </p:grpSpPr>
        <p:cxnSp>
          <p:nvCxnSpPr>
            <p:cNvPr id="157" name="Rak koppling 156">
              <a:extLst>
                <a:ext uri="{FF2B5EF4-FFF2-40B4-BE49-F238E27FC236}">
                  <a16:creationId xmlns:a16="http://schemas.microsoft.com/office/drawing/2014/main" id="{20C4B83A-6229-272B-B6B2-330E5E8138D6}"/>
                </a:ext>
              </a:extLst>
            </p:cNvPr>
            <p:cNvCxnSpPr>
              <a:cxnSpLocks/>
            </p:cNvCxnSpPr>
            <p:nvPr/>
          </p:nvCxnSpPr>
          <p:spPr>
            <a:xfrm flipH="1">
              <a:off x="803887" y="830778"/>
              <a:ext cx="280255" cy="23775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60" name="Rak koppling 159">
              <a:extLst>
                <a:ext uri="{FF2B5EF4-FFF2-40B4-BE49-F238E27FC236}">
                  <a16:creationId xmlns:a16="http://schemas.microsoft.com/office/drawing/2014/main" id="{373944D6-20AA-F43A-0DBF-5061674F13C7}"/>
                </a:ext>
              </a:extLst>
            </p:cNvPr>
            <p:cNvCxnSpPr>
              <a:cxnSpLocks/>
            </p:cNvCxnSpPr>
            <p:nvPr/>
          </p:nvCxnSpPr>
          <p:spPr>
            <a:xfrm>
              <a:off x="803887" y="830778"/>
              <a:ext cx="280255" cy="237749"/>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grpSp>
      <p:sp>
        <p:nvSpPr>
          <p:cNvPr id="164" name="textruta 163">
            <a:extLst>
              <a:ext uri="{FF2B5EF4-FFF2-40B4-BE49-F238E27FC236}">
                <a16:creationId xmlns:a16="http://schemas.microsoft.com/office/drawing/2014/main" id="{538C4288-14DD-041D-F6F6-15202793808E}"/>
              </a:ext>
            </a:extLst>
          </p:cNvPr>
          <p:cNvSpPr txBox="1"/>
          <p:nvPr/>
        </p:nvSpPr>
        <p:spPr>
          <a:xfrm>
            <a:off x="1073857" y="368041"/>
            <a:ext cx="2009967" cy="369332"/>
          </a:xfrm>
          <a:prstGeom prst="rect">
            <a:avLst/>
          </a:prstGeom>
          <a:noFill/>
        </p:spPr>
        <p:txBody>
          <a:bodyPr wrap="square" rtlCol="0">
            <a:spAutoFit/>
          </a:bodyPr>
          <a:lstStyle/>
          <a:p>
            <a:r>
              <a:rPr lang="sv-SE" dirty="0"/>
              <a:t>= min (vinst = -1)</a:t>
            </a:r>
          </a:p>
        </p:txBody>
      </p:sp>
      <p:sp>
        <p:nvSpPr>
          <p:cNvPr id="165" name="textruta 164">
            <a:extLst>
              <a:ext uri="{FF2B5EF4-FFF2-40B4-BE49-F238E27FC236}">
                <a16:creationId xmlns:a16="http://schemas.microsoft.com/office/drawing/2014/main" id="{C71EBCA8-0DED-764A-440B-8AEB5D74B252}"/>
              </a:ext>
            </a:extLst>
          </p:cNvPr>
          <p:cNvSpPr txBox="1"/>
          <p:nvPr/>
        </p:nvSpPr>
        <p:spPr>
          <a:xfrm>
            <a:off x="1071751" y="774381"/>
            <a:ext cx="2009967" cy="369332"/>
          </a:xfrm>
          <a:prstGeom prst="rect">
            <a:avLst/>
          </a:prstGeom>
          <a:noFill/>
        </p:spPr>
        <p:txBody>
          <a:bodyPr wrap="square" rtlCol="0">
            <a:spAutoFit/>
          </a:bodyPr>
          <a:lstStyle/>
          <a:p>
            <a:r>
              <a:rPr lang="sv-SE" dirty="0"/>
              <a:t>= max (vinst = 1)</a:t>
            </a:r>
          </a:p>
        </p:txBody>
      </p:sp>
      <p:sp>
        <p:nvSpPr>
          <p:cNvPr id="3" name="Ellips 2">
            <a:extLst>
              <a:ext uri="{FF2B5EF4-FFF2-40B4-BE49-F238E27FC236}">
                <a16:creationId xmlns:a16="http://schemas.microsoft.com/office/drawing/2014/main" id="{0EEA83F6-9B97-DAEB-0B4C-A69C15851EFB}"/>
              </a:ext>
            </a:extLst>
          </p:cNvPr>
          <p:cNvSpPr/>
          <p:nvPr/>
        </p:nvSpPr>
        <p:spPr>
          <a:xfrm>
            <a:off x="5505250" y="235783"/>
            <a:ext cx="280255" cy="237749"/>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grpSp>
        <p:nvGrpSpPr>
          <p:cNvPr id="100" name="Grupp 99">
            <a:extLst>
              <a:ext uri="{FF2B5EF4-FFF2-40B4-BE49-F238E27FC236}">
                <a16:creationId xmlns:a16="http://schemas.microsoft.com/office/drawing/2014/main" id="{72120614-6C5F-CD90-5208-0016415B485F}"/>
              </a:ext>
            </a:extLst>
          </p:cNvPr>
          <p:cNvGrpSpPr/>
          <p:nvPr/>
        </p:nvGrpSpPr>
        <p:grpSpPr>
          <a:xfrm>
            <a:off x="5947712" y="684684"/>
            <a:ext cx="280255" cy="237750"/>
            <a:chOff x="803887" y="830778"/>
            <a:chExt cx="280255" cy="237750"/>
          </a:xfrm>
        </p:grpSpPr>
        <p:cxnSp>
          <p:nvCxnSpPr>
            <p:cNvPr id="102" name="Rak koppling 101">
              <a:extLst>
                <a:ext uri="{FF2B5EF4-FFF2-40B4-BE49-F238E27FC236}">
                  <a16:creationId xmlns:a16="http://schemas.microsoft.com/office/drawing/2014/main" id="{1BBFF0FF-508C-3B6A-34B4-BF2E8543324C}"/>
                </a:ext>
              </a:extLst>
            </p:cNvPr>
            <p:cNvCxnSpPr>
              <a:cxnSpLocks/>
            </p:cNvCxnSpPr>
            <p:nvPr/>
          </p:nvCxnSpPr>
          <p:spPr>
            <a:xfrm flipH="1">
              <a:off x="803887" y="830778"/>
              <a:ext cx="280255" cy="23775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04" name="Rak koppling 103">
              <a:extLst>
                <a:ext uri="{FF2B5EF4-FFF2-40B4-BE49-F238E27FC236}">
                  <a16:creationId xmlns:a16="http://schemas.microsoft.com/office/drawing/2014/main" id="{0A677E27-BE26-B7A4-3F71-59FD583E8701}"/>
                </a:ext>
              </a:extLst>
            </p:cNvPr>
            <p:cNvCxnSpPr>
              <a:cxnSpLocks/>
            </p:cNvCxnSpPr>
            <p:nvPr/>
          </p:nvCxnSpPr>
          <p:spPr>
            <a:xfrm>
              <a:off x="803887" y="830778"/>
              <a:ext cx="280255" cy="237749"/>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grpSp>
      <p:grpSp>
        <p:nvGrpSpPr>
          <p:cNvPr id="106" name="Grupp 105">
            <a:extLst>
              <a:ext uri="{FF2B5EF4-FFF2-40B4-BE49-F238E27FC236}">
                <a16:creationId xmlns:a16="http://schemas.microsoft.com/office/drawing/2014/main" id="{B47CE81C-8511-9E6A-25BE-E3B82724DAAC}"/>
              </a:ext>
            </a:extLst>
          </p:cNvPr>
          <p:cNvGrpSpPr/>
          <p:nvPr/>
        </p:nvGrpSpPr>
        <p:grpSpPr>
          <a:xfrm>
            <a:off x="6376456" y="684683"/>
            <a:ext cx="280255" cy="237750"/>
            <a:chOff x="803887" y="830778"/>
            <a:chExt cx="280255" cy="237750"/>
          </a:xfrm>
        </p:grpSpPr>
        <p:cxnSp>
          <p:nvCxnSpPr>
            <p:cNvPr id="107" name="Rak koppling 106">
              <a:extLst>
                <a:ext uri="{FF2B5EF4-FFF2-40B4-BE49-F238E27FC236}">
                  <a16:creationId xmlns:a16="http://schemas.microsoft.com/office/drawing/2014/main" id="{BE025787-C295-9FE5-6814-498DBFE56794}"/>
                </a:ext>
              </a:extLst>
            </p:cNvPr>
            <p:cNvCxnSpPr>
              <a:cxnSpLocks/>
            </p:cNvCxnSpPr>
            <p:nvPr/>
          </p:nvCxnSpPr>
          <p:spPr>
            <a:xfrm flipH="1">
              <a:off x="803887" y="830778"/>
              <a:ext cx="280255" cy="23775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08" name="Rak koppling 107">
              <a:extLst>
                <a:ext uri="{FF2B5EF4-FFF2-40B4-BE49-F238E27FC236}">
                  <a16:creationId xmlns:a16="http://schemas.microsoft.com/office/drawing/2014/main" id="{41050960-85E0-80AF-17AC-8DF98A477C2F}"/>
                </a:ext>
              </a:extLst>
            </p:cNvPr>
            <p:cNvCxnSpPr>
              <a:cxnSpLocks/>
            </p:cNvCxnSpPr>
            <p:nvPr/>
          </p:nvCxnSpPr>
          <p:spPr>
            <a:xfrm>
              <a:off x="803887" y="830778"/>
              <a:ext cx="280255" cy="237749"/>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grpSp>
      <p:sp>
        <p:nvSpPr>
          <p:cNvPr id="109" name="Ellips 108">
            <a:extLst>
              <a:ext uri="{FF2B5EF4-FFF2-40B4-BE49-F238E27FC236}">
                <a16:creationId xmlns:a16="http://schemas.microsoft.com/office/drawing/2014/main" id="{BF5C8B35-6149-A938-6D3F-DA393261944F}"/>
              </a:ext>
            </a:extLst>
          </p:cNvPr>
          <p:cNvSpPr/>
          <p:nvPr/>
        </p:nvSpPr>
        <p:spPr>
          <a:xfrm>
            <a:off x="5491502" y="673802"/>
            <a:ext cx="280255" cy="237749"/>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grpSp>
        <p:nvGrpSpPr>
          <p:cNvPr id="110" name="Grupp 109">
            <a:extLst>
              <a:ext uri="{FF2B5EF4-FFF2-40B4-BE49-F238E27FC236}">
                <a16:creationId xmlns:a16="http://schemas.microsoft.com/office/drawing/2014/main" id="{57991DF8-5CFB-A9E6-02C2-31EC8585D483}"/>
              </a:ext>
            </a:extLst>
          </p:cNvPr>
          <p:cNvGrpSpPr/>
          <p:nvPr/>
        </p:nvGrpSpPr>
        <p:grpSpPr>
          <a:xfrm>
            <a:off x="5495690" y="1093868"/>
            <a:ext cx="280255" cy="237750"/>
            <a:chOff x="803887" y="830778"/>
            <a:chExt cx="280255" cy="237750"/>
          </a:xfrm>
        </p:grpSpPr>
        <p:cxnSp>
          <p:nvCxnSpPr>
            <p:cNvPr id="111" name="Rak koppling 110">
              <a:extLst>
                <a:ext uri="{FF2B5EF4-FFF2-40B4-BE49-F238E27FC236}">
                  <a16:creationId xmlns:a16="http://schemas.microsoft.com/office/drawing/2014/main" id="{45BD4199-6FB7-E6D9-0EB9-ADDAC08027F3}"/>
                </a:ext>
              </a:extLst>
            </p:cNvPr>
            <p:cNvCxnSpPr>
              <a:cxnSpLocks/>
            </p:cNvCxnSpPr>
            <p:nvPr/>
          </p:nvCxnSpPr>
          <p:spPr>
            <a:xfrm flipH="1">
              <a:off x="803887" y="830778"/>
              <a:ext cx="280255" cy="23775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12" name="Rak koppling 111">
              <a:extLst>
                <a:ext uri="{FF2B5EF4-FFF2-40B4-BE49-F238E27FC236}">
                  <a16:creationId xmlns:a16="http://schemas.microsoft.com/office/drawing/2014/main" id="{3EF987E8-F30F-EBB3-8B1A-62CB70F6F8AF}"/>
                </a:ext>
              </a:extLst>
            </p:cNvPr>
            <p:cNvCxnSpPr>
              <a:cxnSpLocks/>
            </p:cNvCxnSpPr>
            <p:nvPr/>
          </p:nvCxnSpPr>
          <p:spPr>
            <a:xfrm>
              <a:off x="803887" y="830778"/>
              <a:ext cx="280255" cy="237749"/>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grpSp>
      <p:sp>
        <p:nvSpPr>
          <p:cNvPr id="113" name="Ellips 112">
            <a:extLst>
              <a:ext uri="{FF2B5EF4-FFF2-40B4-BE49-F238E27FC236}">
                <a16:creationId xmlns:a16="http://schemas.microsoft.com/office/drawing/2014/main" id="{1DDF20AB-551B-1931-1C4C-93C17F46D95C}"/>
              </a:ext>
            </a:extLst>
          </p:cNvPr>
          <p:cNvSpPr/>
          <p:nvPr/>
        </p:nvSpPr>
        <p:spPr>
          <a:xfrm>
            <a:off x="6358433" y="235783"/>
            <a:ext cx="280255" cy="237749"/>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21" name="Ellips 120">
            <a:extLst>
              <a:ext uri="{FF2B5EF4-FFF2-40B4-BE49-F238E27FC236}">
                <a16:creationId xmlns:a16="http://schemas.microsoft.com/office/drawing/2014/main" id="{04ED552E-65F9-A0B8-1260-CC5376F13EA2}"/>
              </a:ext>
            </a:extLst>
          </p:cNvPr>
          <p:cNvSpPr/>
          <p:nvPr/>
        </p:nvSpPr>
        <p:spPr>
          <a:xfrm>
            <a:off x="2029275" y="1982495"/>
            <a:ext cx="280255" cy="237749"/>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grpSp>
        <p:nvGrpSpPr>
          <p:cNvPr id="123" name="Grupp 122">
            <a:extLst>
              <a:ext uri="{FF2B5EF4-FFF2-40B4-BE49-F238E27FC236}">
                <a16:creationId xmlns:a16="http://schemas.microsoft.com/office/drawing/2014/main" id="{E05F5BB6-085C-3001-86EA-9EC9036D9BA2}"/>
              </a:ext>
            </a:extLst>
          </p:cNvPr>
          <p:cNvGrpSpPr/>
          <p:nvPr/>
        </p:nvGrpSpPr>
        <p:grpSpPr>
          <a:xfrm>
            <a:off x="2471737" y="2431396"/>
            <a:ext cx="280255" cy="237750"/>
            <a:chOff x="803887" y="830778"/>
            <a:chExt cx="280255" cy="237750"/>
          </a:xfrm>
        </p:grpSpPr>
        <p:cxnSp>
          <p:nvCxnSpPr>
            <p:cNvPr id="125" name="Rak koppling 124">
              <a:extLst>
                <a:ext uri="{FF2B5EF4-FFF2-40B4-BE49-F238E27FC236}">
                  <a16:creationId xmlns:a16="http://schemas.microsoft.com/office/drawing/2014/main" id="{8FD4A251-9BDD-262F-4F59-4E6F2CC6A1A5}"/>
                </a:ext>
              </a:extLst>
            </p:cNvPr>
            <p:cNvCxnSpPr>
              <a:cxnSpLocks/>
            </p:cNvCxnSpPr>
            <p:nvPr/>
          </p:nvCxnSpPr>
          <p:spPr>
            <a:xfrm flipH="1">
              <a:off x="803887" y="830778"/>
              <a:ext cx="280255" cy="23775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27" name="Rak koppling 126">
              <a:extLst>
                <a:ext uri="{FF2B5EF4-FFF2-40B4-BE49-F238E27FC236}">
                  <a16:creationId xmlns:a16="http://schemas.microsoft.com/office/drawing/2014/main" id="{E8D583C8-F73A-1646-2ADC-1E65A27F1E44}"/>
                </a:ext>
              </a:extLst>
            </p:cNvPr>
            <p:cNvCxnSpPr>
              <a:cxnSpLocks/>
            </p:cNvCxnSpPr>
            <p:nvPr/>
          </p:nvCxnSpPr>
          <p:spPr>
            <a:xfrm>
              <a:off x="803887" y="830778"/>
              <a:ext cx="280255" cy="237749"/>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grpSp>
      <p:grpSp>
        <p:nvGrpSpPr>
          <p:cNvPr id="129" name="Grupp 128">
            <a:extLst>
              <a:ext uri="{FF2B5EF4-FFF2-40B4-BE49-F238E27FC236}">
                <a16:creationId xmlns:a16="http://schemas.microsoft.com/office/drawing/2014/main" id="{E49A98C8-4DE7-78EC-B2F7-CCECE6DDC55D}"/>
              </a:ext>
            </a:extLst>
          </p:cNvPr>
          <p:cNvGrpSpPr/>
          <p:nvPr/>
        </p:nvGrpSpPr>
        <p:grpSpPr>
          <a:xfrm>
            <a:off x="2900481" y="2431395"/>
            <a:ext cx="280255" cy="237750"/>
            <a:chOff x="803887" y="830778"/>
            <a:chExt cx="280255" cy="237750"/>
          </a:xfrm>
        </p:grpSpPr>
        <p:cxnSp>
          <p:nvCxnSpPr>
            <p:cNvPr id="131" name="Rak koppling 130">
              <a:extLst>
                <a:ext uri="{FF2B5EF4-FFF2-40B4-BE49-F238E27FC236}">
                  <a16:creationId xmlns:a16="http://schemas.microsoft.com/office/drawing/2014/main" id="{F73455C9-AC89-336A-8B17-61E92A6F8662}"/>
                </a:ext>
              </a:extLst>
            </p:cNvPr>
            <p:cNvCxnSpPr>
              <a:cxnSpLocks/>
            </p:cNvCxnSpPr>
            <p:nvPr/>
          </p:nvCxnSpPr>
          <p:spPr>
            <a:xfrm flipH="1">
              <a:off x="803887" y="830778"/>
              <a:ext cx="280255" cy="23775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33" name="Rak koppling 132">
              <a:extLst>
                <a:ext uri="{FF2B5EF4-FFF2-40B4-BE49-F238E27FC236}">
                  <a16:creationId xmlns:a16="http://schemas.microsoft.com/office/drawing/2014/main" id="{9B4126F2-C711-3C23-16C4-DD7B1A2B0378}"/>
                </a:ext>
              </a:extLst>
            </p:cNvPr>
            <p:cNvCxnSpPr>
              <a:cxnSpLocks/>
            </p:cNvCxnSpPr>
            <p:nvPr/>
          </p:nvCxnSpPr>
          <p:spPr>
            <a:xfrm>
              <a:off x="803887" y="830778"/>
              <a:ext cx="280255" cy="237749"/>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grpSp>
      <p:sp>
        <p:nvSpPr>
          <p:cNvPr id="135" name="Ellips 134">
            <a:extLst>
              <a:ext uri="{FF2B5EF4-FFF2-40B4-BE49-F238E27FC236}">
                <a16:creationId xmlns:a16="http://schemas.microsoft.com/office/drawing/2014/main" id="{A6F355ED-EB14-066E-6966-118F301BAC00}"/>
              </a:ext>
            </a:extLst>
          </p:cNvPr>
          <p:cNvSpPr/>
          <p:nvPr/>
        </p:nvSpPr>
        <p:spPr>
          <a:xfrm>
            <a:off x="2015527" y="2420514"/>
            <a:ext cx="280255" cy="237749"/>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grpSp>
        <p:nvGrpSpPr>
          <p:cNvPr id="137" name="Grupp 136">
            <a:extLst>
              <a:ext uri="{FF2B5EF4-FFF2-40B4-BE49-F238E27FC236}">
                <a16:creationId xmlns:a16="http://schemas.microsoft.com/office/drawing/2014/main" id="{DE97930B-292F-4FD6-1315-977F3C9FE557}"/>
              </a:ext>
            </a:extLst>
          </p:cNvPr>
          <p:cNvGrpSpPr/>
          <p:nvPr/>
        </p:nvGrpSpPr>
        <p:grpSpPr>
          <a:xfrm>
            <a:off x="2036943" y="2859744"/>
            <a:ext cx="280255" cy="237750"/>
            <a:chOff x="803887" y="830778"/>
            <a:chExt cx="280255" cy="237750"/>
          </a:xfrm>
        </p:grpSpPr>
        <p:cxnSp>
          <p:nvCxnSpPr>
            <p:cNvPr id="138" name="Rak koppling 137">
              <a:extLst>
                <a:ext uri="{FF2B5EF4-FFF2-40B4-BE49-F238E27FC236}">
                  <a16:creationId xmlns:a16="http://schemas.microsoft.com/office/drawing/2014/main" id="{BCD3E75A-7AEC-B983-D2B1-263DB4486999}"/>
                </a:ext>
              </a:extLst>
            </p:cNvPr>
            <p:cNvCxnSpPr>
              <a:cxnSpLocks/>
            </p:cNvCxnSpPr>
            <p:nvPr/>
          </p:nvCxnSpPr>
          <p:spPr>
            <a:xfrm flipH="1">
              <a:off x="803887" y="830778"/>
              <a:ext cx="280255" cy="23775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56" name="Rak koppling 155">
              <a:extLst>
                <a:ext uri="{FF2B5EF4-FFF2-40B4-BE49-F238E27FC236}">
                  <a16:creationId xmlns:a16="http://schemas.microsoft.com/office/drawing/2014/main" id="{4FC25397-D644-E1A7-FF36-FBF4607B6A22}"/>
                </a:ext>
              </a:extLst>
            </p:cNvPr>
            <p:cNvCxnSpPr>
              <a:cxnSpLocks/>
            </p:cNvCxnSpPr>
            <p:nvPr/>
          </p:nvCxnSpPr>
          <p:spPr>
            <a:xfrm>
              <a:off x="803887" y="830778"/>
              <a:ext cx="280255" cy="237749"/>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grpSp>
      <p:sp>
        <p:nvSpPr>
          <p:cNvPr id="158" name="Ellips 157">
            <a:extLst>
              <a:ext uri="{FF2B5EF4-FFF2-40B4-BE49-F238E27FC236}">
                <a16:creationId xmlns:a16="http://schemas.microsoft.com/office/drawing/2014/main" id="{F86230B2-D25A-8D32-C4A4-AE356BC212AB}"/>
              </a:ext>
            </a:extLst>
          </p:cNvPr>
          <p:cNvSpPr/>
          <p:nvPr/>
        </p:nvSpPr>
        <p:spPr>
          <a:xfrm>
            <a:off x="2882458" y="1982495"/>
            <a:ext cx="280255" cy="237749"/>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59" name="Ellips 158">
            <a:extLst>
              <a:ext uri="{FF2B5EF4-FFF2-40B4-BE49-F238E27FC236}">
                <a16:creationId xmlns:a16="http://schemas.microsoft.com/office/drawing/2014/main" id="{B2B89D2D-557B-20E6-3331-6902CC9B983E}"/>
              </a:ext>
            </a:extLst>
          </p:cNvPr>
          <p:cNvSpPr/>
          <p:nvPr/>
        </p:nvSpPr>
        <p:spPr>
          <a:xfrm>
            <a:off x="5462887" y="2012515"/>
            <a:ext cx="280255" cy="237749"/>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grpSp>
        <p:nvGrpSpPr>
          <p:cNvPr id="161" name="Grupp 160">
            <a:extLst>
              <a:ext uri="{FF2B5EF4-FFF2-40B4-BE49-F238E27FC236}">
                <a16:creationId xmlns:a16="http://schemas.microsoft.com/office/drawing/2014/main" id="{27868F60-25FB-85DF-AE58-64E0B0C279BB}"/>
              </a:ext>
            </a:extLst>
          </p:cNvPr>
          <p:cNvGrpSpPr/>
          <p:nvPr/>
        </p:nvGrpSpPr>
        <p:grpSpPr>
          <a:xfrm>
            <a:off x="5896018" y="2461416"/>
            <a:ext cx="280255" cy="237750"/>
            <a:chOff x="803887" y="830778"/>
            <a:chExt cx="280255" cy="237750"/>
          </a:xfrm>
        </p:grpSpPr>
        <p:cxnSp>
          <p:nvCxnSpPr>
            <p:cNvPr id="162" name="Rak koppling 161">
              <a:extLst>
                <a:ext uri="{FF2B5EF4-FFF2-40B4-BE49-F238E27FC236}">
                  <a16:creationId xmlns:a16="http://schemas.microsoft.com/office/drawing/2014/main" id="{861F650A-C6F3-4FBD-6E71-F9205E2E0DA0}"/>
                </a:ext>
              </a:extLst>
            </p:cNvPr>
            <p:cNvCxnSpPr>
              <a:cxnSpLocks/>
            </p:cNvCxnSpPr>
            <p:nvPr/>
          </p:nvCxnSpPr>
          <p:spPr>
            <a:xfrm flipH="1">
              <a:off x="803887" y="830778"/>
              <a:ext cx="280255" cy="23775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63" name="Rak koppling 162">
              <a:extLst>
                <a:ext uri="{FF2B5EF4-FFF2-40B4-BE49-F238E27FC236}">
                  <a16:creationId xmlns:a16="http://schemas.microsoft.com/office/drawing/2014/main" id="{24C49AFE-D143-B27F-B6B6-5E757DF954EC}"/>
                </a:ext>
              </a:extLst>
            </p:cNvPr>
            <p:cNvCxnSpPr>
              <a:cxnSpLocks/>
            </p:cNvCxnSpPr>
            <p:nvPr/>
          </p:nvCxnSpPr>
          <p:spPr>
            <a:xfrm>
              <a:off x="803887" y="830778"/>
              <a:ext cx="280255" cy="237749"/>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grpSp>
      <p:grpSp>
        <p:nvGrpSpPr>
          <p:cNvPr id="166" name="Grupp 165">
            <a:extLst>
              <a:ext uri="{FF2B5EF4-FFF2-40B4-BE49-F238E27FC236}">
                <a16:creationId xmlns:a16="http://schemas.microsoft.com/office/drawing/2014/main" id="{333FFFA9-522F-BFDC-0D3C-D2E804E9938C}"/>
              </a:ext>
            </a:extLst>
          </p:cNvPr>
          <p:cNvGrpSpPr/>
          <p:nvPr/>
        </p:nvGrpSpPr>
        <p:grpSpPr>
          <a:xfrm>
            <a:off x="6324762" y="2461415"/>
            <a:ext cx="280255" cy="237750"/>
            <a:chOff x="803887" y="830778"/>
            <a:chExt cx="280255" cy="237750"/>
          </a:xfrm>
        </p:grpSpPr>
        <p:cxnSp>
          <p:nvCxnSpPr>
            <p:cNvPr id="167" name="Rak koppling 166">
              <a:extLst>
                <a:ext uri="{FF2B5EF4-FFF2-40B4-BE49-F238E27FC236}">
                  <a16:creationId xmlns:a16="http://schemas.microsoft.com/office/drawing/2014/main" id="{E51814B9-CA78-0D44-9879-CBCDDE3D19D2}"/>
                </a:ext>
              </a:extLst>
            </p:cNvPr>
            <p:cNvCxnSpPr>
              <a:cxnSpLocks/>
            </p:cNvCxnSpPr>
            <p:nvPr/>
          </p:nvCxnSpPr>
          <p:spPr>
            <a:xfrm flipH="1">
              <a:off x="803887" y="830778"/>
              <a:ext cx="280255" cy="23775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68" name="Rak koppling 167">
              <a:extLst>
                <a:ext uri="{FF2B5EF4-FFF2-40B4-BE49-F238E27FC236}">
                  <a16:creationId xmlns:a16="http://schemas.microsoft.com/office/drawing/2014/main" id="{7801AF48-7F75-37E9-86B2-467320E86C1F}"/>
                </a:ext>
              </a:extLst>
            </p:cNvPr>
            <p:cNvCxnSpPr>
              <a:cxnSpLocks/>
            </p:cNvCxnSpPr>
            <p:nvPr/>
          </p:nvCxnSpPr>
          <p:spPr>
            <a:xfrm>
              <a:off x="803887" y="830778"/>
              <a:ext cx="280255" cy="237749"/>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grpSp>
      <p:sp>
        <p:nvSpPr>
          <p:cNvPr id="169" name="Ellips 168">
            <a:extLst>
              <a:ext uri="{FF2B5EF4-FFF2-40B4-BE49-F238E27FC236}">
                <a16:creationId xmlns:a16="http://schemas.microsoft.com/office/drawing/2014/main" id="{28B1327F-330A-FE10-F947-A60954BEDB2C}"/>
              </a:ext>
            </a:extLst>
          </p:cNvPr>
          <p:cNvSpPr/>
          <p:nvPr/>
        </p:nvSpPr>
        <p:spPr>
          <a:xfrm>
            <a:off x="5467801" y="2459865"/>
            <a:ext cx="280255" cy="237749"/>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grpSp>
        <p:nvGrpSpPr>
          <p:cNvPr id="170" name="Grupp 169">
            <a:extLst>
              <a:ext uri="{FF2B5EF4-FFF2-40B4-BE49-F238E27FC236}">
                <a16:creationId xmlns:a16="http://schemas.microsoft.com/office/drawing/2014/main" id="{01D018D4-E371-D88E-7CF9-58C8FFFEC2B6}"/>
              </a:ext>
            </a:extLst>
          </p:cNvPr>
          <p:cNvGrpSpPr/>
          <p:nvPr/>
        </p:nvGrpSpPr>
        <p:grpSpPr>
          <a:xfrm>
            <a:off x="5443996" y="2870600"/>
            <a:ext cx="280255" cy="237750"/>
            <a:chOff x="803887" y="830778"/>
            <a:chExt cx="280255" cy="237750"/>
          </a:xfrm>
        </p:grpSpPr>
        <p:cxnSp>
          <p:nvCxnSpPr>
            <p:cNvPr id="171" name="Rak koppling 170">
              <a:extLst>
                <a:ext uri="{FF2B5EF4-FFF2-40B4-BE49-F238E27FC236}">
                  <a16:creationId xmlns:a16="http://schemas.microsoft.com/office/drawing/2014/main" id="{7EBF3431-3363-EBB5-82FF-499181B48A20}"/>
                </a:ext>
              </a:extLst>
            </p:cNvPr>
            <p:cNvCxnSpPr>
              <a:cxnSpLocks/>
            </p:cNvCxnSpPr>
            <p:nvPr/>
          </p:nvCxnSpPr>
          <p:spPr>
            <a:xfrm flipH="1">
              <a:off x="803887" y="830778"/>
              <a:ext cx="280255" cy="23775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73" name="Rak koppling 172">
              <a:extLst>
                <a:ext uri="{FF2B5EF4-FFF2-40B4-BE49-F238E27FC236}">
                  <a16:creationId xmlns:a16="http://schemas.microsoft.com/office/drawing/2014/main" id="{84582D99-9994-F077-1933-269244236712}"/>
                </a:ext>
              </a:extLst>
            </p:cNvPr>
            <p:cNvCxnSpPr>
              <a:cxnSpLocks/>
            </p:cNvCxnSpPr>
            <p:nvPr/>
          </p:nvCxnSpPr>
          <p:spPr>
            <a:xfrm>
              <a:off x="803887" y="830778"/>
              <a:ext cx="280255" cy="237749"/>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grpSp>
      <p:sp>
        <p:nvSpPr>
          <p:cNvPr id="174" name="Ellips 173">
            <a:extLst>
              <a:ext uri="{FF2B5EF4-FFF2-40B4-BE49-F238E27FC236}">
                <a16:creationId xmlns:a16="http://schemas.microsoft.com/office/drawing/2014/main" id="{91D0A876-384C-BE6C-A5AD-C2E537F299E2}"/>
              </a:ext>
            </a:extLst>
          </p:cNvPr>
          <p:cNvSpPr/>
          <p:nvPr/>
        </p:nvSpPr>
        <p:spPr>
          <a:xfrm>
            <a:off x="6306739" y="2012515"/>
            <a:ext cx="280255" cy="237749"/>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75" name="Ellips 174">
            <a:extLst>
              <a:ext uri="{FF2B5EF4-FFF2-40B4-BE49-F238E27FC236}">
                <a16:creationId xmlns:a16="http://schemas.microsoft.com/office/drawing/2014/main" id="{9404B560-3992-5754-6D0C-96E6A61004DF}"/>
              </a:ext>
            </a:extLst>
          </p:cNvPr>
          <p:cNvSpPr/>
          <p:nvPr/>
        </p:nvSpPr>
        <p:spPr>
          <a:xfrm>
            <a:off x="8984096" y="2046112"/>
            <a:ext cx="280255" cy="237749"/>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grpSp>
        <p:nvGrpSpPr>
          <p:cNvPr id="176" name="Grupp 175">
            <a:extLst>
              <a:ext uri="{FF2B5EF4-FFF2-40B4-BE49-F238E27FC236}">
                <a16:creationId xmlns:a16="http://schemas.microsoft.com/office/drawing/2014/main" id="{2DD7981A-E444-1A12-5AE0-02F45156CC0E}"/>
              </a:ext>
            </a:extLst>
          </p:cNvPr>
          <p:cNvGrpSpPr/>
          <p:nvPr/>
        </p:nvGrpSpPr>
        <p:grpSpPr>
          <a:xfrm>
            <a:off x="9426558" y="2495013"/>
            <a:ext cx="280255" cy="237750"/>
            <a:chOff x="803887" y="830778"/>
            <a:chExt cx="280255" cy="237750"/>
          </a:xfrm>
        </p:grpSpPr>
        <p:cxnSp>
          <p:nvCxnSpPr>
            <p:cNvPr id="177" name="Rak koppling 176">
              <a:extLst>
                <a:ext uri="{FF2B5EF4-FFF2-40B4-BE49-F238E27FC236}">
                  <a16:creationId xmlns:a16="http://schemas.microsoft.com/office/drawing/2014/main" id="{655C82F2-EFAE-AB9D-D07C-748C7F08EBD8}"/>
                </a:ext>
              </a:extLst>
            </p:cNvPr>
            <p:cNvCxnSpPr>
              <a:cxnSpLocks/>
            </p:cNvCxnSpPr>
            <p:nvPr/>
          </p:nvCxnSpPr>
          <p:spPr>
            <a:xfrm flipH="1">
              <a:off x="803887" y="830778"/>
              <a:ext cx="280255" cy="23775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78" name="Rak koppling 177">
              <a:extLst>
                <a:ext uri="{FF2B5EF4-FFF2-40B4-BE49-F238E27FC236}">
                  <a16:creationId xmlns:a16="http://schemas.microsoft.com/office/drawing/2014/main" id="{9407A30D-8611-BF01-ED19-C0FAEA0AF37A}"/>
                </a:ext>
              </a:extLst>
            </p:cNvPr>
            <p:cNvCxnSpPr>
              <a:cxnSpLocks/>
            </p:cNvCxnSpPr>
            <p:nvPr/>
          </p:nvCxnSpPr>
          <p:spPr>
            <a:xfrm>
              <a:off x="803887" y="830778"/>
              <a:ext cx="280255" cy="237749"/>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grpSp>
      <p:grpSp>
        <p:nvGrpSpPr>
          <p:cNvPr id="179" name="Grupp 178">
            <a:extLst>
              <a:ext uri="{FF2B5EF4-FFF2-40B4-BE49-F238E27FC236}">
                <a16:creationId xmlns:a16="http://schemas.microsoft.com/office/drawing/2014/main" id="{0D382D1F-1439-230D-099C-780D399ACC2F}"/>
              </a:ext>
            </a:extLst>
          </p:cNvPr>
          <p:cNvGrpSpPr/>
          <p:nvPr/>
        </p:nvGrpSpPr>
        <p:grpSpPr>
          <a:xfrm>
            <a:off x="9855302" y="2495012"/>
            <a:ext cx="280255" cy="237750"/>
            <a:chOff x="803887" y="830778"/>
            <a:chExt cx="280255" cy="237750"/>
          </a:xfrm>
        </p:grpSpPr>
        <p:cxnSp>
          <p:nvCxnSpPr>
            <p:cNvPr id="180" name="Rak koppling 179">
              <a:extLst>
                <a:ext uri="{FF2B5EF4-FFF2-40B4-BE49-F238E27FC236}">
                  <a16:creationId xmlns:a16="http://schemas.microsoft.com/office/drawing/2014/main" id="{F2CD5103-66CF-261A-815F-2FC20573D5FA}"/>
                </a:ext>
              </a:extLst>
            </p:cNvPr>
            <p:cNvCxnSpPr>
              <a:cxnSpLocks/>
            </p:cNvCxnSpPr>
            <p:nvPr/>
          </p:nvCxnSpPr>
          <p:spPr>
            <a:xfrm flipH="1">
              <a:off x="803887" y="830778"/>
              <a:ext cx="280255" cy="23775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81" name="Rak koppling 180">
              <a:extLst>
                <a:ext uri="{FF2B5EF4-FFF2-40B4-BE49-F238E27FC236}">
                  <a16:creationId xmlns:a16="http://schemas.microsoft.com/office/drawing/2014/main" id="{16D9CC43-E511-A2DD-53B1-7BFE8203E353}"/>
                </a:ext>
              </a:extLst>
            </p:cNvPr>
            <p:cNvCxnSpPr>
              <a:cxnSpLocks/>
            </p:cNvCxnSpPr>
            <p:nvPr/>
          </p:nvCxnSpPr>
          <p:spPr>
            <a:xfrm>
              <a:off x="803887" y="830778"/>
              <a:ext cx="280255" cy="237749"/>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grpSp>
      <p:sp>
        <p:nvSpPr>
          <p:cNvPr id="182" name="Ellips 181">
            <a:extLst>
              <a:ext uri="{FF2B5EF4-FFF2-40B4-BE49-F238E27FC236}">
                <a16:creationId xmlns:a16="http://schemas.microsoft.com/office/drawing/2014/main" id="{19662192-04BA-7DA8-2B36-455DBD3506B6}"/>
              </a:ext>
            </a:extLst>
          </p:cNvPr>
          <p:cNvSpPr/>
          <p:nvPr/>
        </p:nvSpPr>
        <p:spPr>
          <a:xfrm>
            <a:off x="8970348" y="2484131"/>
            <a:ext cx="280255" cy="237749"/>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grpSp>
        <p:nvGrpSpPr>
          <p:cNvPr id="183" name="Grupp 182">
            <a:extLst>
              <a:ext uri="{FF2B5EF4-FFF2-40B4-BE49-F238E27FC236}">
                <a16:creationId xmlns:a16="http://schemas.microsoft.com/office/drawing/2014/main" id="{A3F04A14-2FE4-31BB-93C7-475A3811A896}"/>
              </a:ext>
            </a:extLst>
          </p:cNvPr>
          <p:cNvGrpSpPr/>
          <p:nvPr/>
        </p:nvGrpSpPr>
        <p:grpSpPr>
          <a:xfrm>
            <a:off x="8974536" y="2904197"/>
            <a:ext cx="280255" cy="237750"/>
            <a:chOff x="803887" y="830778"/>
            <a:chExt cx="280255" cy="237750"/>
          </a:xfrm>
        </p:grpSpPr>
        <p:cxnSp>
          <p:nvCxnSpPr>
            <p:cNvPr id="184" name="Rak koppling 183">
              <a:extLst>
                <a:ext uri="{FF2B5EF4-FFF2-40B4-BE49-F238E27FC236}">
                  <a16:creationId xmlns:a16="http://schemas.microsoft.com/office/drawing/2014/main" id="{A42D0560-FAB0-07F0-E553-2C8113703702}"/>
                </a:ext>
              </a:extLst>
            </p:cNvPr>
            <p:cNvCxnSpPr>
              <a:cxnSpLocks/>
            </p:cNvCxnSpPr>
            <p:nvPr/>
          </p:nvCxnSpPr>
          <p:spPr>
            <a:xfrm flipH="1">
              <a:off x="803887" y="830778"/>
              <a:ext cx="280255" cy="23775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85" name="Rak koppling 184">
              <a:extLst>
                <a:ext uri="{FF2B5EF4-FFF2-40B4-BE49-F238E27FC236}">
                  <a16:creationId xmlns:a16="http://schemas.microsoft.com/office/drawing/2014/main" id="{F6817FED-5009-A09F-26D9-2DDAE9EE5DC1}"/>
                </a:ext>
              </a:extLst>
            </p:cNvPr>
            <p:cNvCxnSpPr>
              <a:cxnSpLocks/>
            </p:cNvCxnSpPr>
            <p:nvPr/>
          </p:nvCxnSpPr>
          <p:spPr>
            <a:xfrm>
              <a:off x="803887" y="830778"/>
              <a:ext cx="280255" cy="237749"/>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grpSp>
      <p:sp>
        <p:nvSpPr>
          <p:cNvPr id="186" name="Ellips 185">
            <a:extLst>
              <a:ext uri="{FF2B5EF4-FFF2-40B4-BE49-F238E27FC236}">
                <a16:creationId xmlns:a16="http://schemas.microsoft.com/office/drawing/2014/main" id="{8399CC4B-E2BC-C985-8312-18861E77C1FE}"/>
              </a:ext>
            </a:extLst>
          </p:cNvPr>
          <p:cNvSpPr/>
          <p:nvPr/>
        </p:nvSpPr>
        <p:spPr>
          <a:xfrm>
            <a:off x="9837279" y="2046112"/>
            <a:ext cx="280255" cy="237749"/>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87" name="Ellips 186">
            <a:extLst>
              <a:ext uri="{FF2B5EF4-FFF2-40B4-BE49-F238E27FC236}">
                <a16:creationId xmlns:a16="http://schemas.microsoft.com/office/drawing/2014/main" id="{8145E834-DC7D-DDB0-C1D8-036FB062D3F8}"/>
              </a:ext>
            </a:extLst>
          </p:cNvPr>
          <p:cNvSpPr/>
          <p:nvPr/>
        </p:nvSpPr>
        <p:spPr>
          <a:xfrm>
            <a:off x="1132734" y="3516646"/>
            <a:ext cx="280255" cy="237749"/>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grpSp>
        <p:nvGrpSpPr>
          <p:cNvPr id="188" name="Grupp 187">
            <a:extLst>
              <a:ext uri="{FF2B5EF4-FFF2-40B4-BE49-F238E27FC236}">
                <a16:creationId xmlns:a16="http://schemas.microsoft.com/office/drawing/2014/main" id="{318D02E6-8475-5E4D-DAA8-B8124E287637}"/>
              </a:ext>
            </a:extLst>
          </p:cNvPr>
          <p:cNvGrpSpPr/>
          <p:nvPr/>
        </p:nvGrpSpPr>
        <p:grpSpPr>
          <a:xfrm>
            <a:off x="1575196" y="3965547"/>
            <a:ext cx="280255" cy="237750"/>
            <a:chOff x="803887" y="830778"/>
            <a:chExt cx="280255" cy="237750"/>
          </a:xfrm>
        </p:grpSpPr>
        <p:cxnSp>
          <p:nvCxnSpPr>
            <p:cNvPr id="189" name="Rak koppling 188">
              <a:extLst>
                <a:ext uri="{FF2B5EF4-FFF2-40B4-BE49-F238E27FC236}">
                  <a16:creationId xmlns:a16="http://schemas.microsoft.com/office/drawing/2014/main" id="{A3EA242F-230F-1C3F-5E2E-B5C03118996D}"/>
                </a:ext>
              </a:extLst>
            </p:cNvPr>
            <p:cNvCxnSpPr>
              <a:cxnSpLocks/>
            </p:cNvCxnSpPr>
            <p:nvPr/>
          </p:nvCxnSpPr>
          <p:spPr>
            <a:xfrm flipH="1">
              <a:off x="803887" y="830778"/>
              <a:ext cx="280255" cy="23775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90" name="Rak koppling 189">
              <a:extLst>
                <a:ext uri="{FF2B5EF4-FFF2-40B4-BE49-F238E27FC236}">
                  <a16:creationId xmlns:a16="http://schemas.microsoft.com/office/drawing/2014/main" id="{B35EFC1B-BDF7-2963-D14E-B04378AFA851}"/>
                </a:ext>
              </a:extLst>
            </p:cNvPr>
            <p:cNvCxnSpPr>
              <a:cxnSpLocks/>
            </p:cNvCxnSpPr>
            <p:nvPr/>
          </p:nvCxnSpPr>
          <p:spPr>
            <a:xfrm>
              <a:off x="803887" y="830778"/>
              <a:ext cx="280255" cy="237749"/>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grpSp>
      <p:grpSp>
        <p:nvGrpSpPr>
          <p:cNvPr id="191" name="Grupp 190">
            <a:extLst>
              <a:ext uri="{FF2B5EF4-FFF2-40B4-BE49-F238E27FC236}">
                <a16:creationId xmlns:a16="http://schemas.microsoft.com/office/drawing/2014/main" id="{7E68BC80-CEE5-087A-0987-AD8E63095B5F}"/>
              </a:ext>
            </a:extLst>
          </p:cNvPr>
          <p:cNvGrpSpPr/>
          <p:nvPr/>
        </p:nvGrpSpPr>
        <p:grpSpPr>
          <a:xfrm>
            <a:off x="2003940" y="3965546"/>
            <a:ext cx="280255" cy="237750"/>
            <a:chOff x="803887" y="830778"/>
            <a:chExt cx="280255" cy="237750"/>
          </a:xfrm>
        </p:grpSpPr>
        <p:cxnSp>
          <p:nvCxnSpPr>
            <p:cNvPr id="192" name="Rak koppling 191">
              <a:extLst>
                <a:ext uri="{FF2B5EF4-FFF2-40B4-BE49-F238E27FC236}">
                  <a16:creationId xmlns:a16="http://schemas.microsoft.com/office/drawing/2014/main" id="{6A3F97A4-32A9-3955-AC6C-688351AD4836}"/>
                </a:ext>
              </a:extLst>
            </p:cNvPr>
            <p:cNvCxnSpPr>
              <a:cxnSpLocks/>
            </p:cNvCxnSpPr>
            <p:nvPr/>
          </p:nvCxnSpPr>
          <p:spPr>
            <a:xfrm flipH="1">
              <a:off x="803887" y="830778"/>
              <a:ext cx="280255" cy="23775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93" name="Rak koppling 192">
              <a:extLst>
                <a:ext uri="{FF2B5EF4-FFF2-40B4-BE49-F238E27FC236}">
                  <a16:creationId xmlns:a16="http://schemas.microsoft.com/office/drawing/2014/main" id="{F1A7B203-4392-BA69-4975-1434ED04FB7C}"/>
                </a:ext>
              </a:extLst>
            </p:cNvPr>
            <p:cNvCxnSpPr>
              <a:cxnSpLocks/>
            </p:cNvCxnSpPr>
            <p:nvPr/>
          </p:nvCxnSpPr>
          <p:spPr>
            <a:xfrm>
              <a:off x="803887" y="830778"/>
              <a:ext cx="280255" cy="237749"/>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grpSp>
      <p:sp>
        <p:nvSpPr>
          <p:cNvPr id="194" name="Ellips 193">
            <a:extLst>
              <a:ext uri="{FF2B5EF4-FFF2-40B4-BE49-F238E27FC236}">
                <a16:creationId xmlns:a16="http://schemas.microsoft.com/office/drawing/2014/main" id="{DEF59F54-B7D5-DCDA-82F3-A02FD3537AF5}"/>
              </a:ext>
            </a:extLst>
          </p:cNvPr>
          <p:cNvSpPr/>
          <p:nvPr/>
        </p:nvSpPr>
        <p:spPr>
          <a:xfrm>
            <a:off x="1118986" y="3954665"/>
            <a:ext cx="280255" cy="237749"/>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grpSp>
        <p:nvGrpSpPr>
          <p:cNvPr id="195" name="Grupp 194">
            <a:extLst>
              <a:ext uri="{FF2B5EF4-FFF2-40B4-BE49-F238E27FC236}">
                <a16:creationId xmlns:a16="http://schemas.microsoft.com/office/drawing/2014/main" id="{AFA2F42B-2FE6-A854-08EA-4666D7A43FB0}"/>
              </a:ext>
            </a:extLst>
          </p:cNvPr>
          <p:cNvGrpSpPr/>
          <p:nvPr/>
        </p:nvGrpSpPr>
        <p:grpSpPr>
          <a:xfrm>
            <a:off x="1132505" y="4374731"/>
            <a:ext cx="280255" cy="237750"/>
            <a:chOff x="803887" y="830778"/>
            <a:chExt cx="280255" cy="237750"/>
          </a:xfrm>
        </p:grpSpPr>
        <p:cxnSp>
          <p:nvCxnSpPr>
            <p:cNvPr id="196" name="Rak koppling 195">
              <a:extLst>
                <a:ext uri="{FF2B5EF4-FFF2-40B4-BE49-F238E27FC236}">
                  <a16:creationId xmlns:a16="http://schemas.microsoft.com/office/drawing/2014/main" id="{5AEBA7EF-085D-A34E-63F6-C63770423972}"/>
                </a:ext>
              </a:extLst>
            </p:cNvPr>
            <p:cNvCxnSpPr>
              <a:cxnSpLocks/>
            </p:cNvCxnSpPr>
            <p:nvPr/>
          </p:nvCxnSpPr>
          <p:spPr>
            <a:xfrm flipH="1">
              <a:off x="803887" y="830778"/>
              <a:ext cx="280255" cy="23775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97" name="Rak koppling 196">
              <a:extLst>
                <a:ext uri="{FF2B5EF4-FFF2-40B4-BE49-F238E27FC236}">
                  <a16:creationId xmlns:a16="http://schemas.microsoft.com/office/drawing/2014/main" id="{F7C8DDD8-C412-E452-52AF-1C42F469BC94}"/>
                </a:ext>
              </a:extLst>
            </p:cNvPr>
            <p:cNvCxnSpPr>
              <a:cxnSpLocks/>
            </p:cNvCxnSpPr>
            <p:nvPr/>
          </p:nvCxnSpPr>
          <p:spPr>
            <a:xfrm>
              <a:off x="803887" y="830778"/>
              <a:ext cx="280255" cy="237749"/>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grpSp>
      <p:sp>
        <p:nvSpPr>
          <p:cNvPr id="198" name="Ellips 197">
            <a:extLst>
              <a:ext uri="{FF2B5EF4-FFF2-40B4-BE49-F238E27FC236}">
                <a16:creationId xmlns:a16="http://schemas.microsoft.com/office/drawing/2014/main" id="{774CC23D-514F-9206-D485-693523D08CCD}"/>
              </a:ext>
            </a:extLst>
          </p:cNvPr>
          <p:cNvSpPr/>
          <p:nvPr/>
        </p:nvSpPr>
        <p:spPr>
          <a:xfrm>
            <a:off x="1985917" y="3516646"/>
            <a:ext cx="280255" cy="237749"/>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99" name="Ellips 198">
            <a:extLst>
              <a:ext uri="{FF2B5EF4-FFF2-40B4-BE49-F238E27FC236}">
                <a16:creationId xmlns:a16="http://schemas.microsoft.com/office/drawing/2014/main" id="{9122E809-732A-F4CC-D8A5-5D804F10E7B6}"/>
              </a:ext>
            </a:extLst>
          </p:cNvPr>
          <p:cNvSpPr/>
          <p:nvPr/>
        </p:nvSpPr>
        <p:spPr>
          <a:xfrm>
            <a:off x="2887111" y="3524548"/>
            <a:ext cx="280255" cy="237749"/>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grpSp>
        <p:nvGrpSpPr>
          <p:cNvPr id="200" name="Grupp 199">
            <a:extLst>
              <a:ext uri="{FF2B5EF4-FFF2-40B4-BE49-F238E27FC236}">
                <a16:creationId xmlns:a16="http://schemas.microsoft.com/office/drawing/2014/main" id="{D7F65B2E-9401-3A9A-9FFD-1BFB43062564}"/>
              </a:ext>
            </a:extLst>
          </p:cNvPr>
          <p:cNvGrpSpPr/>
          <p:nvPr/>
        </p:nvGrpSpPr>
        <p:grpSpPr>
          <a:xfrm>
            <a:off x="3329573" y="3973449"/>
            <a:ext cx="280255" cy="237750"/>
            <a:chOff x="803887" y="830778"/>
            <a:chExt cx="280255" cy="237750"/>
          </a:xfrm>
        </p:grpSpPr>
        <p:cxnSp>
          <p:nvCxnSpPr>
            <p:cNvPr id="201" name="Rak koppling 200">
              <a:extLst>
                <a:ext uri="{FF2B5EF4-FFF2-40B4-BE49-F238E27FC236}">
                  <a16:creationId xmlns:a16="http://schemas.microsoft.com/office/drawing/2014/main" id="{23F7CB87-8D5B-68FF-0302-9D57DDF5BD8E}"/>
                </a:ext>
              </a:extLst>
            </p:cNvPr>
            <p:cNvCxnSpPr>
              <a:cxnSpLocks/>
            </p:cNvCxnSpPr>
            <p:nvPr/>
          </p:nvCxnSpPr>
          <p:spPr>
            <a:xfrm flipH="1">
              <a:off x="803887" y="830778"/>
              <a:ext cx="280255" cy="23775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02" name="Rak koppling 201">
              <a:extLst>
                <a:ext uri="{FF2B5EF4-FFF2-40B4-BE49-F238E27FC236}">
                  <a16:creationId xmlns:a16="http://schemas.microsoft.com/office/drawing/2014/main" id="{47742C51-7D68-5D68-D84E-355CCDDE6B1B}"/>
                </a:ext>
              </a:extLst>
            </p:cNvPr>
            <p:cNvCxnSpPr>
              <a:cxnSpLocks/>
            </p:cNvCxnSpPr>
            <p:nvPr/>
          </p:nvCxnSpPr>
          <p:spPr>
            <a:xfrm>
              <a:off x="803887" y="830778"/>
              <a:ext cx="280255" cy="237749"/>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grpSp>
      <p:grpSp>
        <p:nvGrpSpPr>
          <p:cNvPr id="203" name="Grupp 202">
            <a:extLst>
              <a:ext uri="{FF2B5EF4-FFF2-40B4-BE49-F238E27FC236}">
                <a16:creationId xmlns:a16="http://schemas.microsoft.com/office/drawing/2014/main" id="{DEE18535-460A-C6EB-9E93-5A49A823FBD1}"/>
              </a:ext>
            </a:extLst>
          </p:cNvPr>
          <p:cNvGrpSpPr/>
          <p:nvPr/>
        </p:nvGrpSpPr>
        <p:grpSpPr>
          <a:xfrm>
            <a:off x="3758317" y="3973448"/>
            <a:ext cx="280255" cy="237750"/>
            <a:chOff x="803887" y="830778"/>
            <a:chExt cx="280255" cy="237750"/>
          </a:xfrm>
        </p:grpSpPr>
        <p:cxnSp>
          <p:nvCxnSpPr>
            <p:cNvPr id="204" name="Rak koppling 203">
              <a:extLst>
                <a:ext uri="{FF2B5EF4-FFF2-40B4-BE49-F238E27FC236}">
                  <a16:creationId xmlns:a16="http://schemas.microsoft.com/office/drawing/2014/main" id="{B35239ED-C44E-7BD5-3D8A-38CD6A62D955}"/>
                </a:ext>
              </a:extLst>
            </p:cNvPr>
            <p:cNvCxnSpPr>
              <a:cxnSpLocks/>
            </p:cNvCxnSpPr>
            <p:nvPr/>
          </p:nvCxnSpPr>
          <p:spPr>
            <a:xfrm flipH="1">
              <a:off x="803887" y="830778"/>
              <a:ext cx="280255" cy="23775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05" name="Rak koppling 204">
              <a:extLst>
                <a:ext uri="{FF2B5EF4-FFF2-40B4-BE49-F238E27FC236}">
                  <a16:creationId xmlns:a16="http://schemas.microsoft.com/office/drawing/2014/main" id="{1159F1B6-4B6B-4821-A43B-FEDB1C5F0939}"/>
                </a:ext>
              </a:extLst>
            </p:cNvPr>
            <p:cNvCxnSpPr>
              <a:cxnSpLocks/>
            </p:cNvCxnSpPr>
            <p:nvPr/>
          </p:nvCxnSpPr>
          <p:spPr>
            <a:xfrm>
              <a:off x="803887" y="830778"/>
              <a:ext cx="280255" cy="237749"/>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grpSp>
      <p:sp>
        <p:nvSpPr>
          <p:cNvPr id="206" name="Ellips 205">
            <a:extLst>
              <a:ext uri="{FF2B5EF4-FFF2-40B4-BE49-F238E27FC236}">
                <a16:creationId xmlns:a16="http://schemas.microsoft.com/office/drawing/2014/main" id="{AFAD615F-23AA-DDDA-0AC9-0817F164E700}"/>
              </a:ext>
            </a:extLst>
          </p:cNvPr>
          <p:cNvSpPr/>
          <p:nvPr/>
        </p:nvSpPr>
        <p:spPr>
          <a:xfrm>
            <a:off x="2873363" y="3962567"/>
            <a:ext cx="280255" cy="237749"/>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grpSp>
        <p:nvGrpSpPr>
          <p:cNvPr id="207" name="Grupp 206">
            <a:extLst>
              <a:ext uri="{FF2B5EF4-FFF2-40B4-BE49-F238E27FC236}">
                <a16:creationId xmlns:a16="http://schemas.microsoft.com/office/drawing/2014/main" id="{B7C21E75-3848-437A-AF5E-1BF59FE53481}"/>
              </a:ext>
            </a:extLst>
          </p:cNvPr>
          <p:cNvGrpSpPr/>
          <p:nvPr/>
        </p:nvGrpSpPr>
        <p:grpSpPr>
          <a:xfrm>
            <a:off x="2886882" y="4382633"/>
            <a:ext cx="280255" cy="237750"/>
            <a:chOff x="803887" y="830778"/>
            <a:chExt cx="280255" cy="237750"/>
          </a:xfrm>
        </p:grpSpPr>
        <p:cxnSp>
          <p:nvCxnSpPr>
            <p:cNvPr id="208" name="Rak koppling 207">
              <a:extLst>
                <a:ext uri="{FF2B5EF4-FFF2-40B4-BE49-F238E27FC236}">
                  <a16:creationId xmlns:a16="http://schemas.microsoft.com/office/drawing/2014/main" id="{15070C9F-2A73-16E2-2808-EFBC6B384811}"/>
                </a:ext>
              </a:extLst>
            </p:cNvPr>
            <p:cNvCxnSpPr>
              <a:cxnSpLocks/>
            </p:cNvCxnSpPr>
            <p:nvPr/>
          </p:nvCxnSpPr>
          <p:spPr>
            <a:xfrm flipH="1">
              <a:off x="803887" y="830778"/>
              <a:ext cx="280255" cy="23775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09" name="Rak koppling 208">
              <a:extLst>
                <a:ext uri="{FF2B5EF4-FFF2-40B4-BE49-F238E27FC236}">
                  <a16:creationId xmlns:a16="http://schemas.microsoft.com/office/drawing/2014/main" id="{B9C05FF8-743E-F501-CE76-4FCEB92C303F}"/>
                </a:ext>
              </a:extLst>
            </p:cNvPr>
            <p:cNvCxnSpPr>
              <a:cxnSpLocks/>
            </p:cNvCxnSpPr>
            <p:nvPr/>
          </p:nvCxnSpPr>
          <p:spPr>
            <a:xfrm>
              <a:off x="803887" y="830778"/>
              <a:ext cx="280255" cy="237749"/>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grpSp>
      <p:sp>
        <p:nvSpPr>
          <p:cNvPr id="210" name="Ellips 209">
            <a:extLst>
              <a:ext uri="{FF2B5EF4-FFF2-40B4-BE49-F238E27FC236}">
                <a16:creationId xmlns:a16="http://schemas.microsoft.com/office/drawing/2014/main" id="{C3A9B1F3-7783-CF1C-5FF0-EF9D7B8DA69E}"/>
              </a:ext>
            </a:extLst>
          </p:cNvPr>
          <p:cNvSpPr/>
          <p:nvPr/>
        </p:nvSpPr>
        <p:spPr>
          <a:xfrm>
            <a:off x="3740294" y="3524548"/>
            <a:ext cx="280255" cy="237749"/>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211" name="Ellips 210">
            <a:extLst>
              <a:ext uri="{FF2B5EF4-FFF2-40B4-BE49-F238E27FC236}">
                <a16:creationId xmlns:a16="http://schemas.microsoft.com/office/drawing/2014/main" id="{675D836F-9E82-A3B7-4F36-36486C4A53B2}"/>
              </a:ext>
            </a:extLst>
          </p:cNvPr>
          <p:cNvSpPr/>
          <p:nvPr/>
        </p:nvSpPr>
        <p:spPr>
          <a:xfrm>
            <a:off x="4628995" y="3500862"/>
            <a:ext cx="280255" cy="237749"/>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grpSp>
        <p:nvGrpSpPr>
          <p:cNvPr id="212" name="Grupp 211">
            <a:extLst>
              <a:ext uri="{FF2B5EF4-FFF2-40B4-BE49-F238E27FC236}">
                <a16:creationId xmlns:a16="http://schemas.microsoft.com/office/drawing/2014/main" id="{5E3BCD81-0897-6F03-740C-282A5469B079}"/>
              </a:ext>
            </a:extLst>
          </p:cNvPr>
          <p:cNvGrpSpPr/>
          <p:nvPr/>
        </p:nvGrpSpPr>
        <p:grpSpPr>
          <a:xfrm>
            <a:off x="5071457" y="3949763"/>
            <a:ext cx="280255" cy="237750"/>
            <a:chOff x="803887" y="830778"/>
            <a:chExt cx="280255" cy="237750"/>
          </a:xfrm>
        </p:grpSpPr>
        <p:cxnSp>
          <p:nvCxnSpPr>
            <p:cNvPr id="213" name="Rak koppling 212">
              <a:extLst>
                <a:ext uri="{FF2B5EF4-FFF2-40B4-BE49-F238E27FC236}">
                  <a16:creationId xmlns:a16="http://schemas.microsoft.com/office/drawing/2014/main" id="{FE8EA977-B7AA-D6E7-A267-1F8A52DAAFFB}"/>
                </a:ext>
              </a:extLst>
            </p:cNvPr>
            <p:cNvCxnSpPr>
              <a:cxnSpLocks/>
            </p:cNvCxnSpPr>
            <p:nvPr/>
          </p:nvCxnSpPr>
          <p:spPr>
            <a:xfrm flipH="1">
              <a:off x="803887" y="830778"/>
              <a:ext cx="280255" cy="23775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14" name="Rak koppling 213">
              <a:extLst>
                <a:ext uri="{FF2B5EF4-FFF2-40B4-BE49-F238E27FC236}">
                  <a16:creationId xmlns:a16="http://schemas.microsoft.com/office/drawing/2014/main" id="{57F97AF1-8CE5-0215-C0B6-0C0D6A0B165D}"/>
                </a:ext>
              </a:extLst>
            </p:cNvPr>
            <p:cNvCxnSpPr>
              <a:cxnSpLocks/>
            </p:cNvCxnSpPr>
            <p:nvPr/>
          </p:nvCxnSpPr>
          <p:spPr>
            <a:xfrm>
              <a:off x="803887" y="830778"/>
              <a:ext cx="280255" cy="237749"/>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grpSp>
      <p:grpSp>
        <p:nvGrpSpPr>
          <p:cNvPr id="215" name="Grupp 214">
            <a:extLst>
              <a:ext uri="{FF2B5EF4-FFF2-40B4-BE49-F238E27FC236}">
                <a16:creationId xmlns:a16="http://schemas.microsoft.com/office/drawing/2014/main" id="{36824FC1-4CF7-DC92-035E-33DA01824C0C}"/>
              </a:ext>
            </a:extLst>
          </p:cNvPr>
          <p:cNvGrpSpPr/>
          <p:nvPr/>
        </p:nvGrpSpPr>
        <p:grpSpPr>
          <a:xfrm>
            <a:off x="5500201" y="3949762"/>
            <a:ext cx="280255" cy="237750"/>
            <a:chOff x="803887" y="830778"/>
            <a:chExt cx="280255" cy="237750"/>
          </a:xfrm>
        </p:grpSpPr>
        <p:cxnSp>
          <p:nvCxnSpPr>
            <p:cNvPr id="216" name="Rak koppling 215">
              <a:extLst>
                <a:ext uri="{FF2B5EF4-FFF2-40B4-BE49-F238E27FC236}">
                  <a16:creationId xmlns:a16="http://schemas.microsoft.com/office/drawing/2014/main" id="{934F748A-F330-2CB2-EE96-27E9D6595AD1}"/>
                </a:ext>
              </a:extLst>
            </p:cNvPr>
            <p:cNvCxnSpPr>
              <a:cxnSpLocks/>
            </p:cNvCxnSpPr>
            <p:nvPr/>
          </p:nvCxnSpPr>
          <p:spPr>
            <a:xfrm flipH="1">
              <a:off x="803887" y="830778"/>
              <a:ext cx="280255" cy="23775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17" name="Rak koppling 216">
              <a:extLst>
                <a:ext uri="{FF2B5EF4-FFF2-40B4-BE49-F238E27FC236}">
                  <a16:creationId xmlns:a16="http://schemas.microsoft.com/office/drawing/2014/main" id="{F4E742C9-3FE6-2749-7D79-7E27573C0DCE}"/>
                </a:ext>
              </a:extLst>
            </p:cNvPr>
            <p:cNvCxnSpPr>
              <a:cxnSpLocks/>
            </p:cNvCxnSpPr>
            <p:nvPr/>
          </p:nvCxnSpPr>
          <p:spPr>
            <a:xfrm>
              <a:off x="803887" y="830778"/>
              <a:ext cx="280255" cy="237749"/>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grpSp>
      <p:sp>
        <p:nvSpPr>
          <p:cNvPr id="218" name="Ellips 217">
            <a:extLst>
              <a:ext uri="{FF2B5EF4-FFF2-40B4-BE49-F238E27FC236}">
                <a16:creationId xmlns:a16="http://schemas.microsoft.com/office/drawing/2014/main" id="{41A55B7D-E804-B1CF-D8F0-BF3216D2A1BC}"/>
              </a:ext>
            </a:extLst>
          </p:cNvPr>
          <p:cNvSpPr/>
          <p:nvPr/>
        </p:nvSpPr>
        <p:spPr>
          <a:xfrm>
            <a:off x="4615247" y="3938881"/>
            <a:ext cx="280255" cy="237749"/>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grpSp>
        <p:nvGrpSpPr>
          <p:cNvPr id="219" name="Grupp 218">
            <a:extLst>
              <a:ext uri="{FF2B5EF4-FFF2-40B4-BE49-F238E27FC236}">
                <a16:creationId xmlns:a16="http://schemas.microsoft.com/office/drawing/2014/main" id="{F02C849C-0048-96D2-95D3-803010BE80BB}"/>
              </a:ext>
            </a:extLst>
          </p:cNvPr>
          <p:cNvGrpSpPr/>
          <p:nvPr/>
        </p:nvGrpSpPr>
        <p:grpSpPr>
          <a:xfrm>
            <a:off x="4628766" y="4368278"/>
            <a:ext cx="280255" cy="237750"/>
            <a:chOff x="803887" y="830778"/>
            <a:chExt cx="280255" cy="237750"/>
          </a:xfrm>
        </p:grpSpPr>
        <p:cxnSp>
          <p:nvCxnSpPr>
            <p:cNvPr id="220" name="Rak koppling 219">
              <a:extLst>
                <a:ext uri="{FF2B5EF4-FFF2-40B4-BE49-F238E27FC236}">
                  <a16:creationId xmlns:a16="http://schemas.microsoft.com/office/drawing/2014/main" id="{0A9FC89C-93D8-3832-4A25-D03010E19539}"/>
                </a:ext>
              </a:extLst>
            </p:cNvPr>
            <p:cNvCxnSpPr>
              <a:cxnSpLocks/>
            </p:cNvCxnSpPr>
            <p:nvPr/>
          </p:nvCxnSpPr>
          <p:spPr>
            <a:xfrm flipH="1">
              <a:off x="803887" y="830778"/>
              <a:ext cx="280255" cy="23775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21" name="Rak koppling 220">
              <a:extLst>
                <a:ext uri="{FF2B5EF4-FFF2-40B4-BE49-F238E27FC236}">
                  <a16:creationId xmlns:a16="http://schemas.microsoft.com/office/drawing/2014/main" id="{92B1E140-462F-B730-BC62-389FF7986EBE}"/>
                </a:ext>
              </a:extLst>
            </p:cNvPr>
            <p:cNvCxnSpPr>
              <a:cxnSpLocks/>
            </p:cNvCxnSpPr>
            <p:nvPr/>
          </p:nvCxnSpPr>
          <p:spPr>
            <a:xfrm>
              <a:off x="803887" y="830778"/>
              <a:ext cx="280255" cy="237749"/>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grpSp>
      <p:sp>
        <p:nvSpPr>
          <p:cNvPr id="222" name="Ellips 221">
            <a:extLst>
              <a:ext uri="{FF2B5EF4-FFF2-40B4-BE49-F238E27FC236}">
                <a16:creationId xmlns:a16="http://schemas.microsoft.com/office/drawing/2014/main" id="{D63F4541-2709-3FCD-83E5-7EF9DAE570AD}"/>
              </a:ext>
            </a:extLst>
          </p:cNvPr>
          <p:cNvSpPr/>
          <p:nvPr/>
        </p:nvSpPr>
        <p:spPr>
          <a:xfrm>
            <a:off x="5482178" y="3500862"/>
            <a:ext cx="280255" cy="237749"/>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223" name="Ellips 222">
            <a:extLst>
              <a:ext uri="{FF2B5EF4-FFF2-40B4-BE49-F238E27FC236}">
                <a16:creationId xmlns:a16="http://schemas.microsoft.com/office/drawing/2014/main" id="{D2F19C06-0E85-4512-87D2-2CF8E07FB494}"/>
              </a:ext>
            </a:extLst>
          </p:cNvPr>
          <p:cNvSpPr/>
          <p:nvPr/>
        </p:nvSpPr>
        <p:spPr>
          <a:xfrm>
            <a:off x="6378045" y="3495328"/>
            <a:ext cx="280255" cy="237749"/>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grpSp>
        <p:nvGrpSpPr>
          <p:cNvPr id="224" name="Grupp 223">
            <a:extLst>
              <a:ext uri="{FF2B5EF4-FFF2-40B4-BE49-F238E27FC236}">
                <a16:creationId xmlns:a16="http://schemas.microsoft.com/office/drawing/2014/main" id="{78DFB9FF-6891-E706-E11C-79103CEBAD8A}"/>
              </a:ext>
            </a:extLst>
          </p:cNvPr>
          <p:cNvGrpSpPr/>
          <p:nvPr/>
        </p:nvGrpSpPr>
        <p:grpSpPr>
          <a:xfrm>
            <a:off x="6820507" y="3944229"/>
            <a:ext cx="280255" cy="237750"/>
            <a:chOff x="803887" y="830778"/>
            <a:chExt cx="280255" cy="237750"/>
          </a:xfrm>
        </p:grpSpPr>
        <p:cxnSp>
          <p:nvCxnSpPr>
            <p:cNvPr id="225" name="Rak koppling 224">
              <a:extLst>
                <a:ext uri="{FF2B5EF4-FFF2-40B4-BE49-F238E27FC236}">
                  <a16:creationId xmlns:a16="http://schemas.microsoft.com/office/drawing/2014/main" id="{0A3DFC2C-2BBE-6174-E3DD-238B1AE07054}"/>
                </a:ext>
              </a:extLst>
            </p:cNvPr>
            <p:cNvCxnSpPr>
              <a:cxnSpLocks/>
            </p:cNvCxnSpPr>
            <p:nvPr/>
          </p:nvCxnSpPr>
          <p:spPr>
            <a:xfrm flipH="1">
              <a:off x="803887" y="830778"/>
              <a:ext cx="280255" cy="23775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26" name="Rak koppling 225">
              <a:extLst>
                <a:ext uri="{FF2B5EF4-FFF2-40B4-BE49-F238E27FC236}">
                  <a16:creationId xmlns:a16="http://schemas.microsoft.com/office/drawing/2014/main" id="{2A58267F-A7C5-0D95-03FB-63611F9FA1C5}"/>
                </a:ext>
              </a:extLst>
            </p:cNvPr>
            <p:cNvCxnSpPr>
              <a:cxnSpLocks/>
            </p:cNvCxnSpPr>
            <p:nvPr/>
          </p:nvCxnSpPr>
          <p:spPr>
            <a:xfrm>
              <a:off x="803887" y="830778"/>
              <a:ext cx="280255" cy="237749"/>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grpSp>
      <p:grpSp>
        <p:nvGrpSpPr>
          <p:cNvPr id="227" name="Grupp 226">
            <a:extLst>
              <a:ext uri="{FF2B5EF4-FFF2-40B4-BE49-F238E27FC236}">
                <a16:creationId xmlns:a16="http://schemas.microsoft.com/office/drawing/2014/main" id="{D1AEA940-592C-D1A3-C471-FF72DAB55511}"/>
              </a:ext>
            </a:extLst>
          </p:cNvPr>
          <p:cNvGrpSpPr/>
          <p:nvPr/>
        </p:nvGrpSpPr>
        <p:grpSpPr>
          <a:xfrm>
            <a:off x="7239920" y="3953559"/>
            <a:ext cx="280255" cy="237750"/>
            <a:chOff x="803887" y="830778"/>
            <a:chExt cx="280255" cy="237750"/>
          </a:xfrm>
        </p:grpSpPr>
        <p:cxnSp>
          <p:nvCxnSpPr>
            <p:cNvPr id="228" name="Rak koppling 227">
              <a:extLst>
                <a:ext uri="{FF2B5EF4-FFF2-40B4-BE49-F238E27FC236}">
                  <a16:creationId xmlns:a16="http://schemas.microsoft.com/office/drawing/2014/main" id="{A07A50CF-688D-BA48-178F-C7A335540F1B}"/>
                </a:ext>
              </a:extLst>
            </p:cNvPr>
            <p:cNvCxnSpPr>
              <a:cxnSpLocks/>
            </p:cNvCxnSpPr>
            <p:nvPr/>
          </p:nvCxnSpPr>
          <p:spPr>
            <a:xfrm flipH="1">
              <a:off x="803887" y="830778"/>
              <a:ext cx="280255" cy="23775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29" name="Rak koppling 228">
              <a:extLst>
                <a:ext uri="{FF2B5EF4-FFF2-40B4-BE49-F238E27FC236}">
                  <a16:creationId xmlns:a16="http://schemas.microsoft.com/office/drawing/2014/main" id="{687E008F-E0C8-925E-160E-61C9B34A664D}"/>
                </a:ext>
              </a:extLst>
            </p:cNvPr>
            <p:cNvCxnSpPr>
              <a:cxnSpLocks/>
            </p:cNvCxnSpPr>
            <p:nvPr/>
          </p:nvCxnSpPr>
          <p:spPr>
            <a:xfrm>
              <a:off x="803887" y="830778"/>
              <a:ext cx="280255" cy="237749"/>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grpSp>
      <p:sp>
        <p:nvSpPr>
          <p:cNvPr id="230" name="Ellips 229">
            <a:extLst>
              <a:ext uri="{FF2B5EF4-FFF2-40B4-BE49-F238E27FC236}">
                <a16:creationId xmlns:a16="http://schemas.microsoft.com/office/drawing/2014/main" id="{298691C9-709D-63E1-E427-DE1DFACC024F}"/>
              </a:ext>
            </a:extLst>
          </p:cNvPr>
          <p:cNvSpPr/>
          <p:nvPr/>
        </p:nvSpPr>
        <p:spPr>
          <a:xfrm>
            <a:off x="6364297" y="3933347"/>
            <a:ext cx="280255" cy="237749"/>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grpSp>
        <p:nvGrpSpPr>
          <p:cNvPr id="231" name="Grupp 230">
            <a:extLst>
              <a:ext uri="{FF2B5EF4-FFF2-40B4-BE49-F238E27FC236}">
                <a16:creationId xmlns:a16="http://schemas.microsoft.com/office/drawing/2014/main" id="{73132BA7-3F89-F8F3-DA8C-9377CC6878B3}"/>
              </a:ext>
            </a:extLst>
          </p:cNvPr>
          <p:cNvGrpSpPr/>
          <p:nvPr/>
        </p:nvGrpSpPr>
        <p:grpSpPr>
          <a:xfrm>
            <a:off x="6368485" y="4353413"/>
            <a:ext cx="280255" cy="237750"/>
            <a:chOff x="803887" y="830778"/>
            <a:chExt cx="280255" cy="237750"/>
          </a:xfrm>
        </p:grpSpPr>
        <p:cxnSp>
          <p:nvCxnSpPr>
            <p:cNvPr id="232" name="Rak koppling 231">
              <a:extLst>
                <a:ext uri="{FF2B5EF4-FFF2-40B4-BE49-F238E27FC236}">
                  <a16:creationId xmlns:a16="http://schemas.microsoft.com/office/drawing/2014/main" id="{B1C41145-668D-6DB2-755D-9647302024B9}"/>
                </a:ext>
              </a:extLst>
            </p:cNvPr>
            <p:cNvCxnSpPr>
              <a:cxnSpLocks/>
            </p:cNvCxnSpPr>
            <p:nvPr/>
          </p:nvCxnSpPr>
          <p:spPr>
            <a:xfrm flipH="1">
              <a:off x="803887" y="830778"/>
              <a:ext cx="280255" cy="23775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33" name="Rak koppling 232">
              <a:extLst>
                <a:ext uri="{FF2B5EF4-FFF2-40B4-BE49-F238E27FC236}">
                  <a16:creationId xmlns:a16="http://schemas.microsoft.com/office/drawing/2014/main" id="{E9487622-F3D0-5E27-0E84-9BDC0E94168F}"/>
                </a:ext>
              </a:extLst>
            </p:cNvPr>
            <p:cNvCxnSpPr>
              <a:cxnSpLocks/>
            </p:cNvCxnSpPr>
            <p:nvPr/>
          </p:nvCxnSpPr>
          <p:spPr>
            <a:xfrm>
              <a:off x="803887" y="830778"/>
              <a:ext cx="280255" cy="237749"/>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grpSp>
      <p:sp>
        <p:nvSpPr>
          <p:cNvPr id="234" name="Ellips 233">
            <a:extLst>
              <a:ext uri="{FF2B5EF4-FFF2-40B4-BE49-F238E27FC236}">
                <a16:creationId xmlns:a16="http://schemas.microsoft.com/office/drawing/2014/main" id="{48B06C73-C938-F649-9B84-6DF5A4FC1269}"/>
              </a:ext>
            </a:extLst>
          </p:cNvPr>
          <p:cNvSpPr/>
          <p:nvPr/>
        </p:nvSpPr>
        <p:spPr>
          <a:xfrm>
            <a:off x="7231228" y="3495328"/>
            <a:ext cx="280255" cy="237749"/>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235" name="Ellips 234">
            <a:extLst>
              <a:ext uri="{FF2B5EF4-FFF2-40B4-BE49-F238E27FC236}">
                <a16:creationId xmlns:a16="http://schemas.microsoft.com/office/drawing/2014/main" id="{5B700586-654C-E22F-EB8D-EF9E29D6760C}"/>
              </a:ext>
            </a:extLst>
          </p:cNvPr>
          <p:cNvSpPr/>
          <p:nvPr/>
        </p:nvSpPr>
        <p:spPr>
          <a:xfrm>
            <a:off x="8110862" y="3495327"/>
            <a:ext cx="280255" cy="237749"/>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grpSp>
        <p:nvGrpSpPr>
          <p:cNvPr id="236" name="Grupp 235">
            <a:extLst>
              <a:ext uri="{FF2B5EF4-FFF2-40B4-BE49-F238E27FC236}">
                <a16:creationId xmlns:a16="http://schemas.microsoft.com/office/drawing/2014/main" id="{72C24F3E-9342-0482-E3FF-B0F9028A3A16}"/>
              </a:ext>
            </a:extLst>
          </p:cNvPr>
          <p:cNvGrpSpPr/>
          <p:nvPr/>
        </p:nvGrpSpPr>
        <p:grpSpPr>
          <a:xfrm>
            <a:off x="8553324" y="3944228"/>
            <a:ext cx="280255" cy="237750"/>
            <a:chOff x="803887" y="830778"/>
            <a:chExt cx="280255" cy="237750"/>
          </a:xfrm>
        </p:grpSpPr>
        <p:cxnSp>
          <p:nvCxnSpPr>
            <p:cNvPr id="237" name="Rak koppling 236">
              <a:extLst>
                <a:ext uri="{FF2B5EF4-FFF2-40B4-BE49-F238E27FC236}">
                  <a16:creationId xmlns:a16="http://schemas.microsoft.com/office/drawing/2014/main" id="{B68BB80F-7D38-3927-0C44-717B0D48F442}"/>
                </a:ext>
              </a:extLst>
            </p:cNvPr>
            <p:cNvCxnSpPr>
              <a:cxnSpLocks/>
            </p:cNvCxnSpPr>
            <p:nvPr/>
          </p:nvCxnSpPr>
          <p:spPr>
            <a:xfrm flipH="1">
              <a:off x="803887" y="830778"/>
              <a:ext cx="280255" cy="23775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38" name="Rak koppling 237">
              <a:extLst>
                <a:ext uri="{FF2B5EF4-FFF2-40B4-BE49-F238E27FC236}">
                  <a16:creationId xmlns:a16="http://schemas.microsoft.com/office/drawing/2014/main" id="{B80B06B7-3C56-3A69-04F5-071A2F3827FC}"/>
                </a:ext>
              </a:extLst>
            </p:cNvPr>
            <p:cNvCxnSpPr>
              <a:cxnSpLocks/>
            </p:cNvCxnSpPr>
            <p:nvPr/>
          </p:nvCxnSpPr>
          <p:spPr>
            <a:xfrm>
              <a:off x="803887" y="830778"/>
              <a:ext cx="280255" cy="237749"/>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grpSp>
      <p:grpSp>
        <p:nvGrpSpPr>
          <p:cNvPr id="239" name="Grupp 238">
            <a:extLst>
              <a:ext uri="{FF2B5EF4-FFF2-40B4-BE49-F238E27FC236}">
                <a16:creationId xmlns:a16="http://schemas.microsoft.com/office/drawing/2014/main" id="{83DB6BFF-54C8-709F-23E7-0E73C1A3C9AE}"/>
              </a:ext>
            </a:extLst>
          </p:cNvPr>
          <p:cNvGrpSpPr/>
          <p:nvPr/>
        </p:nvGrpSpPr>
        <p:grpSpPr>
          <a:xfrm>
            <a:off x="8982068" y="3944227"/>
            <a:ext cx="280255" cy="237750"/>
            <a:chOff x="803887" y="830778"/>
            <a:chExt cx="280255" cy="237750"/>
          </a:xfrm>
        </p:grpSpPr>
        <p:cxnSp>
          <p:nvCxnSpPr>
            <p:cNvPr id="240" name="Rak koppling 239">
              <a:extLst>
                <a:ext uri="{FF2B5EF4-FFF2-40B4-BE49-F238E27FC236}">
                  <a16:creationId xmlns:a16="http://schemas.microsoft.com/office/drawing/2014/main" id="{460AB9B6-5DE6-4E27-64FC-39C3632A6D0A}"/>
                </a:ext>
              </a:extLst>
            </p:cNvPr>
            <p:cNvCxnSpPr>
              <a:cxnSpLocks/>
            </p:cNvCxnSpPr>
            <p:nvPr/>
          </p:nvCxnSpPr>
          <p:spPr>
            <a:xfrm flipH="1">
              <a:off x="803887" y="830778"/>
              <a:ext cx="280255" cy="23775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41" name="Rak koppling 240">
              <a:extLst>
                <a:ext uri="{FF2B5EF4-FFF2-40B4-BE49-F238E27FC236}">
                  <a16:creationId xmlns:a16="http://schemas.microsoft.com/office/drawing/2014/main" id="{6115A0F3-3B1D-D2A2-A586-631CBEDD1AE9}"/>
                </a:ext>
              </a:extLst>
            </p:cNvPr>
            <p:cNvCxnSpPr>
              <a:cxnSpLocks/>
            </p:cNvCxnSpPr>
            <p:nvPr/>
          </p:nvCxnSpPr>
          <p:spPr>
            <a:xfrm>
              <a:off x="803887" y="830778"/>
              <a:ext cx="280255" cy="237749"/>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grpSp>
      <p:sp>
        <p:nvSpPr>
          <p:cNvPr id="242" name="Ellips 241">
            <a:extLst>
              <a:ext uri="{FF2B5EF4-FFF2-40B4-BE49-F238E27FC236}">
                <a16:creationId xmlns:a16="http://schemas.microsoft.com/office/drawing/2014/main" id="{3C61C1D1-CCA2-2E6D-B0B9-6FA2C6CCD807}"/>
              </a:ext>
            </a:extLst>
          </p:cNvPr>
          <p:cNvSpPr/>
          <p:nvPr/>
        </p:nvSpPr>
        <p:spPr>
          <a:xfrm>
            <a:off x="8097114" y="3933346"/>
            <a:ext cx="280255" cy="237749"/>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grpSp>
        <p:nvGrpSpPr>
          <p:cNvPr id="243" name="Grupp 242">
            <a:extLst>
              <a:ext uri="{FF2B5EF4-FFF2-40B4-BE49-F238E27FC236}">
                <a16:creationId xmlns:a16="http://schemas.microsoft.com/office/drawing/2014/main" id="{C8BE5747-5345-1C3F-729B-9ECA37568EAE}"/>
              </a:ext>
            </a:extLst>
          </p:cNvPr>
          <p:cNvGrpSpPr/>
          <p:nvPr/>
        </p:nvGrpSpPr>
        <p:grpSpPr>
          <a:xfrm>
            <a:off x="8101302" y="4353412"/>
            <a:ext cx="280255" cy="237750"/>
            <a:chOff x="803887" y="830778"/>
            <a:chExt cx="280255" cy="237750"/>
          </a:xfrm>
        </p:grpSpPr>
        <p:cxnSp>
          <p:nvCxnSpPr>
            <p:cNvPr id="244" name="Rak koppling 243">
              <a:extLst>
                <a:ext uri="{FF2B5EF4-FFF2-40B4-BE49-F238E27FC236}">
                  <a16:creationId xmlns:a16="http://schemas.microsoft.com/office/drawing/2014/main" id="{A7E9F668-7661-BD26-A9CA-298921CB7D87}"/>
                </a:ext>
              </a:extLst>
            </p:cNvPr>
            <p:cNvCxnSpPr>
              <a:cxnSpLocks/>
            </p:cNvCxnSpPr>
            <p:nvPr/>
          </p:nvCxnSpPr>
          <p:spPr>
            <a:xfrm flipH="1">
              <a:off x="803887" y="830778"/>
              <a:ext cx="280255" cy="23775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45" name="Rak koppling 244">
              <a:extLst>
                <a:ext uri="{FF2B5EF4-FFF2-40B4-BE49-F238E27FC236}">
                  <a16:creationId xmlns:a16="http://schemas.microsoft.com/office/drawing/2014/main" id="{A2C09AB0-43E8-49EB-BC42-C1556E6814BA}"/>
                </a:ext>
              </a:extLst>
            </p:cNvPr>
            <p:cNvCxnSpPr>
              <a:cxnSpLocks/>
            </p:cNvCxnSpPr>
            <p:nvPr/>
          </p:nvCxnSpPr>
          <p:spPr>
            <a:xfrm>
              <a:off x="803887" y="830778"/>
              <a:ext cx="280255" cy="237749"/>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grpSp>
      <p:sp>
        <p:nvSpPr>
          <p:cNvPr id="246" name="Ellips 245">
            <a:extLst>
              <a:ext uri="{FF2B5EF4-FFF2-40B4-BE49-F238E27FC236}">
                <a16:creationId xmlns:a16="http://schemas.microsoft.com/office/drawing/2014/main" id="{6C2163B7-2067-6D70-79A0-9BEA68C1845C}"/>
              </a:ext>
            </a:extLst>
          </p:cNvPr>
          <p:cNvSpPr/>
          <p:nvPr/>
        </p:nvSpPr>
        <p:spPr>
          <a:xfrm>
            <a:off x="8964045" y="3495327"/>
            <a:ext cx="280255" cy="237749"/>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247" name="Ellips 246">
            <a:extLst>
              <a:ext uri="{FF2B5EF4-FFF2-40B4-BE49-F238E27FC236}">
                <a16:creationId xmlns:a16="http://schemas.microsoft.com/office/drawing/2014/main" id="{0FF8A864-3F24-0DA3-5560-C9E2EEFDDDE2}"/>
              </a:ext>
            </a:extLst>
          </p:cNvPr>
          <p:cNvSpPr/>
          <p:nvPr/>
        </p:nvSpPr>
        <p:spPr>
          <a:xfrm>
            <a:off x="9898933" y="3508101"/>
            <a:ext cx="280255" cy="237749"/>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grpSp>
        <p:nvGrpSpPr>
          <p:cNvPr id="248" name="Grupp 247">
            <a:extLst>
              <a:ext uri="{FF2B5EF4-FFF2-40B4-BE49-F238E27FC236}">
                <a16:creationId xmlns:a16="http://schemas.microsoft.com/office/drawing/2014/main" id="{9626E993-BADA-4BA9-9AF8-3872448D0C85}"/>
              </a:ext>
            </a:extLst>
          </p:cNvPr>
          <p:cNvGrpSpPr/>
          <p:nvPr/>
        </p:nvGrpSpPr>
        <p:grpSpPr>
          <a:xfrm>
            <a:off x="10332064" y="3947671"/>
            <a:ext cx="280255" cy="237750"/>
            <a:chOff x="803887" y="830778"/>
            <a:chExt cx="280255" cy="237750"/>
          </a:xfrm>
        </p:grpSpPr>
        <p:cxnSp>
          <p:nvCxnSpPr>
            <p:cNvPr id="249" name="Rak koppling 248">
              <a:extLst>
                <a:ext uri="{FF2B5EF4-FFF2-40B4-BE49-F238E27FC236}">
                  <a16:creationId xmlns:a16="http://schemas.microsoft.com/office/drawing/2014/main" id="{B1AD5FDA-F6AC-D1E3-1AF4-9C404C911774}"/>
                </a:ext>
              </a:extLst>
            </p:cNvPr>
            <p:cNvCxnSpPr>
              <a:cxnSpLocks/>
            </p:cNvCxnSpPr>
            <p:nvPr/>
          </p:nvCxnSpPr>
          <p:spPr>
            <a:xfrm flipH="1">
              <a:off x="803887" y="830778"/>
              <a:ext cx="280255" cy="23775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50" name="Rak koppling 249">
              <a:extLst>
                <a:ext uri="{FF2B5EF4-FFF2-40B4-BE49-F238E27FC236}">
                  <a16:creationId xmlns:a16="http://schemas.microsoft.com/office/drawing/2014/main" id="{CF35E9A3-2827-A9BC-4F69-F80A2B39621F}"/>
                </a:ext>
              </a:extLst>
            </p:cNvPr>
            <p:cNvCxnSpPr>
              <a:cxnSpLocks/>
            </p:cNvCxnSpPr>
            <p:nvPr/>
          </p:nvCxnSpPr>
          <p:spPr>
            <a:xfrm>
              <a:off x="803887" y="830778"/>
              <a:ext cx="280255" cy="237749"/>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grpSp>
      <p:grpSp>
        <p:nvGrpSpPr>
          <p:cNvPr id="251" name="Grupp 250">
            <a:extLst>
              <a:ext uri="{FF2B5EF4-FFF2-40B4-BE49-F238E27FC236}">
                <a16:creationId xmlns:a16="http://schemas.microsoft.com/office/drawing/2014/main" id="{2F5F7270-B6B8-3903-E2E3-1858E0927573}"/>
              </a:ext>
            </a:extLst>
          </p:cNvPr>
          <p:cNvGrpSpPr/>
          <p:nvPr/>
        </p:nvGrpSpPr>
        <p:grpSpPr>
          <a:xfrm>
            <a:off x="10770139" y="3957001"/>
            <a:ext cx="280255" cy="237750"/>
            <a:chOff x="803887" y="830778"/>
            <a:chExt cx="280255" cy="237750"/>
          </a:xfrm>
        </p:grpSpPr>
        <p:cxnSp>
          <p:nvCxnSpPr>
            <p:cNvPr id="252" name="Rak koppling 251">
              <a:extLst>
                <a:ext uri="{FF2B5EF4-FFF2-40B4-BE49-F238E27FC236}">
                  <a16:creationId xmlns:a16="http://schemas.microsoft.com/office/drawing/2014/main" id="{2E9DC59F-404A-0622-B452-9215BCE6356D}"/>
                </a:ext>
              </a:extLst>
            </p:cNvPr>
            <p:cNvCxnSpPr>
              <a:cxnSpLocks/>
            </p:cNvCxnSpPr>
            <p:nvPr/>
          </p:nvCxnSpPr>
          <p:spPr>
            <a:xfrm flipH="1">
              <a:off x="803887" y="830778"/>
              <a:ext cx="280255" cy="23775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53" name="Rak koppling 252">
              <a:extLst>
                <a:ext uri="{FF2B5EF4-FFF2-40B4-BE49-F238E27FC236}">
                  <a16:creationId xmlns:a16="http://schemas.microsoft.com/office/drawing/2014/main" id="{3712727F-BCD2-9C64-D570-047712BED1AB}"/>
                </a:ext>
              </a:extLst>
            </p:cNvPr>
            <p:cNvCxnSpPr>
              <a:cxnSpLocks/>
            </p:cNvCxnSpPr>
            <p:nvPr/>
          </p:nvCxnSpPr>
          <p:spPr>
            <a:xfrm>
              <a:off x="803887" y="830778"/>
              <a:ext cx="280255" cy="237749"/>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grpSp>
      <p:sp>
        <p:nvSpPr>
          <p:cNvPr id="254" name="Ellips 253">
            <a:extLst>
              <a:ext uri="{FF2B5EF4-FFF2-40B4-BE49-F238E27FC236}">
                <a16:creationId xmlns:a16="http://schemas.microsoft.com/office/drawing/2014/main" id="{E7D3D3F3-2942-4C92-7520-A879A8B25CFA}"/>
              </a:ext>
            </a:extLst>
          </p:cNvPr>
          <p:cNvSpPr/>
          <p:nvPr/>
        </p:nvSpPr>
        <p:spPr>
          <a:xfrm>
            <a:off x="9894516" y="3936789"/>
            <a:ext cx="280255" cy="237749"/>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grpSp>
        <p:nvGrpSpPr>
          <p:cNvPr id="255" name="Grupp 254">
            <a:extLst>
              <a:ext uri="{FF2B5EF4-FFF2-40B4-BE49-F238E27FC236}">
                <a16:creationId xmlns:a16="http://schemas.microsoft.com/office/drawing/2014/main" id="{009A5DC6-2707-A8AA-88E6-4CE4554173F2}"/>
              </a:ext>
            </a:extLst>
          </p:cNvPr>
          <p:cNvGrpSpPr/>
          <p:nvPr/>
        </p:nvGrpSpPr>
        <p:grpSpPr>
          <a:xfrm>
            <a:off x="9889373" y="4366186"/>
            <a:ext cx="280255" cy="237750"/>
            <a:chOff x="803887" y="830778"/>
            <a:chExt cx="280255" cy="237750"/>
          </a:xfrm>
        </p:grpSpPr>
        <p:cxnSp>
          <p:nvCxnSpPr>
            <p:cNvPr id="256" name="Rak koppling 255">
              <a:extLst>
                <a:ext uri="{FF2B5EF4-FFF2-40B4-BE49-F238E27FC236}">
                  <a16:creationId xmlns:a16="http://schemas.microsoft.com/office/drawing/2014/main" id="{8A621AA5-6B70-053D-C815-D55DE34CF4DF}"/>
                </a:ext>
              </a:extLst>
            </p:cNvPr>
            <p:cNvCxnSpPr>
              <a:cxnSpLocks/>
            </p:cNvCxnSpPr>
            <p:nvPr/>
          </p:nvCxnSpPr>
          <p:spPr>
            <a:xfrm flipH="1">
              <a:off x="803887" y="830778"/>
              <a:ext cx="280255" cy="23775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57" name="Rak koppling 256">
              <a:extLst>
                <a:ext uri="{FF2B5EF4-FFF2-40B4-BE49-F238E27FC236}">
                  <a16:creationId xmlns:a16="http://schemas.microsoft.com/office/drawing/2014/main" id="{5A7E0D5A-0BBB-52F7-A92B-C56D31BED746}"/>
                </a:ext>
              </a:extLst>
            </p:cNvPr>
            <p:cNvCxnSpPr>
              <a:cxnSpLocks/>
            </p:cNvCxnSpPr>
            <p:nvPr/>
          </p:nvCxnSpPr>
          <p:spPr>
            <a:xfrm>
              <a:off x="803887" y="830778"/>
              <a:ext cx="280255" cy="237749"/>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grpSp>
      <p:sp>
        <p:nvSpPr>
          <p:cNvPr id="258" name="Ellips 257">
            <a:extLst>
              <a:ext uri="{FF2B5EF4-FFF2-40B4-BE49-F238E27FC236}">
                <a16:creationId xmlns:a16="http://schemas.microsoft.com/office/drawing/2014/main" id="{C066BC2F-B2F3-E75B-A23B-C098058BC16E}"/>
              </a:ext>
            </a:extLst>
          </p:cNvPr>
          <p:cNvSpPr/>
          <p:nvPr/>
        </p:nvSpPr>
        <p:spPr>
          <a:xfrm>
            <a:off x="10752116" y="3508101"/>
            <a:ext cx="280255" cy="237749"/>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259" name="Ellips 258">
            <a:extLst>
              <a:ext uri="{FF2B5EF4-FFF2-40B4-BE49-F238E27FC236}">
                <a16:creationId xmlns:a16="http://schemas.microsoft.com/office/drawing/2014/main" id="{3ABD6E4C-3BE3-515D-F962-27C31AF0074E}"/>
              </a:ext>
            </a:extLst>
          </p:cNvPr>
          <p:cNvSpPr/>
          <p:nvPr/>
        </p:nvSpPr>
        <p:spPr>
          <a:xfrm>
            <a:off x="1114526" y="5255276"/>
            <a:ext cx="280255" cy="237749"/>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grpSp>
        <p:nvGrpSpPr>
          <p:cNvPr id="260" name="Grupp 259">
            <a:extLst>
              <a:ext uri="{FF2B5EF4-FFF2-40B4-BE49-F238E27FC236}">
                <a16:creationId xmlns:a16="http://schemas.microsoft.com/office/drawing/2014/main" id="{759D29C5-F102-6548-0BD1-C0B8105E4FF4}"/>
              </a:ext>
            </a:extLst>
          </p:cNvPr>
          <p:cNvGrpSpPr/>
          <p:nvPr/>
        </p:nvGrpSpPr>
        <p:grpSpPr>
          <a:xfrm>
            <a:off x="1556988" y="5704177"/>
            <a:ext cx="280255" cy="237750"/>
            <a:chOff x="803887" y="830778"/>
            <a:chExt cx="280255" cy="237750"/>
          </a:xfrm>
        </p:grpSpPr>
        <p:cxnSp>
          <p:nvCxnSpPr>
            <p:cNvPr id="261" name="Rak koppling 260">
              <a:extLst>
                <a:ext uri="{FF2B5EF4-FFF2-40B4-BE49-F238E27FC236}">
                  <a16:creationId xmlns:a16="http://schemas.microsoft.com/office/drawing/2014/main" id="{4401AD14-8991-5CBD-F6DB-FFB985C57781}"/>
                </a:ext>
              </a:extLst>
            </p:cNvPr>
            <p:cNvCxnSpPr>
              <a:cxnSpLocks/>
            </p:cNvCxnSpPr>
            <p:nvPr/>
          </p:nvCxnSpPr>
          <p:spPr>
            <a:xfrm flipH="1">
              <a:off x="803887" y="830778"/>
              <a:ext cx="280255" cy="23775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62" name="Rak koppling 261">
              <a:extLst>
                <a:ext uri="{FF2B5EF4-FFF2-40B4-BE49-F238E27FC236}">
                  <a16:creationId xmlns:a16="http://schemas.microsoft.com/office/drawing/2014/main" id="{4FB742C7-AE5C-2C86-733D-6B98CE81FB50}"/>
                </a:ext>
              </a:extLst>
            </p:cNvPr>
            <p:cNvCxnSpPr>
              <a:cxnSpLocks/>
            </p:cNvCxnSpPr>
            <p:nvPr/>
          </p:nvCxnSpPr>
          <p:spPr>
            <a:xfrm>
              <a:off x="803887" y="830778"/>
              <a:ext cx="280255" cy="237749"/>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grpSp>
      <p:grpSp>
        <p:nvGrpSpPr>
          <p:cNvPr id="263" name="Grupp 262">
            <a:extLst>
              <a:ext uri="{FF2B5EF4-FFF2-40B4-BE49-F238E27FC236}">
                <a16:creationId xmlns:a16="http://schemas.microsoft.com/office/drawing/2014/main" id="{2A51B183-593D-C770-C88F-EB3A9F442F65}"/>
              </a:ext>
            </a:extLst>
          </p:cNvPr>
          <p:cNvGrpSpPr/>
          <p:nvPr/>
        </p:nvGrpSpPr>
        <p:grpSpPr>
          <a:xfrm>
            <a:off x="1985732" y="5704176"/>
            <a:ext cx="280255" cy="237750"/>
            <a:chOff x="803887" y="830778"/>
            <a:chExt cx="280255" cy="237750"/>
          </a:xfrm>
        </p:grpSpPr>
        <p:cxnSp>
          <p:nvCxnSpPr>
            <p:cNvPr id="264" name="Rak koppling 263">
              <a:extLst>
                <a:ext uri="{FF2B5EF4-FFF2-40B4-BE49-F238E27FC236}">
                  <a16:creationId xmlns:a16="http://schemas.microsoft.com/office/drawing/2014/main" id="{EA2A0FBD-77CE-87E0-1ED6-AE5C7AFC93D4}"/>
                </a:ext>
              </a:extLst>
            </p:cNvPr>
            <p:cNvCxnSpPr>
              <a:cxnSpLocks/>
            </p:cNvCxnSpPr>
            <p:nvPr/>
          </p:nvCxnSpPr>
          <p:spPr>
            <a:xfrm flipH="1">
              <a:off x="803887" y="830778"/>
              <a:ext cx="280255" cy="23775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65" name="Rak koppling 264">
              <a:extLst>
                <a:ext uri="{FF2B5EF4-FFF2-40B4-BE49-F238E27FC236}">
                  <a16:creationId xmlns:a16="http://schemas.microsoft.com/office/drawing/2014/main" id="{D68AB341-A1D0-6EC0-9503-DFA944335BB9}"/>
                </a:ext>
              </a:extLst>
            </p:cNvPr>
            <p:cNvCxnSpPr>
              <a:cxnSpLocks/>
            </p:cNvCxnSpPr>
            <p:nvPr/>
          </p:nvCxnSpPr>
          <p:spPr>
            <a:xfrm>
              <a:off x="803887" y="830778"/>
              <a:ext cx="280255" cy="237749"/>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grpSp>
      <p:sp>
        <p:nvSpPr>
          <p:cNvPr id="266" name="Ellips 265">
            <a:extLst>
              <a:ext uri="{FF2B5EF4-FFF2-40B4-BE49-F238E27FC236}">
                <a16:creationId xmlns:a16="http://schemas.microsoft.com/office/drawing/2014/main" id="{A2F23658-836E-E1D9-846E-A426E1BEBFB7}"/>
              </a:ext>
            </a:extLst>
          </p:cNvPr>
          <p:cNvSpPr/>
          <p:nvPr/>
        </p:nvSpPr>
        <p:spPr>
          <a:xfrm>
            <a:off x="1100778" y="5693295"/>
            <a:ext cx="280255" cy="237749"/>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grpSp>
        <p:nvGrpSpPr>
          <p:cNvPr id="267" name="Grupp 266">
            <a:extLst>
              <a:ext uri="{FF2B5EF4-FFF2-40B4-BE49-F238E27FC236}">
                <a16:creationId xmlns:a16="http://schemas.microsoft.com/office/drawing/2014/main" id="{036D900A-E393-0855-12FC-96584ED3F78D}"/>
              </a:ext>
            </a:extLst>
          </p:cNvPr>
          <p:cNvGrpSpPr/>
          <p:nvPr/>
        </p:nvGrpSpPr>
        <p:grpSpPr>
          <a:xfrm>
            <a:off x="1104966" y="6104396"/>
            <a:ext cx="289220" cy="246715"/>
            <a:chOff x="803887" y="821813"/>
            <a:chExt cx="289220" cy="246715"/>
          </a:xfrm>
        </p:grpSpPr>
        <p:cxnSp>
          <p:nvCxnSpPr>
            <p:cNvPr id="268" name="Rak koppling 267">
              <a:extLst>
                <a:ext uri="{FF2B5EF4-FFF2-40B4-BE49-F238E27FC236}">
                  <a16:creationId xmlns:a16="http://schemas.microsoft.com/office/drawing/2014/main" id="{F3E6E9FE-197D-E91B-5295-B429D201B587}"/>
                </a:ext>
              </a:extLst>
            </p:cNvPr>
            <p:cNvCxnSpPr>
              <a:cxnSpLocks/>
            </p:cNvCxnSpPr>
            <p:nvPr/>
          </p:nvCxnSpPr>
          <p:spPr>
            <a:xfrm flipH="1">
              <a:off x="803887" y="830778"/>
              <a:ext cx="280255" cy="23775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69" name="Rak koppling 268">
              <a:extLst>
                <a:ext uri="{FF2B5EF4-FFF2-40B4-BE49-F238E27FC236}">
                  <a16:creationId xmlns:a16="http://schemas.microsoft.com/office/drawing/2014/main" id="{AFCAD59D-E498-8423-D779-EF19A5D49141}"/>
                </a:ext>
              </a:extLst>
            </p:cNvPr>
            <p:cNvCxnSpPr>
              <a:cxnSpLocks/>
            </p:cNvCxnSpPr>
            <p:nvPr/>
          </p:nvCxnSpPr>
          <p:spPr>
            <a:xfrm>
              <a:off x="812852" y="821813"/>
              <a:ext cx="280255" cy="237749"/>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grpSp>
      <p:sp>
        <p:nvSpPr>
          <p:cNvPr id="270" name="Ellips 269">
            <a:extLst>
              <a:ext uri="{FF2B5EF4-FFF2-40B4-BE49-F238E27FC236}">
                <a16:creationId xmlns:a16="http://schemas.microsoft.com/office/drawing/2014/main" id="{C34860DD-C075-3A82-0767-C1AD20E6EBBE}"/>
              </a:ext>
            </a:extLst>
          </p:cNvPr>
          <p:cNvSpPr/>
          <p:nvPr/>
        </p:nvSpPr>
        <p:spPr>
          <a:xfrm>
            <a:off x="1967709" y="5255276"/>
            <a:ext cx="280255" cy="237749"/>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271" name="Ellips 270">
            <a:extLst>
              <a:ext uri="{FF2B5EF4-FFF2-40B4-BE49-F238E27FC236}">
                <a16:creationId xmlns:a16="http://schemas.microsoft.com/office/drawing/2014/main" id="{A872D8DE-40BD-F305-CD99-1BC0D2B58337}"/>
              </a:ext>
            </a:extLst>
          </p:cNvPr>
          <p:cNvSpPr/>
          <p:nvPr/>
        </p:nvSpPr>
        <p:spPr>
          <a:xfrm>
            <a:off x="2867854" y="5225534"/>
            <a:ext cx="280255" cy="237749"/>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grpSp>
        <p:nvGrpSpPr>
          <p:cNvPr id="272" name="Grupp 271">
            <a:extLst>
              <a:ext uri="{FF2B5EF4-FFF2-40B4-BE49-F238E27FC236}">
                <a16:creationId xmlns:a16="http://schemas.microsoft.com/office/drawing/2014/main" id="{047EDA0E-2721-0DC6-444F-769F350CD253}"/>
              </a:ext>
            </a:extLst>
          </p:cNvPr>
          <p:cNvGrpSpPr/>
          <p:nvPr/>
        </p:nvGrpSpPr>
        <p:grpSpPr>
          <a:xfrm>
            <a:off x="3310316" y="5674435"/>
            <a:ext cx="280255" cy="237750"/>
            <a:chOff x="803887" y="830778"/>
            <a:chExt cx="280255" cy="237750"/>
          </a:xfrm>
        </p:grpSpPr>
        <p:cxnSp>
          <p:nvCxnSpPr>
            <p:cNvPr id="273" name="Rak koppling 272">
              <a:extLst>
                <a:ext uri="{FF2B5EF4-FFF2-40B4-BE49-F238E27FC236}">
                  <a16:creationId xmlns:a16="http://schemas.microsoft.com/office/drawing/2014/main" id="{BE24C99A-1EF5-7434-CA6F-6F8F7F8411B4}"/>
                </a:ext>
              </a:extLst>
            </p:cNvPr>
            <p:cNvCxnSpPr>
              <a:cxnSpLocks/>
            </p:cNvCxnSpPr>
            <p:nvPr/>
          </p:nvCxnSpPr>
          <p:spPr>
            <a:xfrm flipH="1">
              <a:off x="803887" y="830778"/>
              <a:ext cx="280255" cy="23775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74" name="Rak koppling 273">
              <a:extLst>
                <a:ext uri="{FF2B5EF4-FFF2-40B4-BE49-F238E27FC236}">
                  <a16:creationId xmlns:a16="http://schemas.microsoft.com/office/drawing/2014/main" id="{178CB285-7440-E20D-BDDF-46953E100657}"/>
                </a:ext>
              </a:extLst>
            </p:cNvPr>
            <p:cNvCxnSpPr>
              <a:cxnSpLocks/>
            </p:cNvCxnSpPr>
            <p:nvPr/>
          </p:nvCxnSpPr>
          <p:spPr>
            <a:xfrm>
              <a:off x="803887" y="830778"/>
              <a:ext cx="280255" cy="237749"/>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grpSp>
      <p:grpSp>
        <p:nvGrpSpPr>
          <p:cNvPr id="275" name="Grupp 274">
            <a:extLst>
              <a:ext uri="{FF2B5EF4-FFF2-40B4-BE49-F238E27FC236}">
                <a16:creationId xmlns:a16="http://schemas.microsoft.com/office/drawing/2014/main" id="{C6961E40-E26E-CC11-90B6-ABF95549DFDC}"/>
              </a:ext>
            </a:extLst>
          </p:cNvPr>
          <p:cNvGrpSpPr/>
          <p:nvPr/>
        </p:nvGrpSpPr>
        <p:grpSpPr>
          <a:xfrm>
            <a:off x="3739060" y="5674434"/>
            <a:ext cx="280255" cy="237750"/>
            <a:chOff x="803887" y="830778"/>
            <a:chExt cx="280255" cy="237750"/>
          </a:xfrm>
        </p:grpSpPr>
        <p:cxnSp>
          <p:nvCxnSpPr>
            <p:cNvPr id="276" name="Rak koppling 275">
              <a:extLst>
                <a:ext uri="{FF2B5EF4-FFF2-40B4-BE49-F238E27FC236}">
                  <a16:creationId xmlns:a16="http://schemas.microsoft.com/office/drawing/2014/main" id="{316AA798-3988-7435-89CD-7926FC83813C}"/>
                </a:ext>
              </a:extLst>
            </p:cNvPr>
            <p:cNvCxnSpPr>
              <a:cxnSpLocks/>
            </p:cNvCxnSpPr>
            <p:nvPr/>
          </p:nvCxnSpPr>
          <p:spPr>
            <a:xfrm flipH="1">
              <a:off x="803887" y="830778"/>
              <a:ext cx="280255" cy="23775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77" name="Rak koppling 276">
              <a:extLst>
                <a:ext uri="{FF2B5EF4-FFF2-40B4-BE49-F238E27FC236}">
                  <a16:creationId xmlns:a16="http://schemas.microsoft.com/office/drawing/2014/main" id="{FCD958E1-102C-7581-CB63-2FFA5C6BF2B3}"/>
                </a:ext>
              </a:extLst>
            </p:cNvPr>
            <p:cNvCxnSpPr>
              <a:cxnSpLocks/>
            </p:cNvCxnSpPr>
            <p:nvPr/>
          </p:nvCxnSpPr>
          <p:spPr>
            <a:xfrm>
              <a:off x="803887" y="830778"/>
              <a:ext cx="280255" cy="237749"/>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grpSp>
      <p:sp>
        <p:nvSpPr>
          <p:cNvPr id="278" name="Ellips 277">
            <a:extLst>
              <a:ext uri="{FF2B5EF4-FFF2-40B4-BE49-F238E27FC236}">
                <a16:creationId xmlns:a16="http://schemas.microsoft.com/office/drawing/2014/main" id="{E2E77001-EA59-A97F-9268-65AB25782C0C}"/>
              </a:ext>
            </a:extLst>
          </p:cNvPr>
          <p:cNvSpPr/>
          <p:nvPr/>
        </p:nvSpPr>
        <p:spPr>
          <a:xfrm>
            <a:off x="2854106" y="5663553"/>
            <a:ext cx="280255" cy="237749"/>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grpSp>
        <p:nvGrpSpPr>
          <p:cNvPr id="279" name="Grupp 278">
            <a:extLst>
              <a:ext uri="{FF2B5EF4-FFF2-40B4-BE49-F238E27FC236}">
                <a16:creationId xmlns:a16="http://schemas.microsoft.com/office/drawing/2014/main" id="{F2591DA5-4B1E-15E6-607C-7BD57CF197BA}"/>
              </a:ext>
            </a:extLst>
          </p:cNvPr>
          <p:cNvGrpSpPr/>
          <p:nvPr/>
        </p:nvGrpSpPr>
        <p:grpSpPr>
          <a:xfrm>
            <a:off x="2858294" y="6083619"/>
            <a:ext cx="280255" cy="237750"/>
            <a:chOff x="803887" y="830778"/>
            <a:chExt cx="280255" cy="237750"/>
          </a:xfrm>
        </p:grpSpPr>
        <p:cxnSp>
          <p:nvCxnSpPr>
            <p:cNvPr id="280" name="Rak koppling 279">
              <a:extLst>
                <a:ext uri="{FF2B5EF4-FFF2-40B4-BE49-F238E27FC236}">
                  <a16:creationId xmlns:a16="http://schemas.microsoft.com/office/drawing/2014/main" id="{77C821DE-75F6-6B3A-C5F6-F44BA745A0AF}"/>
                </a:ext>
              </a:extLst>
            </p:cNvPr>
            <p:cNvCxnSpPr>
              <a:cxnSpLocks/>
            </p:cNvCxnSpPr>
            <p:nvPr/>
          </p:nvCxnSpPr>
          <p:spPr>
            <a:xfrm flipH="1">
              <a:off x="803887" y="830778"/>
              <a:ext cx="280255" cy="23775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81" name="Rak koppling 280">
              <a:extLst>
                <a:ext uri="{FF2B5EF4-FFF2-40B4-BE49-F238E27FC236}">
                  <a16:creationId xmlns:a16="http://schemas.microsoft.com/office/drawing/2014/main" id="{27BB62C8-1493-4763-F9E9-6E10C9F22AD2}"/>
                </a:ext>
              </a:extLst>
            </p:cNvPr>
            <p:cNvCxnSpPr>
              <a:cxnSpLocks/>
            </p:cNvCxnSpPr>
            <p:nvPr/>
          </p:nvCxnSpPr>
          <p:spPr>
            <a:xfrm>
              <a:off x="803887" y="830778"/>
              <a:ext cx="280255" cy="237749"/>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grpSp>
      <p:sp>
        <p:nvSpPr>
          <p:cNvPr id="282" name="Ellips 281">
            <a:extLst>
              <a:ext uri="{FF2B5EF4-FFF2-40B4-BE49-F238E27FC236}">
                <a16:creationId xmlns:a16="http://schemas.microsoft.com/office/drawing/2014/main" id="{B2B87EB6-39B7-2927-B192-B10C144787A9}"/>
              </a:ext>
            </a:extLst>
          </p:cNvPr>
          <p:cNvSpPr/>
          <p:nvPr/>
        </p:nvSpPr>
        <p:spPr>
          <a:xfrm>
            <a:off x="3721037" y="5225534"/>
            <a:ext cx="280255" cy="237749"/>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295" name="Ellips 294">
            <a:extLst>
              <a:ext uri="{FF2B5EF4-FFF2-40B4-BE49-F238E27FC236}">
                <a16:creationId xmlns:a16="http://schemas.microsoft.com/office/drawing/2014/main" id="{AA91FA33-3162-0450-9326-98572855B12A}"/>
              </a:ext>
            </a:extLst>
          </p:cNvPr>
          <p:cNvSpPr/>
          <p:nvPr/>
        </p:nvSpPr>
        <p:spPr>
          <a:xfrm>
            <a:off x="6386016" y="5194611"/>
            <a:ext cx="280255" cy="237749"/>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grpSp>
        <p:nvGrpSpPr>
          <p:cNvPr id="296" name="Grupp 295">
            <a:extLst>
              <a:ext uri="{FF2B5EF4-FFF2-40B4-BE49-F238E27FC236}">
                <a16:creationId xmlns:a16="http://schemas.microsoft.com/office/drawing/2014/main" id="{3712DBFD-8E75-A3FE-0627-48399538018A}"/>
              </a:ext>
            </a:extLst>
          </p:cNvPr>
          <p:cNvGrpSpPr/>
          <p:nvPr/>
        </p:nvGrpSpPr>
        <p:grpSpPr>
          <a:xfrm>
            <a:off x="6828478" y="5643512"/>
            <a:ext cx="280255" cy="237750"/>
            <a:chOff x="803887" y="830778"/>
            <a:chExt cx="280255" cy="237750"/>
          </a:xfrm>
        </p:grpSpPr>
        <p:cxnSp>
          <p:nvCxnSpPr>
            <p:cNvPr id="297" name="Rak koppling 296">
              <a:extLst>
                <a:ext uri="{FF2B5EF4-FFF2-40B4-BE49-F238E27FC236}">
                  <a16:creationId xmlns:a16="http://schemas.microsoft.com/office/drawing/2014/main" id="{67D650E5-1E23-AA58-ACA6-F8A005593765}"/>
                </a:ext>
              </a:extLst>
            </p:cNvPr>
            <p:cNvCxnSpPr>
              <a:cxnSpLocks/>
            </p:cNvCxnSpPr>
            <p:nvPr/>
          </p:nvCxnSpPr>
          <p:spPr>
            <a:xfrm flipH="1">
              <a:off x="803887" y="830778"/>
              <a:ext cx="280255" cy="23775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98" name="Rak koppling 297">
              <a:extLst>
                <a:ext uri="{FF2B5EF4-FFF2-40B4-BE49-F238E27FC236}">
                  <a16:creationId xmlns:a16="http://schemas.microsoft.com/office/drawing/2014/main" id="{2FA1A978-0367-E36D-2E28-7E973F8D1A8A}"/>
                </a:ext>
              </a:extLst>
            </p:cNvPr>
            <p:cNvCxnSpPr>
              <a:cxnSpLocks/>
            </p:cNvCxnSpPr>
            <p:nvPr/>
          </p:nvCxnSpPr>
          <p:spPr>
            <a:xfrm>
              <a:off x="803887" y="830778"/>
              <a:ext cx="280255" cy="237749"/>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grpSp>
      <p:grpSp>
        <p:nvGrpSpPr>
          <p:cNvPr id="299" name="Grupp 298">
            <a:extLst>
              <a:ext uri="{FF2B5EF4-FFF2-40B4-BE49-F238E27FC236}">
                <a16:creationId xmlns:a16="http://schemas.microsoft.com/office/drawing/2014/main" id="{3012CEFE-3F51-93B7-EB07-E91F5858124D}"/>
              </a:ext>
            </a:extLst>
          </p:cNvPr>
          <p:cNvGrpSpPr/>
          <p:nvPr/>
        </p:nvGrpSpPr>
        <p:grpSpPr>
          <a:xfrm>
            <a:off x="7257222" y="5643511"/>
            <a:ext cx="280255" cy="237750"/>
            <a:chOff x="803887" y="830778"/>
            <a:chExt cx="280255" cy="237750"/>
          </a:xfrm>
        </p:grpSpPr>
        <p:cxnSp>
          <p:nvCxnSpPr>
            <p:cNvPr id="300" name="Rak koppling 299">
              <a:extLst>
                <a:ext uri="{FF2B5EF4-FFF2-40B4-BE49-F238E27FC236}">
                  <a16:creationId xmlns:a16="http://schemas.microsoft.com/office/drawing/2014/main" id="{42ED9CF7-4A5B-6E5D-32AC-180EDC21AB34}"/>
                </a:ext>
              </a:extLst>
            </p:cNvPr>
            <p:cNvCxnSpPr>
              <a:cxnSpLocks/>
            </p:cNvCxnSpPr>
            <p:nvPr/>
          </p:nvCxnSpPr>
          <p:spPr>
            <a:xfrm flipH="1">
              <a:off x="803887" y="830778"/>
              <a:ext cx="280255" cy="23775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01" name="Rak koppling 300">
              <a:extLst>
                <a:ext uri="{FF2B5EF4-FFF2-40B4-BE49-F238E27FC236}">
                  <a16:creationId xmlns:a16="http://schemas.microsoft.com/office/drawing/2014/main" id="{F2FB3B93-C4BC-8623-8461-D6A91ED24BEF}"/>
                </a:ext>
              </a:extLst>
            </p:cNvPr>
            <p:cNvCxnSpPr>
              <a:cxnSpLocks/>
            </p:cNvCxnSpPr>
            <p:nvPr/>
          </p:nvCxnSpPr>
          <p:spPr>
            <a:xfrm>
              <a:off x="803887" y="830778"/>
              <a:ext cx="280255" cy="237749"/>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grpSp>
      <p:sp>
        <p:nvSpPr>
          <p:cNvPr id="302" name="Ellips 301">
            <a:extLst>
              <a:ext uri="{FF2B5EF4-FFF2-40B4-BE49-F238E27FC236}">
                <a16:creationId xmlns:a16="http://schemas.microsoft.com/office/drawing/2014/main" id="{A78A2F54-3006-5190-3A76-6968F2239C48}"/>
              </a:ext>
            </a:extLst>
          </p:cNvPr>
          <p:cNvSpPr/>
          <p:nvPr/>
        </p:nvSpPr>
        <p:spPr>
          <a:xfrm>
            <a:off x="6372268" y="5632630"/>
            <a:ext cx="280255" cy="237749"/>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grpSp>
        <p:nvGrpSpPr>
          <p:cNvPr id="303" name="Grupp 302">
            <a:extLst>
              <a:ext uri="{FF2B5EF4-FFF2-40B4-BE49-F238E27FC236}">
                <a16:creationId xmlns:a16="http://schemas.microsoft.com/office/drawing/2014/main" id="{5AA39C4F-0AEC-970B-0949-C046BD6BD92D}"/>
              </a:ext>
            </a:extLst>
          </p:cNvPr>
          <p:cNvGrpSpPr/>
          <p:nvPr/>
        </p:nvGrpSpPr>
        <p:grpSpPr>
          <a:xfrm>
            <a:off x="6376456" y="6052696"/>
            <a:ext cx="280255" cy="237750"/>
            <a:chOff x="803887" y="830778"/>
            <a:chExt cx="280255" cy="237750"/>
          </a:xfrm>
        </p:grpSpPr>
        <p:cxnSp>
          <p:nvCxnSpPr>
            <p:cNvPr id="304" name="Rak koppling 303">
              <a:extLst>
                <a:ext uri="{FF2B5EF4-FFF2-40B4-BE49-F238E27FC236}">
                  <a16:creationId xmlns:a16="http://schemas.microsoft.com/office/drawing/2014/main" id="{0639C538-5EEC-3A8C-F7AE-17B27F48459F}"/>
                </a:ext>
              </a:extLst>
            </p:cNvPr>
            <p:cNvCxnSpPr>
              <a:cxnSpLocks/>
            </p:cNvCxnSpPr>
            <p:nvPr/>
          </p:nvCxnSpPr>
          <p:spPr>
            <a:xfrm flipH="1">
              <a:off x="803887" y="830778"/>
              <a:ext cx="280255" cy="23775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05" name="Rak koppling 304">
              <a:extLst>
                <a:ext uri="{FF2B5EF4-FFF2-40B4-BE49-F238E27FC236}">
                  <a16:creationId xmlns:a16="http://schemas.microsoft.com/office/drawing/2014/main" id="{60156CEE-9D5E-4DD2-A932-BC3A2DB69C1F}"/>
                </a:ext>
              </a:extLst>
            </p:cNvPr>
            <p:cNvCxnSpPr>
              <a:cxnSpLocks/>
            </p:cNvCxnSpPr>
            <p:nvPr/>
          </p:nvCxnSpPr>
          <p:spPr>
            <a:xfrm>
              <a:off x="803887" y="830778"/>
              <a:ext cx="280255" cy="237749"/>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grpSp>
      <p:sp>
        <p:nvSpPr>
          <p:cNvPr id="306" name="Ellips 305">
            <a:extLst>
              <a:ext uri="{FF2B5EF4-FFF2-40B4-BE49-F238E27FC236}">
                <a16:creationId xmlns:a16="http://schemas.microsoft.com/office/drawing/2014/main" id="{44C7E713-5261-FCA0-2128-DC580A3EBF38}"/>
              </a:ext>
            </a:extLst>
          </p:cNvPr>
          <p:cNvSpPr/>
          <p:nvPr/>
        </p:nvSpPr>
        <p:spPr>
          <a:xfrm>
            <a:off x="7239199" y="5194611"/>
            <a:ext cx="280255" cy="237749"/>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319" name="Ellips 318">
            <a:extLst>
              <a:ext uri="{FF2B5EF4-FFF2-40B4-BE49-F238E27FC236}">
                <a16:creationId xmlns:a16="http://schemas.microsoft.com/office/drawing/2014/main" id="{94F8504E-24EE-1FC0-FB72-7E29583B45B4}"/>
              </a:ext>
            </a:extLst>
          </p:cNvPr>
          <p:cNvSpPr/>
          <p:nvPr/>
        </p:nvSpPr>
        <p:spPr>
          <a:xfrm>
            <a:off x="9911604" y="5183979"/>
            <a:ext cx="280255" cy="237749"/>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grpSp>
        <p:nvGrpSpPr>
          <p:cNvPr id="320" name="Grupp 319">
            <a:extLst>
              <a:ext uri="{FF2B5EF4-FFF2-40B4-BE49-F238E27FC236}">
                <a16:creationId xmlns:a16="http://schemas.microsoft.com/office/drawing/2014/main" id="{B44BE589-0413-FB33-9A6B-1DCD86A0D9DE}"/>
              </a:ext>
            </a:extLst>
          </p:cNvPr>
          <p:cNvGrpSpPr/>
          <p:nvPr/>
        </p:nvGrpSpPr>
        <p:grpSpPr>
          <a:xfrm>
            <a:off x="10354066" y="5632880"/>
            <a:ext cx="280255" cy="237750"/>
            <a:chOff x="803887" y="830778"/>
            <a:chExt cx="280255" cy="237750"/>
          </a:xfrm>
        </p:grpSpPr>
        <p:cxnSp>
          <p:nvCxnSpPr>
            <p:cNvPr id="321" name="Rak koppling 320">
              <a:extLst>
                <a:ext uri="{FF2B5EF4-FFF2-40B4-BE49-F238E27FC236}">
                  <a16:creationId xmlns:a16="http://schemas.microsoft.com/office/drawing/2014/main" id="{B6276461-EE32-5B93-A9E1-3AD7F222B08F}"/>
                </a:ext>
              </a:extLst>
            </p:cNvPr>
            <p:cNvCxnSpPr>
              <a:cxnSpLocks/>
            </p:cNvCxnSpPr>
            <p:nvPr/>
          </p:nvCxnSpPr>
          <p:spPr>
            <a:xfrm flipH="1">
              <a:off x="803887" y="830778"/>
              <a:ext cx="280255" cy="23775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22" name="Rak koppling 321">
              <a:extLst>
                <a:ext uri="{FF2B5EF4-FFF2-40B4-BE49-F238E27FC236}">
                  <a16:creationId xmlns:a16="http://schemas.microsoft.com/office/drawing/2014/main" id="{3BE1FE45-11FD-5C93-B54C-985AC05EB607}"/>
                </a:ext>
              </a:extLst>
            </p:cNvPr>
            <p:cNvCxnSpPr>
              <a:cxnSpLocks/>
            </p:cNvCxnSpPr>
            <p:nvPr/>
          </p:nvCxnSpPr>
          <p:spPr>
            <a:xfrm>
              <a:off x="803887" y="830778"/>
              <a:ext cx="280255" cy="237749"/>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grpSp>
      <p:grpSp>
        <p:nvGrpSpPr>
          <p:cNvPr id="323" name="Grupp 322">
            <a:extLst>
              <a:ext uri="{FF2B5EF4-FFF2-40B4-BE49-F238E27FC236}">
                <a16:creationId xmlns:a16="http://schemas.microsoft.com/office/drawing/2014/main" id="{03597DBA-168E-C702-6E7F-719E5B80ABB4}"/>
              </a:ext>
            </a:extLst>
          </p:cNvPr>
          <p:cNvGrpSpPr/>
          <p:nvPr/>
        </p:nvGrpSpPr>
        <p:grpSpPr>
          <a:xfrm>
            <a:off x="10782810" y="5632879"/>
            <a:ext cx="280255" cy="237750"/>
            <a:chOff x="803887" y="830778"/>
            <a:chExt cx="280255" cy="237750"/>
          </a:xfrm>
        </p:grpSpPr>
        <p:cxnSp>
          <p:nvCxnSpPr>
            <p:cNvPr id="324" name="Rak koppling 323">
              <a:extLst>
                <a:ext uri="{FF2B5EF4-FFF2-40B4-BE49-F238E27FC236}">
                  <a16:creationId xmlns:a16="http://schemas.microsoft.com/office/drawing/2014/main" id="{805BF60C-5008-849B-E019-C5861E54DBFA}"/>
                </a:ext>
              </a:extLst>
            </p:cNvPr>
            <p:cNvCxnSpPr>
              <a:cxnSpLocks/>
            </p:cNvCxnSpPr>
            <p:nvPr/>
          </p:nvCxnSpPr>
          <p:spPr>
            <a:xfrm flipH="1">
              <a:off x="803887" y="830778"/>
              <a:ext cx="280255" cy="23775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25" name="Rak koppling 324">
              <a:extLst>
                <a:ext uri="{FF2B5EF4-FFF2-40B4-BE49-F238E27FC236}">
                  <a16:creationId xmlns:a16="http://schemas.microsoft.com/office/drawing/2014/main" id="{437DE5C7-2B06-4D80-429B-31DF6481209C}"/>
                </a:ext>
              </a:extLst>
            </p:cNvPr>
            <p:cNvCxnSpPr>
              <a:cxnSpLocks/>
            </p:cNvCxnSpPr>
            <p:nvPr/>
          </p:nvCxnSpPr>
          <p:spPr>
            <a:xfrm>
              <a:off x="803887" y="830778"/>
              <a:ext cx="280255" cy="237749"/>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grpSp>
      <p:sp>
        <p:nvSpPr>
          <p:cNvPr id="326" name="Ellips 325">
            <a:extLst>
              <a:ext uri="{FF2B5EF4-FFF2-40B4-BE49-F238E27FC236}">
                <a16:creationId xmlns:a16="http://schemas.microsoft.com/office/drawing/2014/main" id="{DA2D16DA-99B3-9B1A-99C5-705124F1905C}"/>
              </a:ext>
            </a:extLst>
          </p:cNvPr>
          <p:cNvSpPr/>
          <p:nvPr/>
        </p:nvSpPr>
        <p:spPr>
          <a:xfrm>
            <a:off x="9897856" y="5621998"/>
            <a:ext cx="280255" cy="237749"/>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grpSp>
        <p:nvGrpSpPr>
          <p:cNvPr id="327" name="Grupp 326">
            <a:extLst>
              <a:ext uri="{FF2B5EF4-FFF2-40B4-BE49-F238E27FC236}">
                <a16:creationId xmlns:a16="http://schemas.microsoft.com/office/drawing/2014/main" id="{0101AAC8-8AF9-2E07-22A0-BFC9F6D30E2A}"/>
              </a:ext>
            </a:extLst>
          </p:cNvPr>
          <p:cNvGrpSpPr/>
          <p:nvPr/>
        </p:nvGrpSpPr>
        <p:grpSpPr>
          <a:xfrm>
            <a:off x="9902044" y="6042064"/>
            <a:ext cx="280255" cy="237750"/>
            <a:chOff x="803887" y="830778"/>
            <a:chExt cx="280255" cy="237750"/>
          </a:xfrm>
        </p:grpSpPr>
        <p:cxnSp>
          <p:nvCxnSpPr>
            <p:cNvPr id="328" name="Rak koppling 327">
              <a:extLst>
                <a:ext uri="{FF2B5EF4-FFF2-40B4-BE49-F238E27FC236}">
                  <a16:creationId xmlns:a16="http://schemas.microsoft.com/office/drawing/2014/main" id="{F557D94A-7DE2-FD53-C785-EC1EC8895B6F}"/>
                </a:ext>
              </a:extLst>
            </p:cNvPr>
            <p:cNvCxnSpPr>
              <a:cxnSpLocks/>
            </p:cNvCxnSpPr>
            <p:nvPr/>
          </p:nvCxnSpPr>
          <p:spPr>
            <a:xfrm flipH="1">
              <a:off x="803887" y="830778"/>
              <a:ext cx="280255" cy="23775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29" name="Rak koppling 328">
              <a:extLst>
                <a:ext uri="{FF2B5EF4-FFF2-40B4-BE49-F238E27FC236}">
                  <a16:creationId xmlns:a16="http://schemas.microsoft.com/office/drawing/2014/main" id="{69C4BDEE-7DA2-6EB3-5B8A-DBC4E53C9477}"/>
                </a:ext>
              </a:extLst>
            </p:cNvPr>
            <p:cNvCxnSpPr>
              <a:cxnSpLocks/>
            </p:cNvCxnSpPr>
            <p:nvPr/>
          </p:nvCxnSpPr>
          <p:spPr>
            <a:xfrm>
              <a:off x="803887" y="830778"/>
              <a:ext cx="280255" cy="237749"/>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grpSp>
      <p:sp>
        <p:nvSpPr>
          <p:cNvPr id="330" name="Ellips 329">
            <a:extLst>
              <a:ext uri="{FF2B5EF4-FFF2-40B4-BE49-F238E27FC236}">
                <a16:creationId xmlns:a16="http://schemas.microsoft.com/office/drawing/2014/main" id="{264F9DEE-193A-C006-466A-9836F57EE6A0}"/>
              </a:ext>
            </a:extLst>
          </p:cNvPr>
          <p:cNvSpPr/>
          <p:nvPr/>
        </p:nvSpPr>
        <p:spPr>
          <a:xfrm>
            <a:off x="10764787" y="5183979"/>
            <a:ext cx="280255" cy="237749"/>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grpSp>
        <p:nvGrpSpPr>
          <p:cNvPr id="331" name="Grupp 330">
            <a:extLst>
              <a:ext uri="{FF2B5EF4-FFF2-40B4-BE49-F238E27FC236}">
                <a16:creationId xmlns:a16="http://schemas.microsoft.com/office/drawing/2014/main" id="{9AD840C3-96E4-F8E5-08C9-35EF02580E21}"/>
              </a:ext>
            </a:extLst>
          </p:cNvPr>
          <p:cNvGrpSpPr/>
          <p:nvPr/>
        </p:nvGrpSpPr>
        <p:grpSpPr>
          <a:xfrm>
            <a:off x="2493656" y="2020647"/>
            <a:ext cx="280255" cy="237750"/>
            <a:chOff x="803887" y="830778"/>
            <a:chExt cx="280255" cy="237750"/>
          </a:xfrm>
        </p:grpSpPr>
        <p:cxnSp>
          <p:nvCxnSpPr>
            <p:cNvPr id="332" name="Rak koppling 331">
              <a:extLst>
                <a:ext uri="{FF2B5EF4-FFF2-40B4-BE49-F238E27FC236}">
                  <a16:creationId xmlns:a16="http://schemas.microsoft.com/office/drawing/2014/main" id="{F1D414A6-7C38-C87D-5F9E-9A58F7EA6B3F}"/>
                </a:ext>
              </a:extLst>
            </p:cNvPr>
            <p:cNvCxnSpPr>
              <a:cxnSpLocks/>
            </p:cNvCxnSpPr>
            <p:nvPr/>
          </p:nvCxnSpPr>
          <p:spPr>
            <a:xfrm flipH="1">
              <a:off x="803887" y="830778"/>
              <a:ext cx="280255" cy="23775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33" name="Rak koppling 332">
              <a:extLst>
                <a:ext uri="{FF2B5EF4-FFF2-40B4-BE49-F238E27FC236}">
                  <a16:creationId xmlns:a16="http://schemas.microsoft.com/office/drawing/2014/main" id="{4AA9EE03-58FB-D664-317C-6304D5448FE6}"/>
                </a:ext>
              </a:extLst>
            </p:cNvPr>
            <p:cNvCxnSpPr>
              <a:cxnSpLocks/>
            </p:cNvCxnSpPr>
            <p:nvPr/>
          </p:nvCxnSpPr>
          <p:spPr>
            <a:xfrm>
              <a:off x="803887" y="830778"/>
              <a:ext cx="280255" cy="237749"/>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grpSp>
      <p:grpSp>
        <p:nvGrpSpPr>
          <p:cNvPr id="334" name="Grupp 333">
            <a:extLst>
              <a:ext uri="{FF2B5EF4-FFF2-40B4-BE49-F238E27FC236}">
                <a16:creationId xmlns:a16="http://schemas.microsoft.com/office/drawing/2014/main" id="{4042327A-CD2E-91F6-4964-D23709228B68}"/>
              </a:ext>
            </a:extLst>
          </p:cNvPr>
          <p:cNvGrpSpPr/>
          <p:nvPr/>
        </p:nvGrpSpPr>
        <p:grpSpPr>
          <a:xfrm>
            <a:off x="5901480" y="2864140"/>
            <a:ext cx="280255" cy="237750"/>
            <a:chOff x="803887" y="830778"/>
            <a:chExt cx="280255" cy="237750"/>
          </a:xfrm>
        </p:grpSpPr>
        <p:cxnSp>
          <p:nvCxnSpPr>
            <p:cNvPr id="335" name="Rak koppling 334">
              <a:extLst>
                <a:ext uri="{FF2B5EF4-FFF2-40B4-BE49-F238E27FC236}">
                  <a16:creationId xmlns:a16="http://schemas.microsoft.com/office/drawing/2014/main" id="{2F2ED613-5D29-CC67-134C-C4B3B45F7629}"/>
                </a:ext>
              </a:extLst>
            </p:cNvPr>
            <p:cNvCxnSpPr>
              <a:cxnSpLocks/>
            </p:cNvCxnSpPr>
            <p:nvPr/>
          </p:nvCxnSpPr>
          <p:spPr>
            <a:xfrm flipH="1">
              <a:off x="803887" y="830778"/>
              <a:ext cx="280255" cy="23775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36" name="Rak koppling 335">
              <a:extLst>
                <a:ext uri="{FF2B5EF4-FFF2-40B4-BE49-F238E27FC236}">
                  <a16:creationId xmlns:a16="http://schemas.microsoft.com/office/drawing/2014/main" id="{3E8C6B9A-F9BF-01E3-383E-4F791036F7B1}"/>
                </a:ext>
              </a:extLst>
            </p:cNvPr>
            <p:cNvCxnSpPr>
              <a:cxnSpLocks/>
            </p:cNvCxnSpPr>
            <p:nvPr/>
          </p:nvCxnSpPr>
          <p:spPr>
            <a:xfrm>
              <a:off x="803887" y="830778"/>
              <a:ext cx="280255" cy="237749"/>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grpSp>
      <p:grpSp>
        <p:nvGrpSpPr>
          <p:cNvPr id="337" name="Grupp 336">
            <a:extLst>
              <a:ext uri="{FF2B5EF4-FFF2-40B4-BE49-F238E27FC236}">
                <a16:creationId xmlns:a16="http://schemas.microsoft.com/office/drawing/2014/main" id="{6CE4D60B-7CB8-A85A-3C0E-4A2A9E08040D}"/>
              </a:ext>
            </a:extLst>
          </p:cNvPr>
          <p:cNvGrpSpPr/>
          <p:nvPr/>
        </p:nvGrpSpPr>
        <p:grpSpPr>
          <a:xfrm>
            <a:off x="9828937" y="2914232"/>
            <a:ext cx="280255" cy="237750"/>
            <a:chOff x="803887" y="830778"/>
            <a:chExt cx="280255" cy="237750"/>
          </a:xfrm>
        </p:grpSpPr>
        <p:cxnSp>
          <p:nvCxnSpPr>
            <p:cNvPr id="338" name="Rak koppling 337">
              <a:extLst>
                <a:ext uri="{FF2B5EF4-FFF2-40B4-BE49-F238E27FC236}">
                  <a16:creationId xmlns:a16="http://schemas.microsoft.com/office/drawing/2014/main" id="{C2604454-6C46-9C33-ACA9-736E403A4D2D}"/>
                </a:ext>
              </a:extLst>
            </p:cNvPr>
            <p:cNvCxnSpPr>
              <a:cxnSpLocks/>
            </p:cNvCxnSpPr>
            <p:nvPr/>
          </p:nvCxnSpPr>
          <p:spPr>
            <a:xfrm flipH="1">
              <a:off x="803887" y="830778"/>
              <a:ext cx="280255" cy="23775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39" name="Rak koppling 338">
              <a:extLst>
                <a:ext uri="{FF2B5EF4-FFF2-40B4-BE49-F238E27FC236}">
                  <a16:creationId xmlns:a16="http://schemas.microsoft.com/office/drawing/2014/main" id="{3335FE08-D324-5D9D-DF9D-40E6047C6B93}"/>
                </a:ext>
              </a:extLst>
            </p:cNvPr>
            <p:cNvCxnSpPr>
              <a:cxnSpLocks/>
            </p:cNvCxnSpPr>
            <p:nvPr/>
          </p:nvCxnSpPr>
          <p:spPr>
            <a:xfrm>
              <a:off x="803887" y="830778"/>
              <a:ext cx="280255" cy="237749"/>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grpSp>
      <p:grpSp>
        <p:nvGrpSpPr>
          <p:cNvPr id="340" name="Grupp 339">
            <a:extLst>
              <a:ext uri="{FF2B5EF4-FFF2-40B4-BE49-F238E27FC236}">
                <a16:creationId xmlns:a16="http://schemas.microsoft.com/office/drawing/2014/main" id="{4C8FFF69-6B5E-5D92-65BD-F0BD387425CF}"/>
              </a:ext>
            </a:extLst>
          </p:cNvPr>
          <p:cNvGrpSpPr/>
          <p:nvPr/>
        </p:nvGrpSpPr>
        <p:grpSpPr>
          <a:xfrm>
            <a:off x="1582234" y="3539042"/>
            <a:ext cx="280255" cy="237750"/>
            <a:chOff x="803887" y="830778"/>
            <a:chExt cx="280255" cy="237750"/>
          </a:xfrm>
        </p:grpSpPr>
        <p:cxnSp>
          <p:nvCxnSpPr>
            <p:cNvPr id="341" name="Rak koppling 340">
              <a:extLst>
                <a:ext uri="{FF2B5EF4-FFF2-40B4-BE49-F238E27FC236}">
                  <a16:creationId xmlns:a16="http://schemas.microsoft.com/office/drawing/2014/main" id="{E54695C7-40EC-0AE1-F370-9A3CCEE4C22C}"/>
                </a:ext>
              </a:extLst>
            </p:cNvPr>
            <p:cNvCxnSpPr>
              <a:cxnSpLocks/>
            </p:cNvCxnSpPr>
            <p:nvPr/>
          </p:nvCxnSpPr>
          <p:spPr>
            <a:xfrm flipH="1">
              <a:off x="803887" y="830778"/>
              <a:ext cx="280255" cy="23775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42" name="Rak koppling 341">
              <a:extLst>
                <a:ext uri="{FF2B5EF4-FFF2-40B4-BE49-F238E27FC236}">
                  <a16:creationId xmlns:a16="http://schemas.microsoft.com/office/drawing/2014/main" id="{9DEAF731-85AB-A75E-5428-39C5D486E9B7}"/>
                </a:ext>
              </a:extLst>
            </p:cNvPr>
            <p:cNvCxnSpPr>
              <a:cxnSpLocks/>
            </p:cNvCxnSpPr>
            <p:nvPr/>
          </p:nvCxnSpPr>
          <p:spPr>
            <a:xfrm>
              <a:off x="803887" y="830778"/>
              <a:ext cx="280255" cy="237749"/>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grpSp>
      <p:grpSp>
        <p:nvGrpSpPr>
          <p:cNvPr id="343" name="Grupp 342">
            <a:extLst>
              <a:ext uri="{FF2B5EF4-FFF2-40B4-BE49-F238E27FC236}">
                <a16:creationId xmlns:a16="http://schemas.microsoft.com/office/drawing/2014/main" id="{367BBFB1-BC84-B865-95EB-40E6321A54B6}"/>
              </a:ext>
            </a:extLst>
          </p:cNvPr>
          <p:cNvGrpSpPr/>
          <p:nvPr/>
        </p:nvGrpSpPr>
        <p:grpSpPr>
          <a:xfrm>
            <a:off x="3345241" y="3557118"/>
            <a:ext cx="280255" cy="237750"/>
            <a:chOff x="803887" y="830778"/>
            <a:chExt cx="280255" cy="237750"/>
          </a:xfrm>
        </p:grpSpPr>
        <p:cxnSp>
          <p:nvCxnSpPr>
            <p:cNvPr id="344" name="Rak koppling 343">
              <a:extLst>
                <a:ext uri="{FF2B5EF4-FFF2-40B4-BE49-F238E27FC236}">
                  <a16:creationId xmlns:a16="http://schemas.microsoft.com/office/drawing/2014/main" id="{61405F49-FEE5-D332-D303-AEBB0F222D6C}"/>
                </a:ext>
              </a:extLst>
            </p:cNvPr>
            <p:cNvCxnSpPr>
              <a:cxnSpLocks/>
            </p:cNvCxnSpPr>
            <p:nvPr/>
          </p:nvCxnSpPr>
          <p:spPr>
            <a:xfrm flipH="1">
              <a:off x="803887" y="830778"/>
              <a:ext cx="280255" cy="23775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45" name="Rak koppling 344">
              <a:extLst>
                <a:ext uri="{FF2B5EF4-FFF2-40B4-BE49-F238E27FC236}">
                  <a16:creationId xmlns:a16="http://schemas.microsoft.com/office/drawing/2014/main" id="{6FFE0B85-0B03-3B42-FB53-6BBBABE06894}"/>
                </a:ext>
              </a:extLst>
            </p:cNvPr>
            <p:cNvCxnSpPr>
              <a:cxnSpLocks/>
            </p:cNvCxnSpPr>
            <p:nvPr/>
          </p:nvCxnSpPr>
          <p:spPr>
            <a:xfrm>
              <a:off x="803887" y="830778"/>
              <a:ext cx="280255" cy="237749"/>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grpSp>
      <p:grpSp>
        <p:nvGrpSpPr>
          <p:cNvPr id="346" name="Grupp 345">
            <a:extLst>
              <a:ext uri="{FF2B5EF4-FFF2-40B4-BE49-F238E27FC236}">
                <a16:creationId xmlns:a16="http://schemas.microsoft.com/office/drawing/2014/main" id="{AE011E0E-F3AA-FFB9-2C62-C0DE1CC4230E}"/>
              </a:ext>
            </a:extLst>
          </p:cNvPr>
          <p:cNvGrpSpPr/>
          <p:nvPr/>
        </p:nvGrpSpPr>
        <p:grpSpPr>
          <a:xfrm>
            <a:off x="5071456" y="4361612"/>
            <a:ext cx="280255" cy="237750"/>
            <a:chOff x="803887" y="830778"/>
            <a:chExt cx="280255" cy="237750"/>
          </a:xfrm>
        </p:grpSpPr>
        <p:cxnSp>
          <p:nvCxnSpPr>
            <p:cNvPr id="347" name="Rak koppling 346">
              <a:extLst>
                <a:ext uri="{FF2B5EF4-FFF2-40B4-BE49-F238E27FC236}">
                  <a16:creationId xmlns:a16="http://schemas.microsoft.com/office/drawing/2014/main" id="{7E2D4CB7-6BB3-B140-0844-72EF0C900041}"/>
                </a:ext>
              </a:extLst>
            </p:cNvPr>
            <p:cNvCxnSpPr>
              <a:cxnSpLocks/>
            </p:cNvCxnSpPr>
            <p:nvPr/>
          </p:nvCxnSpPr>
          <p:spPr>
            <a:xfrm flipH="1">
              <a:off x="803887" y="830778"/>
              <a:ext cx="280255" cy="23775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48" name="Rak koppling 347">
              <a:extLst>
                <a:ext uri="{FF2B5EF4-FFF2-40B4-BE49-F238E27FC236}">
                  <a16:creationId xmlns:a16="http://schemas.microsoft.com/office/drawing/2014/main" id="{42BD4038-AD32-63CC-D590-7E17C07584F5}"/>
                </a:ext>
              </a:extLst>
            </p:cNvPr>
            <p:cNvCxnSpPr>
              <a:cxnSpLocks/>
            </p:cNvCxnSpPr>
            <p:nvPr/>
          </p:nvCxnSpPr>
          <p:spPr>
            <a:xfrm>
              <a:off x="803887" y="830778"/>
              <a:ext cx="280255" cy="237749"/>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grpSp>
      <p:grpSp>
        <p:nvGrpSpPr>
          <p:cNvPr id="349" name="Grupp 348">
            <a:extLst>
              <a:ext uri="{FF2B5EF4-FFF2-40B4-BE49-F238E27FC236}">
                <a16:creationId xmlns:a16="http://schemas.microsoft.com/office/drawing/2014/main" id="{D274D3E6-658A-3498-1CAA-4D6EAC19D97F}"/>
              </a:ext>
            </a:extLst>
          </p:cNvPr>
          <p:cNvGrpSpPr/>
          <p:nvPr/>
        </p:nvGrpSpPr>
        <p:grpSpPr>
          <a:xfrm>
            <a:off x="6825032" y="4379488"/>
            <a:ext cx="280255" cy="237750"/>
            <a:chOff x="803887" y="830778"/>
            <a:chExt cx="280255" cy="237750"/>
          </a:xfrm>
        </p:grpSpPr>
        <p:cxnSp>
          <p:nvCxnSpPr>
            <p:cNvPr id="350" name="Rak koppling 349">
              <a:extLst>
                <a:ext uri="{FF2B5EF4-FFF2-40B4-BE49-F238E27FC236}">
                  <a16:creationId xmlns:a16="http://schemas.microsoft.com/office/drawing/2014/main" id="{1A8C2BFE-9D20-23D5-B26D-E53DA8116A70}"/>
                </a:ext>
              </a:extLst>
            </p:cNvPr>
            <p:cNvCxnSpPr>
              <a:cxnSpLocks/>
            </p:cNvCxnSpPr>
            <p:nvPr/>
          </p:nvCxnSpPr>
          <p:spPr>
            <a:xfrm flipH="1">
              <a:off x="803887" y="830778"/>
              <a:ext cx="280255" cy="23775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51" name="Rak koppling 350">
              <a:extLst>
                <a:ext uri="{FF2B5EF4-FFF2-40B4-BE49-F238E27FC236}">
                  <a16:creationId xmlns:a16="http://schemas.microsoft.com/office/drawing/2014/main" id="{437C9005-4D07-18B7-E47D-E58DD06F18FA}"/>
                </a:ext>
              </a:extLst>
            </p:cNvPr>
            <p:cNvCxnSpPr>
              <a:cxnSpLocks/>
            </p:cNvCxnSpPr>
            <p:nvPr/>
          </p:nvCxnSpPr>
          <p:spPr>
            <a:xfrm>
              <a:off x="803887" y="830778"/>
              <a:ext cx="280255" cy="237749"/>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grpSp>
      <p:grpSp>
        <p:nvGrpSpPr>
          <p:cNvPr id="352" name="Grupp 351">
            <a:extLst>
              <a:ext uri="{FF2B5EF4-FFF2-40B4-BE49-F238E27FC236}">
                <a16:creationId xmlns:a16="http://schemas.microsoft.com/office/drawing/2014/main" id="{20D25352-A99D-41AD-ED6C-BD1229809DEF}"/>
              </a:ext>
            </a:extLst>
          </p:cNvPr>
          <p:cNvGrpSpPr/>
          <p:nvPr/>
        </p:nvGrpSpPr>
        <p:grpSpPr>
          <a:xfrm>
            <a:off x="8989558" y="4342112"/>
            <a:ext cx="280255" cy="237750"/>
            <a:chOff x="803887" y="830778"/>
            <a:chExt cx="280255" cy="237750"/>
          </a:xfrm>
        </p:grpSpPr>
        <p:cxnSp>
          <p:nvCxnSpPr>
            <p:cNvPr id="353" name="Rak koppling 352">
              <a:extLst>
                <a:ext uri="{FF2B5EF4-FFF2-40B4-BE49-F238E27FC236}">
                  <a16:creationId xmlns:a16="http://schemas.microsoft.com/office/drawing/2014/main" id="{2F3DB162-11A3-9913-57C0-93E9F3CE4727}"/>
                </a:ext>
              </a:extLst>
            </p:cNvPr>
            <p:cNvCxnSpPr>
              <a:cxnSpLocks/>
            </p:cNvCxnSpPr>
            <p:nvPr/>
          </p:nvCxnSpPr>
          <p:spPr>
            <a:xfrm flipH="1">
              <a:off x="803887" y="830778"/>
              <a:ext cx="280255" cy="23775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54" name="Rak koppling 353">
              <a:extLst>
                <a:ext uri="{FF2B5EF4-FFF2-40B4-BE49-F238E27FC236}">
                  <a16:creationId xmlns:a16="http://schemas.microsoft.com/office/drawing/2014/main" id="{DD33C6D9-5073-E514-037A-20CF88CDF306}"/>
                </a:ext>
              </a:extLst>
            </p:cNvPr>
            <p:cNvCxnSpPr>
              <a:cxnSpLocks/>
            </p:cNvCxnSpPr>
            <p:nvPr/>
          </p:nvCxnSpPr>
          <p:spPr>
            <a:xfrm>
              <a:off x="803887" y="830778"/>
              <a:ext cx="280255" cy="237749"/>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grpSp>
      <p:grpSp>
        <p:nvGrpSpPr>
          <p:cNvPr id="355" name="Grupp 354">
            <a:extLst>
              <a:ext uri="{FF2B5EF4-FFF2-40B4-BE49-F238E27FC236}">
                <a16:creationId xmlns:a16="http://schemas.microsoft.com/office/drawing/2014/main" id="{4062EC72-5992-9A0C-81A8-D3D4C75B7AB3}"/>
              </a:ext>
            </a:extLst>
          </p:cNvPr>
          <p:cNvGrpSpPr/>
          <p:nvPr/>
        </p:nvGrpSpPr>
        <p:grpSpPr>
          <a:xfrm>
            <a:off x="10752116" y="4332990"/>
            <a:ext cx="280255" cy="237750"/>
            <a:chOff x="803887" y="830778"/>
            <a:chExt cx="280255" cy="237750"/>
          </a:xfrm>
        </p:grpSpPr>
        <p:cxnSp>
          <p:nvCxnSpPr>
            <p:cNvPr id="356" name="Rak koppling 355">
              <a:extLst>
                <a:ext uri="{FF2B5EF4-FFF2-40B4-BE49-F238E27FC236}">
                  <a16:creationId xmlns:a16="http://schemas.microsoft.com/office/drawing/2014/main" id="{C7B19DA8-A6B9-9EA2-46A5-34CB434FACCA}"/>
                </a:ext>
              </a:extLst>
            </p:cNvPr>
            <p:cNvCxnSpPr>
              <a:cxnSpLocks/>
            </p:cNvCxnSpPr>
            <p:nvPr/>
          </p:nvCxnSpPr>
          <p:spPr>
            <a:xfrm flipH="1">
              <a:off x="803887" y="830778"/>
              <a:ext cx="280255" cy="23775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57" name="Rak koppling 356">
              <a:extLst>
                <a:ext uri="{FF2B5EF4-FFF2-40B4-BE49-F238E27FC236}">
                  <a16:creationId xmlns:a16="http://schemas.microsoft.com/office/drawing/2014/main" id="{5E0D73B0-D31E-A1E5-E678-3D7C7EFA46FB}"/>
                </a:ext>
              </a:extLst>
            </p:cNvPr>
            <p:cNvCxnSpPr>
              <a:cxnSpLocks/>
            </p:cNvCxnSpPr>
            <p:nvPr/>
          </p:nvCxnSpPr>
          <p:spPr>
            <a:xfrm>
              <a:off x="803887" y="830778"/>
              <a:ext cx="280255" cy="237749"/>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grpSp>
      <p:sp>
        <p:nvSpPr>
          <p:cNvPr id="358" name="Ellips 357">
            <a:extLst>
              <a:ext uri="{FF2B5EF4-FFF2-40B4-BE49-F238E27FC236}">
                <a16:creationId xmlns:a16="http://schemas.microsoft.com/office/drawing/2014/main" id="{9B474BA0-8176-3A54-DC05-45BF4F1FDB6B}"/>
              </a:ext>
            </a:extLst>
          </p:cNvPr>
          <p:cNvSpPr/>
          <p:nvPr/>
        </p:nvSpPr>
        <p:spPr>
          <a:xfrm>
            <a:off x="1581208" y="4358947"/>
            <a:ext cx="280255" cy="237749"/>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359" name="Ellips 358">
            <a:extLst>
              <a:ext uri="{FF2B5EF4-FFF2-40B4-BE49-F238E27FC236}">
                <a16:creationId xmlns:a16="http://schemas.microsoft.com/office/drawing/2014/main" id="{A1916F10-3BD5-980A-3657-A9C6C4B4ACC1}"/>
              </a:ext>
            </a:extLst>
          </p:cNvPr>
          <p:cNvSpPr/>
          <p:nvPr/>
        </p:nvSpPr>
        <p:spPr>
          <a:xfrm>
            <a:off x="3755797" y="4379975"/>
            <a:ext cx="280255" cy="237749"/>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360" name="Ellips 359">
            <a:extLst>
              <a:ext uri="{FF2B5EF4-FFF2-40B4-BE49-F238E27FC236}">
                <a16:creationId xmlns:a16="http://schemas.microsoft.com/office/drawing/2014/main" id="{BD54C52A-18A6-8F7A-6269-841E7E63A7BF}"/>
              </a:ext>
            </a:extLst>
          </p:cNvPr>
          <p:cNvSpPr/>
          <p:nvPr/>
        </p:nvSpPr>
        <p:spPr>
          <a:xfrm>
            <a:off x="5089719" y="3512848"/>
            <a:ext cx="280255" cy="237749"/>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361" name="Ellips 360">
            <a:extLst>
              <a:ext uri="{FF2B5EF4-FFF2-40B4-BE49-F238E27FC236}">
                <a16:creationId xmlns:a16="http://schemas.microsoft.com/office/drawing/2014/main" id="{7A10FE8C-E853-DD53-C806-0238A609868E}"/>
              </a:ext>
            </a:extLst>
          </p:cNvPr>
          <p:cNvSpPr/>
          <p:nvPr/>
        </p:nvSpPr>
        <p:spPr>
          <a:xfrm>
            <a:off x="7227267" y="4397223"/>
            <a:ext cx="280255" cy="237749"/>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362" name="Ellips 361">
            <a:extLst>
              <a:ext uri="{FF2B5EF4-FFF2-40B4-BE49-F238E27FC236}">
                <a16:creationId xmlns:a16="http://schemas.microsoft.com/office/drawing/2014/main" id="{866B7E62-5707-FF0D-2C16-637FF8E279EE}"/>
              </a:ext>
            </a:extLst>
          </p:cNvPr>
          <p:cNvSpPr/>
          <p:nvPr/>
        </p:nvSpPr>
        <p:spPr>
          <a:xfrm>
            <a:off x="8569404" y="3500833"/>
            <a:ext cx="280255" cy="237749"/>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363" name="Ellips 362">
            <a:extLst>
              <a:ext uri="{FF2B5EF4-FFF2-40B4-BE49-F238E27FC236}">
                <a16:creationId xmlns:a16="http://schemas.microsoft.com/office/drawing/2014/main" id="{BC0C5607-58A7-052D-86FE-346AC626A688}"/>
              </a:ext>
            </a:extLst>
          </p:cNvPr>
          <p:cNvSpPr/>
          <p:nvPr/>
        </p:nvSpPr>
        <p:spPr>
          <a:xfrm>
            <a:off x="10342352" y="4341275"/>
            <a:ext cx="280255" cy="237749"/>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grpSp>
        <p:nvGrpSpPr>
          <p:cNvPr id="364" name="Grupp 363">
            <a:extLst>
              <a:ext uri="{FF2B5EF4-FFF2-40B4-BE49-F238E27FC236}">
                <a16:creationId xmlns:a16="http://schemas.microsoft.com/office/drawing/2014/main" id="{5C6EA71B-7A1F-1108-2BFD-1D9C5378A6BF}"/>
              </a:ext>
            </a:extLst>
          </p:cNvPr>
          <p:cNvGrpSpPr/>
          <p:nvPr/>
        </p:nvGrpSpPr>
        <p:grpSpPr>
          <a:xfrm>
            <a:off x="1565452" y="5238151"/>
            <a:ext cx="280255" cy="237750"/>
            <a:chOff x="803887" y="830778"/>
            <a:chExt cx="280255" cy="237750"/>
          </a:xfrm>
        </p:grpSpPr>
        <p:cxnSp>
          <p:nvCxnSpPr>
            <p:cNvPr id="365" name="Rak koppling 364">
              <a:extLst>
                <a:ext uri="{FF2B5EF4-FFF2-40B4-BE49-F238E27FC236}">
                  <a16:creationId xmlns:a16="http://schemas.microsoft.com/office/drawing/2014/main" id="{96C733D7-E3B8-D8FE-4E0F-45B103736A68}"/>
                </a:ext>
              </a:extLst>
            </p:cNvPr>
            <p:cNvCxnSpPr>
              <a:cxnSpLocks/>
            </p:cNvCxnSpPr>
            <p:nvPr/>
          </p:nvCxnSpPr>
          <p:spPr>
            <a:xfrm flipH="1">
              <a:off x="803887" y="830778"/>
              <a:ext cx="280255" cy="23775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66" name="Rak koppling 365">
              <a:extLst>
                <a:ext uri="{FF2B5EF4-FFF2-40B4-BE49-F238E27FC236}">
                  <a16:creationId xmlns:a16="http://schemas.microsoft.com/office/drawing/2014/main" id="{6075402B-7BC4-54B0-5019-9F66077C5D2C}"/>
                </a:ext>
              </a:extLst>
            </p:cNvPr>
            <p:cNvCxnSpPr>
              <a:cxnSpLocks/>
            </p:cNvCxnSpPr>
            <p:nvPr/>
          </p:nvCxnSpPr>
          <p:spPr>
            <a:xfrm>
              <a:off x="803887" y="830778"/>
              <a:ext cx="280255" cy="237749"/>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grpSp>
      <p:grpSp>
        <p:nvGrpSpPr>
          <p:cNvPr id="367" name="Grupp 366">
            <a:extLst>
              <a:ext uri="{FF2B5EF4-FFF2-40B4-BE49-F238E27FC236}">
                <a16:creationId xmlns:a16="http://schemas.microsoft.com/office/drawing/2014/main" id="{4903E9D5-2C52-9D6F-9C91-5C6ABD31B4B4}"/>
              </a:ext>
            </a:extLst>
          </p:cNvPr>
          <p:cNvGrpSpPr/>
          <p:nvPr/>
        </p:nvGrpSpPr>
        <p:grpSpPr>
          <a:xfrm>
            <a:off x="3348659" y="5211919"/>
            <a:ext cx="280255" cy="237750"/>
            <a:chOff x="803887" y="830778"/>
            <a:chExt cx="280255" cy="237750"/>
          </a:xfrm>
        </p:grpSpPr>
        <p:cxnSp>
          <p:nvCxnSpPr>
            <p:cNvPr id="368" name="Rak koppling 367">
              <a:extLst>
                <a:ext uri="{FF2B5EF4-FFF2-40B4-BE49-F238E27FC236}">
                  <a16:creationId xmlns:a16="http://schemas.microsoft.com/office/drawing/2014/main" id="{A3E6C5C5-EB37-87A1-7466-B08BE7A69452}"/>
                </a:ext>
              </a:extLst>
            </p:cNvPr>
            <p:cNvCxnSpPr>
              <a:cxnSpLocks/>
            </p:cNvCxnSpPr>
            <p:nvPr/>
          </p:nvCxnSpPr>
          <p:spPr>
            <a:xfrm flipH="1">
              <a:off x="803887" y="830778"/>
              <a:ext cx="280255" cy="23775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69" name="Rak koppling 368">
              <a:extLst>
                <a:ext uri="{FF2B5EF4-FFF2-40B4-BE49-F238E27FC236}">
                  <a16:creationId xmlns:a16="http://schemas.microsoft.com/office/drawing/2014/main" id="{022317A1-EC6A-5670-F37E-46E63CB2039B}"/>
                </a:ext>
              </a:extLst>
            </p:cNvPr>
            <p:cNvCxnSpPr>
              <a:cxnSpLocks/>
            </p:cNvCxnSpPr>
            <p:nvPr/>
          </p:nvCxnSpPr>
          <p:spPr>
            <a:xfrm>
              <a:off x="803887" y="830778"/>
              <a:ext cx="280255" cy="237749"/>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grpSp>
      <p:grpSp>
        <p:nvGrpSpPr>
          <p:cNvPr id="370" name="Grupp 369">
            <a:extLst>
              <a:ext uri="{FF2B5EF4-FFF2-40B4-BE49-F238E27FC236}">
                <a16:creationId xmlns:a16="http://schemas.microsoft.com/office/drawing/2014/main" id="{155BCF87-DDCE-28CD-58FB-407AF8B2F0C4}"/>
              </a:ext>
            </a:extLst>
          </p:cNvPr>
          <p:cNvGrpSpPr/>
          <p:nvPr/>
        </p:nvGrpSpPr>
        <p:grpSpPr>
          <a:xfrm>
            <a:off x="6809218" y="6028921"/>
            <a:ext cx="280255" cy="237750"/>
            <a:chOff x="803887" y="830778"/>
            <a:chExt cx="280255" cy="237750"/>
          </a:xfrm>
        </p:grpSpPr>
        <p:cxnSp>
          <p:nvCxnSpPr>
            <p:cNvPr id="371" name="Rak koppling 370">
              <a:extLst>
                <a:ext uri="{FF2B5EF4-FFF2-40B4-BE49-F238E27FC236}">
                  <a16:creationId xmlns:a16="http://schemas.microsoft.com/office/drawing/2014/main" id="{52CD1473-E752-E0F2-9B0D-E11BABB08216}"/>
                </a:ext>
              </a:extLst>
            </p:cNvPr>
            <p:cNvCxnSpPr>
              <a:cxnSpLocks/>
            </p:cNvCxnSpPr>
            <p:nvPr/>
          </p:nvCxnSpPr>
          <p:spPr>
            <a:xfrm flipH="1">
              <a:off x="803887" y="830778"/>
              <a:ext cx="280255" cy="23775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72" name="Rak koppling 371">
              <a:extLst>
                <a:ext uri="{FF2B5EF4-FFF2-40B4-BE49-F238E27FC236}">
                  <a16:creationId xmlns:a16="http://schemas.microsoft.com/office/drawing/2014/main" id="{514C0F07-062D-5751-0118-9F35C76191F1}"/>
                </a:ext>
              </a:extLst>
            </p:cNvPr>
            <p:cNvCxnSpPr>
              <a:cxnSpLocks/>
            </p:cNvCxnSpPr>
            <p:nvPr/>
          </p:nvCxnSpPr>
          <p:spPr>
            <a:xfrm>
              <a:off x="803887" y="830778"/>
              <a:ext cx="280255" cy="237749"/>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grpSp>
      <p:grpSp>
        <p:nvGrpSpPr>
          <p:cNvPr id="373" name="Grupp 372">
            <a:extLst>
              <a:ext uri="{FF2B5EF4-FFF2-40B4-BE49-F238E27FC236}">
                <a16:creationId xmlns:a16="http://schemas.microsoft.com/office/drawing/2014/main" id="{6DD1289F-2CAB-8957-24AE-21840C241469}"/>
              </a:ext>
            </a:extLst>
          </p:cNvPr>
          <p:cNvGrpSpPr/>
          <p:nvPr/>
        </p:nvGrpSpPr>
        <p:grpSpPr>
          <a:xfrm>
            <a:off x="10766462" y="6023168"/>
            <a:ext cx="280255" cy="237750"/>
            <a:chOff x="803887" y="830778"/>
            <a:chExt cx="280255" cy="237750"/>
          </a:xfrm>
        </p:grpSpPr>
        <p:cxnSp>
          <p:nvCxnSpPr>
            <p:cNvPr id="374" name="Rak koppling 373">
              <a:extLst>
                <a:ext uri="{FF2B5EF4-FFF2-40B4-BE49-F238E27FC236}">
                  <a16:creationId xmlns:a16="http://schemas.microsoft.com/office/drawing/2014/main" id="{3F79235D-63EA-2511-8C8D-9D0842A6F2A6}"/>
                </a:ext>
              </a:extLst>
            </p:cNvPr>
            <p:cNvCxnSpPr>
              <a:cxnSpLocks/>
            </p:cNvCxnSpPr>
            <p:nvPr/>
          </p:nvCxnSpPr>
          <p:spPr>
            <a:xfrm flipH="1">
              <a:off x="803887" y="830778"/>
              <a:ext cx="280255" cy="23775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75" name="Rak koppling 374">
              <a:extLst>
                <a:ext uri="{FF2B5EF4-FFF2-40B4-BE49-F238E27FC236}">
                  <a16:creationId xmlns:a16="http://schemas.microsoft.com/office/drawing/2014/main" id="{7A5389D9-9185-0638-D43F-22983C139040}"/>
                </a:ext>
              </a:extLst>
            </p:cNvPr>
            <p:cNvCxnSpPr>
              <a:cxnSpLocks/>
            </p:cNvCxnSpPr>
            <p:nvPr/>
          </p:nvCxnSpPr>
          <p:spPr>
            <a:xfrm>
              <a:off x="803887" y="830778"/>
              <a:ext cx="280255" cy="237749"/>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grpSp>
      <p:sp>
        <p:nvSpPr>
          <p:cNvPr id="382" name="Ellips 381">
            <a:extLst>
              <a:ext uri="{FF2B5EF4-FFF2-40B4-BE49-F238E27FC236}">
                <a16:creationId xmlns:a16="http://schemas.microsoft.com/office/drawing/2014/main" id="{98F04993-B787-7845-FC80-3034E325CF10}"/>
              </a:ext>
            </a:extLst>
          </p:cNvPr>
          <p:cNvSpPr/>
          <p:nvPr/>
        </p:nvSpPr>
        <p:spPr>
          <a:xfrm>
            <a:off x="1565452" y="6059952"/>
            <a:ext cx="280255" cy="237749"/>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383" name="Ellips 382">
            <a:extLst>
              <a:ext uri="{FF2B5EF4-FFF2-40B4-BE49-F238E27FC236}">
                <a16:creationId xmlns:a16="http://schemas.microsoft.com/office/drawing/2014/main" id="{24100032-8AC2-5511-73A7-DE253F1F7AF9}"/>
              </a:ext>
            </a:extLst>
          </p:cNvPr>
          <p:cNvSpPr/>
          <p:nvPr/>
        </p:nvSpPr>
        <p:spPr>
          <a:xfrm>
            <a:off x="3758674" y="6080752"/>
            <a:ext cx="280255" cy="237749"/>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384" name="Ellips 383">
            <a:extLst>
              <a:ext uri="{FF2B5EF4-FFF2-40B4-BE49-F238E27FC236}">
                <a16:creationId xmlns:a16="http://schemas.microsoft.com/office/drawing/2014/main" id="{30CC23A1-5CFC-3F52-2EE3-7F065B771A42}"/>
              </a:ext>
            </a:extLst>
          </p:cNvPr>
          <p:cNvSpPr/>
          <p:nvPr/>
        </p:nvSpPr>
        <p:spPr>
          <a:xfrm>
            <a:off x="7248387" y="6059952"/>
            <a:ext cx="280255" cy="237749"/>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385" name="Ellips 384">
            <a:extLst>
              <a:ext uri="{FF2B5EF4-FFF2-40B4-BE49-F238E27FC236}">
                <a16:creationId xmlns:a16="http://schemas.microsoft.com/office/drawing/2014/main" id="{3FC7E069-81B4-4B52-C265-77531F81A265}"/>
              </a:ext>
            </a:extLst>
          </p:cNvPr>
          <p:cNvSpPr/>
          <p:nvPr/>
        </p:nvSpPr>
        <p:spPr>
          <a:xfrm>
            <a:off x="10343546" y="6042063"/>
            <a:ext cx="280255" cy="237749"/>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grpSp>
        <p:nvGrpSpPr>
          <p:cNvPr id="386" name="Grupp 385">
            <a:extLst>
              <a:ext uri="{FF2B5EF4-FFF2-40B4-BE49-F238E27FC236}">
                <a16:creationId xmlns:a16="http://schemas.microsoft.com/office/drawing/2014/main" id="{50CBF33F-00F4-C446-0598-9EBAF0CDBD54}"/>
              </a:ext>
            </a:extLst>
          </p:cNvPr>
          <p:cNvGrpSpPr/>
          <p:nvPr/>
        </p:nvGrpSpPr>
        <p:grpSpPr>
          <a:xfrm>
            <a:off x="2002551" y="6068458"/>
            <a:ext cx="280255" cy="237750"/>
            <a:chOff x="803887" y="830778"/>
            <a:chExt cx="280255" cy="237750"/>
          </a:xfrm>
        </p:grpSpPr>
        <p:cxnSp>
          <p:nvCxnSpPr>
            <p:cNvPr id="387" name="Rak koppling 386">
              <a:extLst>
                <a:ext uri="{FF2B5EF4-FFF2-40B4-BE49-F238E27FC236}">
                  <a16:creationId xmlns:a16="http://schemas.microsoft.com/office/drawing/2014/main" id="{1336DD96-7852-8690-8AF7-00516EED8EA1}"/>
                </a:ext>
              </a:extLst>
            </p:cNvPr>
            <p:cNvCxnSpPr>
              <a:cxnSpLocks/>
            </p:cNvCxnSpPr>
            <p:nvPr/>
          </p:nvCxnSpPr>
          <p:spPr>
            <a:xfrm flipH="1">
              <a:off x="803887" y="830778"/>
              <a:ext cx="280255" cy="23775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88" name="Rak koppling 387">
              <a:extLst>
                <a:ext uri="{FF2B5EF4-FFF2-40B4-BE49-F238E27FC236}">
                  <a16:creationId xmlns:a16="http://schemas.microsoft.com/office/drawing/2014/main" id="{381454E4-DE26-6D78-A406-52B84AF659E9}"/>
                </a:ext>
              </a:extLst>
            </p:cNvPr>
            <p:cNvCxnSpPr>
              <a:cxnSpLocks/>
            </p:cNvCxnSpPr>
            <p:nvPr/>
          </p:nvCxnSpPr>
          <p:spPr>
            <a:xfrm>
              <a:off x="803887" y="830778"/>
              <a:ext cx="280255" cy="237749"/>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grpSp>
      <p:grpSp>
        <p:nvGrpSpPr>
          <p:cNvPr id="389" name="Grupp 388">
            <a:extLst>
              <a:ext uri="{FF2B5EF4-FFF2-40B4-BE49-F238E27FC236}">
                <a16:creationId xmlns:a16="http://schemas.microsoft.com/office/drawing/2014/main" id="{FCD2C07D-5D4C-DB1F-1417-FF8CAEEF38EE}"/>
              </a:ext>
            </a:extLst>
          </p:cNvPr>
          <p:cNvGrpSpPr/>
          <p:nvPr/>
        </p:nvGrpSpPr>
        <p:grpSpPr>
          <a:xfrm>
            <a:off x="3319346" y="6068458"/>
            <a:ext cx="280255" cy="237750"/>
            <a:chOff x="803887" y="830778"/>
            <a:chExt cx="280255" cy="237750"/>
          </a:xfrm>
        </p:grpSpPr>
        <p:cxnSp>
          <p:nvCxnSpPr>
            <p:cNvPr id="390" name="Rak koppling 389">
              <a:extLst>
                <a:ext uri="{FF2B5EF4-FFF2-40B4-BE49-F238E27FC236}">
                  <a16:creationId xmlns:a16="http://schemas.microsoft.com/office/drawing/2014/main" id="{F065C1C7-5508-ADD3-B4D9-09BEFBC6A492}"/>
                </a:ext>
              </a:extLst>
            </p:cNvPr>
            <p:cNvCxnSpPr>
              <a:cxnSpLocks/>
            </p:cNvCxnSpPr>
            <p:nvPr/>
          </p:nvCxnSpPr>
          <p:spPr>
            <a:xfrm flipH="1">
              <a:off x="803887" y="830778"/>
              <a:ext cx="280255" cy="23775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91" name="Rak koppling 390">
              <a:extLst>
                <a:ext uri="{FF2B5EF4-FFF2-40B4-BE49-F238E27FC236}">
                  <a16:creationId xmlns:a16="http://schemas.microsoft.com/office/drawing/2014/main" id="{C13690FC-13FD-03B7-6D75-E1C549238BD0}"/>
                </a:ext>
              </a:extLst>
            </p:cNvPr>
            <p:cNvCxnSpPr>
              <a:cxnSpLocks/>
            </p:cNvCxnSpPr>
            <p:nvPr/>
          </p:nvCxnSpPr>
          <p:spPr>
            <a:xfrm>
              <a:off x="803887" y="830778"/>
              <a:ext cx="280255" cy="237749"/>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grpSp>
      <p:grpSp>
        <p:nvGrpSpPr>
          <p:cNvPr id="392" name="Grupp 391">
            <a:extLst>
              <a:ext uri="{FF2B5EF4-FFF2-40B4-BE49-F238E27FC236}">
                <a16:creationId xmlns:a16="http://schemas.microsoft.com/office/drawing/2014/main" id="{E431CAC2-772B-9F81-6648-0B147FF5E127}"/>
              </a:ext>
            </a:extLst>
          </p:cNvPr>
          <p:cNvGrpSpPr/>
          <p:nvPr/>
        </p:nvGrpSpPr>
        <p:grpSpPr>
          <a:xfrm>
            <a:off x="6827702" y="5183978"/>
            <a:ext cx="280255" cy="237750"/>
            <a:chOff x="803887" y="830778"/>
            <a:chExt cx="280255" cy="237750"/>
          </a:xfrm>
        </p:grpSpPr>
        <p:cxnSp>
          <p:nvCxnSpPr>
            <p:cNvPr id="393" name="Rak koppling 392">
              <a:extLst>
                <a:ext uri="{FF2B5EF4-FFF2-40B4-BE49-F238E27FC236}">
                  <a16:creationId xmlns:a16="http://schemas.microsoft.com/office/drawing/2014/main" id="{1AFD8680-00DE-58FB-94F3-538817108174}"/>
                </a:ext>
              </a:extLst>
            </p:cNvPr>
            <p:cNvCxnSpPr>
              <a:cxnSpLocks/>
            </p:cNvCxnSpPr>
            <p:nvPr/>
          </p:nvCxnSpPr>
          <p:spPr>
            <a:xfrm flipH="1">
              <a:off x="803887" y="830778"/>
              <a:ext cx="280255" cy="23775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94" name="Rak koppling 393">
              <a:extLst>
                <a:ext uri="{FF2B5EF4-FFF2-40B4-BE49-F238E27FC236}">
                  <a16:creationId xmlns:a16="http://schemas.microsoft.com/office/drawing/2014/main" id="{BE86795B-C148-3B90-449C-4BB9757B30E1}"/>
                </a:ext>
              </a:extLst>
            </p:cNvPr>
            <p:cNvCxnSpPr>
              <a:cxnSpLocks/>
            </p:cNvCxnSpPr>
            <p:nvPr/>
          </p:nvCxnSpPr>
          <p:spPr>
            <a:xfrm>
              <a:off x="803887" y="830778"/>
              <a:ext cx="280255" cy="237749"/>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grpSp>
      <p:grpSp>
        <p:nvGrpSpPr>
          <p:cNvPr id="395" name="Grupp 394">
            <a:extLst>
              <a:ext uri="{FF2B5EF4-FFF2-40B4-BE49-F238E27FC236}">
                <a16:creationId xmlns:a16="http://schemas.microsoft.com/office/drawing/2014/main" id="{0B598BB7-02F3-C80C-361A-E2715F802E3B}"/>
              </a:ext>
            </a:extLst>
          </p:cNvPr>
          <p:cNvGrpSpPr/>
          <p:nvPr/>
        </p:nvGrpSpPr>
        <p:grpSpPr>
          <a:xfrm>
            <a:off x="10345462" y="5192288"/>
            <a:ext cx="280255" cy="237750"/>
            <a:chOff x="803887" y="830778"/>
            <a:chExt cx="280255" cy="237750"/>
          </a:xfrm>
        </p:grpSpPr>
        <p:cxnSp>
          <p:nvCxnSpPr>
            <p:cNvPr id="396" name="Rak koppling 395">
              <a:extLst>
                <a:ext uri="{FF2B5EF4-FFF2-40B4-BE49-F238E27FC236}">
                  <a16:creationId xmlns:a16="http://schemas.microsoft.com/office/drawing/2014/main" id="{2A5E6D26-49B5-20A7-3E22-201256A357D8}"/>
                </a:ext>
              </a:extLst>
            </p:cNvPr>
            <p:cNvCxnSpPr>
              <a:cxnSpLocks/>
            </p:cNvCxnSpPr>
            <p:nvPr/>
          </p:nvCxnSpPr>
          <p:spPr>
            <a:xfrm flipH="1">
              <a:off x="803887" y="830778"/>
              <a:ext cx="280255" cy="23775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97" name="Rak koppling 396">
              <a:extLst>
                <a:ext uri="{FF2B5EF4-FFF2-40B4-BE49-F238E27FC236}">
                  <a16:creationId xmlns:a16="http://schemas.microsoft.com/office/drawing/2014/main" id="{FB7DF044-1C48-3375-162A-6E9D7664E113}"/>
                </a:ext>
              </a:extLst>
            </p:cNvPr>
            <p:cNvCxnSpPr>
              <a:cxnSpLocks/>
            </p:cNvCxnSpPr>
            <p:nvPr/>
          </p:nvCxnSpPr>
          <p:spPr>
            <a:xfrm>
              <a:off x="803887" y="830778"/>
              <a:ext cx="280255" cy="237749"/>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grpSp>
      <p:sp>
        <p:nvSpPr>
          <p:cNvPr id="398" name="textruta 397">
            <a:extLst>
              <a:ext uri="{FF2B5EF4-FFF2-40B4-BE49-F238E27FC236}">
                <a16:creationId xmlns:a16="http://schemas.microsoft.com/office/drawing/2014/main" id="{0063F408-F209-0AB9-D465-4359DAF5A1CF}"/>
              </a:ext>
            </a:extLst>
          </p:cNvPr>
          <p:cNvSpPr txBox="1"/>
          <p:nvPr/>
        </p:nvSpPr>
        <p:spPr>
          <a:xfrm>
            <a:off x="2471737" y="5589667"/>
            <a:ext cx="501891" cy="369332"/>
          </a:xfrm>
          <a:prstGeom prst="rect">
            <a:avLst/>
          </a:prstGeom>
          <a:noFill/>
        </p:spPr>
        <p:txBody>
          <a:bodyPr wrap="square" rtlCol="0">
            <a:spAutoFit/>
          </a:bodyPr>
          <a:lstStyle/>
          <a:p>
            <a:r>
              <a:rPr lang="sv-SE" dirty="0"/>
              <a:t>1</a:t>
            </a:r>
          </a:p>
        </p:txBody>
      </p:sp>
      <p:sp>
        <p:nvSpPr>
          <p:cNvPr id="400" name="Rektangel 399">
            <a:extLst>
              <a:ext uri="{FF2B5EF4-FFF2-40B4-BE49-F238E27FC236}">
                <a16:creationId xmlns:a16="http://schemas.microsoft.com/office/drawing/2014/main" id="{2BF537C4-4BFB-D559-289F-8D6DDD21BF7C}"/>
              </a:ext>
            </a:extLst>
          </p:cNvPr>
          <p:cNvSpPr/>
          <p:nvPr/>
        </p:nvSpPr>
        <p:spPr>
          <a:xfrm>
            <a:off x="754646" y="3967208"/>
            <a:ext cx="271599" cy="280341"/>
          </a:xfrm>
          <a:prstGeom prst="rect">
            <a:avLst/>
          </a:prstGeom>
          <a:noFill/>
          <a:scene3d>
            <a:camera prst="orthographicFront"/>
            <a:lightRig rig="threePt" dir="t"/>
          </a:scene3d>
          <a:sp3d>
            <a:bevel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401" name="Rektangel 400">
            <a:extLst>
              <a:ext uri="{FF2B5EF4-FFF2-40B4-BE49-F238E27FC236}">
                <a16:creationId xmlns:a16="http://schemas.microsoft.com/office/drawing/2014/main" id="{92BA4759-F9D2-3FC4-CD56-C722A13D7BAC}"/>
              </a:ext>
            </a:extLst>
          </p:cNvPr>
          <p:cNvSpPr/>
          <p:nvPr/>
        </p:nvSpPr>
        <p:spPr>
          <a:xfrm>
            <a:off x="2511447" y="3949283"/>
            <a:ext cx="271599" cy="280341"/>
          </a:xfrm>
          <a:prstGeom prst="rect">
            <a:avLst/>
          </a:prstGeom>
          <a:noFill/>
          <a:scene3d>
            <a:camera prst="orthographicFront"/>
            <a:lightRig rig="threePt" dir="t"/>
          </a:scene3d>
          <a:sp3d>
            <a:bevel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402" name="Rektangel 401">
            <a:extLst>
              <a:ext uri="{FF2B5EF4-FFF2-40B4-BE49-F238E27FC236}">
                <a16:creationId xmlns:a16="http://schemas.microsoft.com/office/drawing/2014/main" id="{E20D6F58-A24C-413C-F8E3-499AE7AA1BB6}"/>
              </a:ext>
            </a:extLst>
          </p:cNvPr>
          <p:cNvSpPr/>
          <p:nvPr/>
        </p:nvSpPr>
        <p:spPr>
          <a:xfrm>
            <a:off x="2490953" y="5643870"/>
            <a:ext cx="271599" cy="280341"/>
          </a:xfrm>
          <a:prstGeom prst="rect">
            <a:avLst/>
          </a:prstGeom>
          <a:noFill/>
          <a:scene3d>
            <a:camera prst="orthographicFront"/>
            <a:lightRig rig="threePt" dir="t"/>
          </a:scene3d>
          <a:sp3d>
            <a:bevel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403" name="Rektangel 402">
            <a:extLst>
              <a:ext uri="{FF2B5EF4-FFF2-40B4-BE49-F238E27FC236}">
                <a16:creationId xmlns:a16="http://schemas.microsoft.com/office/drawing/2014/main" id="{81D27748-AC78-72E4-527D-C30C2ECD86A3}"/>
              </a:ext>
            </a:extLst>
          </p:cNvPr>
          <p:cNvSpPr/>
          <p:nvPr/>
        </p:nvSpPr>
        <p:spPr>
          <a:xfrm>
            <a:off x="4250606" y="3953313"/>
            <a:ext cx="271599" cy="280341"/>
          </a:xfrm>
          <a:prstGeom prst="rect">
            <a:avLst/>
          </a:prstGeom>
          <a:noFill/>
          <a:scene3d>
            <a:camera prst="orthographicFront"/>
            <a:lightRig rig="threePt" dir="t"/>
          </a:scene3d>
          <a:sp3d>
            <a:bevel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404" name="Rektangel 403">
            <a:extLst>
              <a:ext uri="{FF2B5EF4-FFF2-40B4-BE49-F238E27FC236}">
                <a16:creationId xmlns:a16="http://schemas.microsoft.com/office/drawing/2014/main" id="{267FA7E5-AD61-7BB2-A37D-1D71E5BB6980}"/>
              </a:ext>
            </a:extLst>
          </p:cNvPr>
          <p:cNvSpPr/>
          <p:nvPr/>
        </p:nvSpPr>
        <p:spPr>
          <a:xfrm>
            <a:off x="4262246" y="5642256"/>
            <a:ext cx="271599" cy="280341"/>
          </a:xfrm>
          <a:prstGeom prst="rect">
            <a:avLst/>
          </a:prstGeom>
          <a:noFill/>
          <a:scene3d>
            <a:camera prst="orthographicFront"/>
            <a:lightRig rig="threePt" dir="t"/>
          </a:scene3d>
          <a:sp3d>
            <a:bevel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405" name="Rektangel 404">
            <a:extLst>
              <a:ext uri="{FF2B5EF4-FFF2-40B4-BE49-F238E27FC236}">
                <a16:creationId xmlns:a16="http://schemas.microsoft.com/office/drawing/2014/main" id="{803376FE-48A3-599C-AD3D-B462B2E33F9E}"/>
              </a:ext>
            </a:extLst>
          </p:cNvPr>
          <p:cNvSpPr/>
          <p:nvPr/>
        </p:nvSpPr>
        <p:spPr>
          <a:xfrm>
            <a:off x="5978312" y="5650703"/>
            <a:ext cx="271599" cy="280341"/>
          </a:xfrm>
          <a:prstGeom prst="rect">
            <a:avLst/>
          </a:prstGeom>
          <a:noFill/>
          <a:scene3d>
            <a:camera prst="orthographicFront"/>
            <a:lightRig rig="threePt" dir="t"/>
          </a:scene3d>
          <a:sp3d>
            <a:bevel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406" name="Rektangel 405">
            <a:extLst>
              <a:ext uri="{FF2B5EF4-FFF2-40B4-BE49-F238E27FC236}">
                <a16:creationId xmlns:a16="http://schemas.microsoft.com/office/drawing/2014/main" id="{1A7A599E-838E-A700-2AB3-929499BB4D8F}"/>
              </a:ext>
            </a:extLst>
          </p:cNvPr>
          <p:cNvSpPr/>
          <p:nvPr/>
        </p:nvSpPr>
        <p:spPr>
          <a:xfrm>
            <a:off x="5978312" y="3943765"/>
            <a:ext cx="271599" cy="280341"/>
          </a:xfrm>
          <a:prstGeom prst="rect">
            <a:avLst/>
          </a:prstGeom>
          <a:noFill/>
          <a:scene3d>
            <a:camera prst="orthographicFront"/>
            <a:lightRig rig="threePt" dir="t"/>
          </a:scene3d>
          <a:sp3d>
            <a:bevel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407" name="Rektangel 406">
            <a:extLst>
              <a:ext uri="{FF2B5EF4-FFF2-40B4-BE49-F238E27FC236}">
                <a16:creationId xmlns:a16="http://schemas.microsoft.com/office/drawing/2014/main" id="{B8AE3168-6144-B767-F6C9-CDEDBD232EE7}"/>
              </a:ext>
            </a:extLst>
          </p:cNvPr>
          <p:cNvSpPr/>
          <p:nvPr/>
        </p:nvSpPr>
        <p:spPr>
          <a:xfrm>
            <a:off x="7730725" y="3934511"/>
            <a:ext cx="271599" cy="280341"/>
          </a:xfrm>
          <a:prstGeom prst="rect">
            <a:avLst/>
          </a:prstGeom>
          <a:noFill/>
          <a:scene3d>
            <a:camera prst="orthographicFront"/>
            <a:lightRig rig="threePt" dir="t"/>
          </a:scene3d>
          <a:sp3d>
            <a:bevel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408" name="Rektangel 407">
            <a:extLst>
              <a:ext uri="{FF2B5EF4-FFF2-40B4-BE49-F238E27FC236}">
                <a16:creationId xmlns:a16="http://schemas.microsoft.com/office/drawing/2014/main" id="{CFA7A3B2-0A42-8DA4-71A9-7D01D1411F23}"/>
              </a:ext>
            </a:extLst>
          </p:cNvPr>
          <p:cNvSpPr/>
          <p:nvPr/>
        </p:nvSpPr>
        <p:spPr>
          <a:xfrm>
            <a:off x="7742218" y="5608286"/>
            <a:ext cx="271599" cy="280341"/>
          </a:xfrm>
          <a:prstGeom prst="rect">
            <a:avLst/>
          </a:prstGeom>
          <a:noFill/>
          <a:scene3d>
            <a:camera prst="orthographicFront"/>
            <a:lightRig rig="threePt" dir="t"/>
          </a:scene3d>
          <a:sp3d>
            <a:bevel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409" name="Rektangel 408">
            <a:extLst>
              <a:ext uri="{FF2B5EF4-FFF2-40B4-BE49-F238E27FC236}">
                <a16:creationId xmlns:a16="http://schemas.microsoft.com/office/drawing/2014/main" id="{9A13D217-B481-2FFD-5833-929619367769}"/>
              </a:ext>
            </a:extLst>
          </p:cNvPr>
          <p:cNvSpPr/>
          <p:nvPr/>
        </p:nvSpPr>
        <p:spPr>
          <a:xfrm>
            <a:off x="9520570" y="5602531"/>
            <a:ext cx="271599" cy="280341"/>
          </a:xfrm>
          <a:prstGeom prst="rect">
            <a:avLst/>
          </a:prstGeom>
          <a:noFill/>
          <a:scene3d>
            <a:camera prst="orthographicFront"/>
            <a:lightRig rig="threePt" dir="t"/>
          </a:scene3d>
          <a:sp3d>
            <a:bevel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410" name="Rektangel 409">
            <a:extLst>
              <a:ext uri="{FF2B5EF4-FFF2-40B4-BE49-F238E27FC236}">
                <a16:creationId xmlns:a16="http://schemas.microsoft.com/office/drawing/2014/main" id="{48D347C4-F797-4530-EEFD-D005A512FEEE}"/>
              </a:ext>
            </a:extLst>
          </p:cNvPr>
          <p:cNvSpPr/>
          <p:nvPr/>
        </p:nvSpPr>
        <p:spPr>
          <a:xfrm>
            <a:off x="9474845" y="3925633"/>
            <a:ext cx="271599" cy="280341"/>
          </a:xfrm>
          <a:prstGeom prst="rect">
            <a:avLst/>
          </a:prstGeom>
          <a:noFill/>
          <a:scene3d>
            <a:camera prst="orthographicFront"/>
            <a:lightRig rig="threePt" dir="t"/>
          </a:scene3d>
          <a:sp3d>
            <a:bevel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411" name="Rektangel 410">
            <a:extLst>
              <a:ext uri="{FF2B5EF4-FFF2-40B4-BE49-F238E27FC236}">
                <a16:creationId xmlns:a16="http://schemas.microsoft.com/office/drawing/2014/main" id="{A659293D-9BA4-A39A-F833-8F9B5FCBE450}"/>
              </a:ext>
            </a:extLst>
          </p:cNvPr>
          <p:cNvSpPr/>
          <p:nvPr/>
        </p:nvSpPr>
        <p:spPr>
          <a:xfrm>
            <a:off x="1640245" y="2431395"/>
            <a:ext cx="271599" cy="280341"/>
          </a:xfrm>
          <a:prstGeom prst="rect">
            <a:avLst/>
          </a:prstGeom>
          <a:noFill/>
          <a:scene3d>
            <a:camera prst="orthographicFront"/>
            <a:lightRig rig="threePt" dir="t"/>
          </a:scene3d>
          <a:sp3d>
            <a:bevel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412" name="Rektangel 411">
            <a:extLst>
              <a:ext uri="{FF2B5EF4-FFF2-40B4-BE49-F238E27FC236}">
                <a16:creationId xmlns:a16="http://schemas.microsoft.com/office/drawing/2014/main" id="{CD63927A-2D08-B193-4710-982811661030}"/>
              </a:ext>
            </a:extLst>
          </p:cNvPr>
          <p:cNvSpPr/>
          <p:nvPr/>
        </p:nvSpPr>
        <p:spPr>
          <a:xfrm>
            <a:off x="5073368" y="2460452"/>
            <a:ext cx="271599" cy="280341"/>
          </a:xfrm>
          <a:prstGeom prst="rect">
            <a:avLst/>
          </a:prstGeom>
          <a:noFill/>
          <a:scene3d>
            <a:camera prst="orthographicFront"/>
            <a:lightRig rig="threePt" dir="t"/>
          </a:scene3d>
          <a:sp3d>
            <a:bevel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413" name="Rektangel 412">
            <a:extLst>
              <a:ext uri="{FF2B5EF4-FFF2-40B4-BE49-F238E27FC236}">
                <a16:creationId xmlns:a16="http://schemas.microsoft.com/office/drawing/2014/main" id="{F8611AAB-684B-3D83-906E-B9477D565305}"/>
              </a:ext>
            </a:extLst>
          </p:cNvPr>
          <p:cNvSpPr/>
          <p:nvPr/>
        </p:nvSpPr>
        <p:spPr>
          <a:xfrm>
            <a:off x="8592783" y="2460452"/>
            <a:ext cx="271599" cy="280341"/>
          </a:xfrm>
          <a:prstGeom prst="rect">
            <a:avLst/>
          </a:prstGeom>
          <a:noFill/>
          <a:scene3d>
            <a:camera prst="orthographicFront"/>
            <a:lightRig rig="threePt" dir="t"/>
          </a:scene3d>
          <a:sp3d>
            <a:bevel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414" name="Rektangel 413">
            <a:extLst>
              <a:ext uri="{FF2B5EF4-FFF2-40B4-BE49-F238E27FC236}">
                <a16:creationId xmlns:a16="http://schemas.microsoft.com/office/drawing/2014/main" id="{5ED1065E-015A-2932-4D24-7549F5921496}"/>
              </a:ext>
            </a:extLst>
          </p:cNvPr>
          <p:cNvSpPr/>
          <p:nvPr/>
        </p:nvSpPr>
        <p:spPr>
          <a:xfrm>
            <a:off x="5091114" y="642091"/>
            <a:ext cx="271599" cy="280341"/>
          </a:xfrm>
          <a:prstGeom prst="rect">
            <a:avLst/>
          </a:prstGeom>
          <a:noFill/>
          <a:scene3d>
            <a:camera prst="orthographicFront"/>
            <a:lightRig rig="threePt" dir="t"/>
          </a:scene3d>
          <a:sp3d>
            <a:bevel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415" name="textruta 414">
            <a:extLst>
              <a:ext uri="{FF2B5EF4-FFF2-40B4-BE49-F238E27FC236}">
                <a16:creationId xmlns:a16="http://schemas.microsoft.com/office/drawing/2014/main" id="{359C7A8E-9663-61F7-AAB9-1C6B6338E9B5}"/>
              </a:ext>
            </a:extLst>
          </p:cNvPr>
          <p:cNvSpPr txBox="1"/>
          <p:nvPr/>
        </p:nvSpPr>
        <p:spPr>
          <a:xfrm>
            <a:off x="5975778" y="5601726"/>
            <a:ext cx="501891" cy="369332"/>
          </a:xfrm>
          <a:prstGeom prst="rect">
            <a:avLst/>
          </a:prstGeom>
          <a:noFill/>
        </p:spPr>
        <p:txBody>
          <a:bodyPr wrap="square" rtlCol="0">
            <a:spAutoFit/>
          </a:bodyPr>
          <a:lstStyle/>
          <a:p>
            <a:r>
              <a:rPr lang="sv-SE" dirty="0"/>
              <a:t>1</a:t>
            </a:r>
          </a:p>
        </p:txBody>
      </p:sp>
      <p:sp>
        <p:nvSpPr>
          <p:cNvPr id="416" name="textruta 415">
            <a:extLst>
              <a:ext uri="{FF2B5EF4-FFF2-40B4-BE49-F238E27FC236}">
                <a16:creationId xmlns:a16="http://schemas.microsoft.com/office/drawing/2014/main" id="{6057D8B1-BAC3-A5A4-1890-049F2077CE99}"/>
              </a:ext>
            </a:extLst>
          </p:cNvPr>
          <p:cNvSpPr txBox="1"/>
          <p:nvPr/>
        </p:nvSpPr>
        <p:spPr>
          <a:xfrm>
            <a:off x="714288" y="5601210"/>
            <a:ext cx="501891" cy="369332"/>
          </a:xfrm>
          <a:prstGeom prst="rect">
            <a:avLst/>
          </a:prstGeom>
          <a:noFill/>
        </p:spPr>
        <p:txBody>
          <a:bodyPr wrap="square" rtlCol="0">
            <a:spAutoFit/>
          </a:bodyPr>
          <a:lstStyle/>
          <a:p>
            <a:r>
              <a:rPr lang="sv-SE" dirty="0"/>
              <a:t>0</a:t>
            </a:r>
          </a:p>
        </p:txBody>
      </p:sp>
      <p:sp>
        <p:nvSpPr>
          <p:cNvPr id="418" name="textruta 417">
            <a:extLst>
              <a:ext uri="{FF2B5EF4-FFF2-40B4-BE49-F238E27FC236}">
                <a16:creationId xmlns:a16="http://schemas.microsoft.com/office/drawing/2014/main" id="{CAE2BBE4-734F-C9BA-E62D-97742A19BEA7}"/>
              </a:ext>
            </a:extLst>
          </p:cNvPr>
          <p:cNvSpPr txBox="1"/>
          <p:nvPr/>
        </p:nvSpPr>
        <p:spPr>
          <a:xfrm>
            <a:off x="9497708" y="5548135"/>
            <a:ext cx="501891" cy="369332"/>
          </a:xfrm>
          <a:prstGeom prst="rect">
            <a:avLst/>
          </a:prstGeom>
          <a:noFill/>
        </p:spPr>
        <p:txBody>
          <a:bodyPr wrap="square" rtlCol="0">
            <a:spAutoFit/>
          </a:bodyPr>
          <a:lstStyle/>
          <a:p>
            <a:r>
              <a:rPr lang="sv-SE" dirty="0"/>
              <a:t>0</a:t>
            </a:r>
          </a:p>
        </p:txBody>
      </p:sp>
      <p:sp>
        <p:nvSpPr>
          <p:cNvPr id="420" name="textruta 419">
            <a:extLst>
              <a:ext uri="{FF2B5EF4-FFF2-40B4-BE49-F238E27FC236}">
                <a16:creationId xmlns:a16="http://schemas.microsoft.com/office/drawing/2014/main" id="{E0C795E7-5230-7D96-70C7-0B703BCCFDF9}"/>
              </a:ext>
            </a:extLst>
          </p:cNvPr>
          <p:cNvSpPr txBox="1"/>
          <p:nvPr/>
        </p:nvSpPr>
        <p:spPr>
          <a:xfrm>
            <a:off x="4207229" y="3904787"/>
            <a:ext cx="501891" cy="369332"/>
          </a:xfrm>
          <a:prstGeom prst="rect">
            <a:avLst/>
          </a:prstGeom>
          <a:noFill/>
        </p:spPr>
        <p:txBody>
          <a:bodyPr wrap="square" rtlCol="0">
            <a:spAutoFit/>
          </a:bodyPr>
          <a:lstStyle/>
          <a:p>
            <a:r>
              <a:rPr lang="sv-SE" dirty="0"/>
              <a:t>-1</a:t>
            </a:r>
          </a:p>
        </p:txBody>
      </p:sp>
      <p:sp>
        <p:nvSpPr>
          <p:cNvPr id="421" name="textruta 420">
            <a:extLst>
              <a:ext uri="{FF2B5EF4-FFF2-40B4-BE49-F238E27FC236}">
                <a16:creationId xmlns:a16="http://schemas.microsoft.com/office/drawing/2014/main" id="{7151CB5D-8D7C-23C2-1B81-6A31E735E89C}"/>
              </a:ext>
            </a:extLst>
          </p:cNvPr>
          <p:cNvSpPr txBox="1"/>
          <p:nvPr/>
        </p:nvSpPr>
        <p:spPr>
          <a:xfrm>
            <a:off x="7679059" y="3888873"/>
            <a:ext cx="501891" cy="369332"/>
          </a:xfrm>
          <a:prstGeom prst="rect">
            <a:avLst/>
          </a:prstGeom>
          <a:noFill/>
        </p:spPr>
        <p:txBody>
          <a:bodyPr wrap="square" rtlCol="0">
            <a:spAutoFit/>
          </a:bodyPr>
          <a:lstStyle/>
          <a:p>
            <a:r>
              <a:rPr lang="sv-SE" dirty="0"/>
              <a:t>-1</a:t>
            </a:r>
          </a:p>
        </p:txBody>
      </p:sp>
      <p:sp>
        <p:nvSpPr>
          <p:cNvPr id="423" name="textruta 422">
            <a:extLst>
              <a:ext uri="{FF2B5EF4-FFF2-40B4-BE49-F238E27FC236}">
                <a16:creationId xmlns:a16="http://schemas.microsoft.com/office/drawing/2014/main" id="{62FC4F9A-46C5-1A76-01B0-A5A8790A5A2B}"/>
              </a:ext>
            </a:extLst>
          </p:cNvPr>
          <p:cNvSpPr txBox="1"/>
          <p:nvPr/>
        </p:nvSpPr>
        <p:spPr>
          <a:xfrm>
            <a:off x="727054" y="3915436"/>
            <a:ext cx="501891" cy="369332"/>
          </a:xfrm>
          <a:prstGeom prst="rect">
            <a:avLst/>
          </a:prstGeom>
          <a:noFill/>
        </p:spPr>
        <p:txBody>
          <a:bodyPr wrap="square" rtlCol="0">
            <a:spAutoFit/>
          </a:bodyPr>
          <a:lstStyle/>
          <a:p>
            <a:r>
              <a:rPr lang="sv-SE" dirty="0"/>
              <a:t>0</a:t>
            </a:r>
          </a:p>
        </p:txBody>
      </p:sp>
      <p:sp>
        <p:nvSpPr>
          <p:cNvPr id="424" name="textruta 423">
            <a:extLst>
              <a:ext uri="{FF2B5EF4-FFF2-40B4-BE49-F238E27FC236}">
                <a16:creationId xmlns:a16="http://schemas.microsoft.com/office/drawing/2014/main" id="{6ABE12F4-9155-27BA-054D-AF1BB35A3131}"/>
              </a:ext>
            </a:extLst>
          </p:cNvPr>
          <p:cNvSpPr txBox="1"/>
          <p:nvPr/>
        </p:nvSpPr>
        <p:spPr>
          <a:xfrm>
            <a:off x="2454353" y="3902432"/>
            <a:ext cx="501891" cy="369332"/>
          </a:xfrm>
          <a:prstGeom prst="rect">
            <a:avLst/>
          </a:prstGeom>
          <a:noFill/>
        </p:spPr>
        <p:txBody>
          <a:bodyPr wrap="square" rtlCol="0">
            <a:spAutoFit/>
          </a:bodyPr>
          <a:lstStyle/>
          <a:p>
            <a:r>
              <a:rPr lang="sv-SE" dirty="0"/>
              <a:t>1</a:t>
            </a:r>
          </a:p>
        </p:txBody>
      </p:sp>
      <p:sp>
        <p:nvSpPr>
          <p:cNvPr id="425" name="textruta 424">
            <a:extLst>
              <a:ext uri="{FF2B5EF4-FFF2-40B4-BE49-F238E27FC236}">
                <a16:creationId xmlns:a16="http://schemas.microsoft.com/office/drawing/2014/main" id="{66861C6E-E7BC-DA36-07F4-F86CE5E998B6}"/>
              </a:ext>
            </a:extLst>
          </p:cNvPr>
          <p:cNvSpPr txBox="1"/>
          <p:nvPr/>
        </p:nvSpPr>
        <p:spPr>
          <a:xfrm>
            <a:off x="5935040" y="3884584"/>
            <a:ext cx="501891" cy="369332"/>
          </a:xfrm>
          <a:prstGeom prst="rect">
            <a:avLst/>
          </a:prstGeom>
          <a:noFill/>
        </p:spPr>
        <p:txBody>
          <a:bodyPr wrap="square" rtlCol="0">
            <a:spAutoFit/>
          </a:bodyPr>
          <a:lstStyle/>
          <a:p>
            <a:r>
              <a:rPr lang="sv-SE" dirty="0"/>
              <a:t>1</a:t>
            </a:r>
          </a:p>
        </p:txBody>
      </p:sp>
      <p:sp>
        <p:nvSpPr>
          <p:cNvPr id="427" name="textruta 426">
            <a:extLst>
              <a:ext uri="{FF2B5EF4-FFF2-40B4-BE49-F238E27FC236}">
                <a16:creationId xmlns:a16="http://schemas.microsoft.com/office/drawing/2014/main" id="{4E9E36A9-E9C3-FCC6-8ADD-EF00DF3A7573}"/>
              </a:ext>
            </a:extLst>
          </p:cNvPr>
          <p:cNvSpPr txBox="1"/>
          <p:nvPr/>
        </p:nvSpPr>
        <p:spPr>
          <a:xfrm>
            <a:off x="9471175" y="3869152"/>
            <a:ext cx="501891" cy="369332"/>
          </a:xfrm>
          <a:prstGeom prst="rect">
            <a:avLst/>
          </a:prstGeom>
          <a:noFill/>
        </p:spPr>
        <p:txBody>
          <a:bodyPr wrap="square" rtlCol="0">
            <a:spAutoFit/>
          </a:bodyPr>
          <a:lstStyle/>
          <a:p>
            <a:r>
              <a:rPr lang="sv-SE" dirty="0"/>
              <a:t>0</a:t>
            </a:r>
          </a:p>
        </p:txBody>
      </p:sp>
      <p:sp>
        <p:nvSpPr>
          <p:cNvPr id="428" name="textruta 427">
            <a:extLst>
              <a:ext uri="{FF2B5EF4-FFF2-40B4-BE49-F238E27FC236}">
                <a16:creationId xmlns:a16="http://schemas.microsoft.com/office/drawing/2014/main" id="{39193FD6-6934-DACC-FB9B-E1C87B362E1D}"/>
              </a:ext>
            </a:extLst>
          </p:cNvPr>
          <p:cNvSpPr txBox="1"/>
          <p:nvPr/>
        </p:nvSpPr>
        <p:spPr>
          <a:xfrm>
            <a:off x="1625866" y="2386741"/>
            <a:ext cx="501891" cy="369332"/>
          </a:xfrm>
          <a:prstGeom prst="rect">
            <a:avLst/>
          </a:prstGeom>
          <a:noFill/>
        </p:spPr>
        <p:txBody>
          <a:bodyPr wrap="square" rtlCol="0">
            <a:spAutoFit/>
          </a:bodyPr>
          <a:lstStyle/>
          <a:p>
            <a:r>
              <a:rPr lang="sv-SE" dirty="0"/>
              <a:t>0</a:t>
            </a:r>
          </a:p>
        </p:txBody>
      </p:sp>
      <p:sp>
        <p:nvSpPr>
          <p:cNvPr id="429" name="textruta 428">
            <a:extLst>
              <a:ext uri="{FF2B5EF4-FFF2-40B4-BE49-F238E27FC236}">
                <a16:creationId xmlns:a16="http://schemas.microsoft.com/office/drawing/2014/main" id="{D6B37CE9-B50B-DF9F-8259-F3DB3E2F07B9}"/>
              </a:ext>
            </a:extLst>
          </p:cNvPr>
          <p:cNvSpPr txBox="1"/>
          <p:nvPr/>
        </p:nvSpPr>
        <p:spPr>
          <a:xfrm>
            <a:off x="5009662" y="2412738"/>
            <a:ext cx="501891" cy="369332"/>
          </a:xfrm>
          <a:prstGeom prst="rect">
            <a:avLst/>
          </a:prstGeom>
          <a:noFill/>
        </p:spPr>
        <p:txBody>
          <a:bodyPr wrap="square" rtlCol="0">
            <a:spAutoFit/>
          </a:bodyPr>
          <a:lstStyle/>
          <a:p>
            <a:r>
              <a:rPr lang="sv-SE" dirty="0"/>
              <a:t>-1</a:t>
            </a:r>
          </a:p>
        </p:txBody>
      </p:sp>
      <p:sp>
        <p:nvSpPr>
          <p:cNvPr id="430" name="textruta 429">
            <a:extLst>
              <a:ext uri="{FF2B5EF4-FFF2-40B4-BE49-F238E27FC236}">
                <a16:creationId xmlns:a16="http://schemas.microsoft.com/office/drawing/2014/main" id="{9F91D9CB-543B-04CF-9605-E21C09D5C05C}"/>
              </a:ext>
            </a:extLst>
          </p:cNvPr>
          <p:cNvSpPr txBox="1"/>
          <p:nvPr/>
        </p:nvSpPr>
        <p:spPr>
          <a:xfrm>
            <a:off x="8582633" y="2420514"/>
            <a:ext cx="501891" cy="369332"/>
          </a:xfrm>
          <a:prstGeom prst="rect">
            <a:avLst/>
          </a:prstGeom>
          <a:noFill/>
        </p:spPr>
        <p:txBody>
          <a:bodyPr wrap="square" rtlCol="0">
            <a:spAutoFit/>
          </a:bodyPr>
          <a:lstStyle/>
          <a:p>
            <a:r>
              <a:rPr lang="sv-SE" dirty="0"/>
              <a:t>0</a:t>
            </a:r>
          </a:p>
        </p:txBody>
      </p:sp>
      <p:sp>
        <p:nvSpPr>
          <p:cNvPr id="431" name="textruta 430">
            <a:extLst>
              <a:ext uri="{FF2B5EF4-FFF2-40B4-BE49-F238E27FC236}">
                <a16:creationId xmlns:a16="http://schemas.microsoft.com/office/drawing/2014/main" id="{8407EB92-E753-5F1F-E9F0-52DDA69D2D82}"/>
              </a:ext>
            </a:extLst>
          </p:cNvPr>
          <p:cNvSpPr txBox="1"/>
          <p:nvPr/>
        </p:nvSpPr>
        <p:spPr>
          <a:xfrm>
            <a:off x="5051606" y="583679"/>
            <a:ext cx="501891" cy="369332"/>
          </a:xfrm>
          <a:prstGeom prst="rect">
            <a:avLst/>
          </a:prstGeom>
          <a:noFill/>
        </p:spPr>
        <p:txBody>
          <a:bodyPr wrap="square" rtlCol="0">
            <a:spAutoFit/>
          </a:bodyPr>
          <a:lstStyle/>
          <a:p>
            <a:r>
              <a:rPr lang="sv-SE" dirty="0"/>
              <a:t>0</a:t>
            </a:r>
          </a:p>
        </p:txBody>
      </p:sp>
      <p:sp>
        <p:nvSpPr>
          <p:cNvPr id="139" name="textruta 138">
            <a:extLst>
              <a:ext uri="{FF2B5EF4-FFF2-40B4-BE49-F238E27FC236}">
                <a16:creationId xmlns:a16="http://schemas.microsoft.com/office/drawing/2014/main" id="{F96560E1-D74F-7F1C-699B-173669B81327}"/>
              </a:ext>
            </a:extLst>
          </p:cNvPr>
          <p:cNvSpPr txBox="1"/>
          <p:nvPr/>
        </p:nvSpPr>
        <p:spPr>
          <a:xfrm>
            <a:off x="7343807" y="588846"/>
            <a:ext cx="1266353" cy="369332"/>
          </a:xfrm>
          <a:prstGeom prst="rect">
            <a:avLst/>
          </a:prstGeom>
          <a:noFill/>
        </p:spPr>
        <p:txBody>
          <a:bodyPr wrap="square" rtlCol="0">
            <a:spAutoFit/>
          </a:bodyPr>
          <a:lstStyle/>
          <a:p>
            <a:r>
              <a:rPr lang="sv-SE" dirty="0"/>
              <a:t> (X:s tur)</a:t>
            </a:r>
          </a:p>
        </p:txBody>
      </p:sp>
      <p:sp>
        <p:nvSpPr>
          <p:cNvPr id="115" name="Platshållare för sidfot 1">
            <a:extLst>
              <a:ext uri="{FF2B5EF4-FFF2-40B4-BE49-F238E27FC236}">
                <a16:creationId xmlns:a16="http://schemas.microsoft.com/office/drawing/2014/main" id="{5AD1DBA2-9119-4A5A-6F69-8525D401BC10}"/>
              </a:ext>
            </a:extLst>
          </p:cNvPr>
          <p:cNvSpPr>
            <a:spLocks noGrp="1"/>
          </p:cNvSpPr>
          <p:nvPr/>
        </p:nvSpPr>
        <p:spPr>
          <a:xfrm>
            <a:off x="2768194" y="6419850"/>
            <a:ext cx="5588812" cy="438150"/>
          </a:xfrm>
          <a:prstGeom prst="rect">
            <a:avLst/>
          </a:prstGeom>
        </p:spPr>
        <p:txBody>
          <a:bodyPr vert="horz" lIns="91440" tIns="45720" rIns="91440" bIns="45720" rtlCol="0" anchor="ctr"/>
          <a:lstStyle>
            <a:defPPr>
              <a:defRPr lang="en-US"/>
            </a:defPPr>
            <a:lvl1pPr marL="0" algn="ctr" defTabSz="457200" rtl="0" eaLnBrk="1" latinLnBrk="0" hangingPunct="1">
              <a:defRPr sz="144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dirty="0"/>
              <a:t>Presentation av David Hedengren</a:t>
            </a:r>
          </a:p>
        </p:txBody>
      </p:sp>
    </p:spTree>
    <p:extLst>
      <p:ext uri="{BB962C8B-B14F-4D97-AF65-F5344CB8AC3E}">
        <p14:creationId xmlns:p14="http://schemas.microsoft.com/office/powerpoint/2010/main" val="36206911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1"/>
                                        </p:tgtEl>
                                        <p:attrNameLst>
                                          <p:attrName>style.visibility</p:attrName>
                                        </p:attrNameLst>
                                      </p:cBhvr>
                                      <p:to>
                                        <p:strVal val="visible"/>
                                      </p:to>
                                    </p:set>
                                    <p:animEffect transition="in" filter="fade">
                                      <p:cBhvr>
                                        <p:cTn id="7" dur="500"/>
                                        <p:tgtEl>
                                          <p:spTgt spid="121"/>
                                        </p:tgtEl>
                                      </p:cBhvr>
                                    </p:animEffect>
                                  </p:childTnLst>
                                </p:cTn>
                              </p:par>
                              <p:par>
                                <p:cTn id="8" presetID="10" presetClass="entr" presetSubtype="0" fill="hold" nodeType="withEffect">
                                  <p:stCondLst>
                                    <p:cond delay="0"/>
                                  </p:stCondLst>
                                  <p:childTnLst>
                                    <p:set>
                                      <p:cBhvr>
                                        <p:cTn id="9" dur="1" fill="hold">
                                          <p:stCondLst>
                                            <p:cond delay="0"/>
                                          </p:stCondLst>
                                        </p:cTn>
                                        <p:tgtEl>
                                          <p:spTgt spid="123"/>
                                        </p:tgtEl>
                                        <p:attrNameLst>
                                          <p:attrName>style.visibility</p:attrName>
                                        </p:attrNameLst>
                                      </p:cBhvr>
                                      <p:to>
                                        <p:strVal val="visible"/>
                                      </p:to>
                                    </p:set>
                                    <p:animEffect transition="in" filter="fade">
                                      <p:cBhvr>
                                        <p:cTn id="10" dur="500"/>
                                        <p:tgtEl>
                                          <p:spTgt spid="123"/>
                                        </p:tgtEl>
                                      </p:cBhvr>
                                    </p:animEffect>
                                  </p:childTnLst>
                                </p:cTn>
                              </p:par>
                              <p:par>
                                <p:cTn id="11" presetID="10" presetClass="entr" presetSubtype="0" fill="hold" nodeType="withEffect">
                                  <p:stCondLst>
                                    <p:cond delay="0"/>
                                  </p:stCondLst>
                                  <p:childTnLst>
                                    <p:set>
                                      <p:cBhvr>
                                        <p:cTn id="12" dur="1" fill="hold">
                                          <p:stCondLst>
                                            <p:cond delay="0"/>
                                          </p:stCondLst>
                                        </p:cTn>
                                        <p:tgtEl>
                                          <p:spTgt spid="129"/>
                                        </p:tgtEl>
                                        <p:attrNameLst>
                                          <p:attrName>style.visibility</p:attrName>
                                        </p:attrNameLst>
                                      </p:cBhvr>
                                      <p:to>
                                        <p:strVal val="visible"/>
                                      </p:to>
                                    </p:set>
                                    <p:animEffect transition="in" filter="fade">
                                      <p:cBhvr>
                                        <p:cTn id="13" dur="500"/>
                                        <p:tgtEl>
                                          <p:spTgt spid="129"/>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35"/>
                                        </p:tgtEl>
                                        <p:attrNameLst>
                                          <p:attrName>style.visibility</p:attrName>
                                        </p:attrNameLst>
                                      </p:cBhvr>
                                      <p:to>
                                        <p:strVal val="visible"/>
                                      </p:to>
                                    </p:set>
                                    <p:animEffect transition="in" filter="fade">
                                      <p:cBhvr>
                                        <p:cTn id="16" dur="500"/>
                                        <p:tgtEl>
                                          <p:spTgt spid="135"/>
                                        </p:tgtEl>
                                      </p:cBhvr>
                                    </p:animEffect>
                                  </p:childTnLst>
                                </p:cTn>
                              </p:par>
                              <p:par>
                                <p:cTn id="17" presetID="10" presetClass="entr" presetSubtype="0" fill="hold" nodeType="withEffect">
                                  <p:stCondLst>
                                    <p:cond delay="0"/>
                                  </p:stCondLst>
                                  <p:childTnLst>
                                    <p:set>
                                      <p:cBhvr>
                                        <p:cTn id="18" dur="1" fill="hold">
                                          <p:stCondLst>
                                            <p:cond delay="0"/>
                                          </p:stCondLst>
                                        </p:cTn>
                                        <p:tgtEl>
                                          <p:spTgt spid="137"/>
                                        </p:tgtEl>
                                        <p:attrNameLst>
                                          <p:attrName>style.visibility</p:attrName>
                                        </p:attrNameLst>
                                      </p:cBhvr>
                                      <p:to>
                                        <p:strVal val="visible"/>
                                      </p:to>
                                    </p:set>
                                    <p:animEffect transition="in" filter="fade">
                                      <p:cBhvr>
                                        <p:cTn id="19" dur="500"/>
                                        <p:tgtEl>
                                          <p:spTgt spid="137"/>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58"/>
                                        </p:tgtEl>
                                        <p:attrNameLst>
                                          <p:attrName>style.visibility</p:attrName>
                                        </p:attrNameLst>
                                      </p:cBhvr>
                                      <p:to>
                                        <p:strVal val="visible"/>
                                      </p:to>
                                    </p:set>
                                    <p:animEffect transition="in" filter="fade">
                                      <p:cBhvr>
                                        <p:cTn id="22" dur="500"/>
                                        <p:tgtEl>
                                          <p:spTgt spid="158"/>
                                        </p:tgtEl>
                                      </p:cBhvr>
                                    </p:animEffect>
                                  </p:childTnLst>
                                </p:cTn>
                              </p:par>
                              <p:par>
                                <p:cTn id="23" presetID="10" presetClass="entr" presetSubtype="0" fill="hold" nodeType="withEffect">
                                  <p:stCondLst>
                                    <p:cond delay="0"/>
                                  </p:stCondLst>
                                  <p:childTnLst>
                                    <p:set>
                                      <p:cBhvr>
                                        <p:cTn id="24" dur="1" fill="hold">
                                          <p:stCondLst>
                                            <p:cond delay="0"/>
                                          </p:stCondLst>
                                        </p:cTn>
                                        <p:tgtEl>
                                          <p:spTgt spid="331"/>
                                        </p:tgtEl>
                                        <p:attrNameLst>
                                          <p:attrName>style.visibility</p:attrName>
                                        </p:attrNameLst>
                                      </p:cBhvr>
                                      <p:to>
                                        <p:strVal val="visible"/>
                                      </p:to>
                                    </p:set>
                                    <p:animEffect transition="in" filter="fade">
                                      <p:cBhvr>
                                        <p:cTn id="25" dur="500"/>
                                        <p:tgtEl>
                                          <p:spTgt spid="331"/>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159"/>
                                        </p:tgtEl>
                                        <p:attrNameLst>
                                          <p:attrName>style.visibility</p:attrName>
                                        </p:attrNameLst>
                                      </p:cBhvr>
                                      <p:to>
                                        <p:strVal val="visible"/>
                                      </p:to>
                                    </p:set>
                                    <p:animEffect transition="in" filter="fade">
                                      <p:cBhvr>
                                        <p:cTn id="30" dur="500"/>
                                        <p:tgtEl>
                                          <p:spTgt spid="159"/>
                                        </p:tgtEl>
                                      </p:cBhvr>
                                    </p:animEffect>
                                  </p:childTnLst>
                                </p:cTn>
                              </p:par>
                              <p:par>
                                <p:cTn id="31" presetID="10" presetClass="entr" presetSubtype="0" fill="hold" nodeType="withEffect">
                                  <p:stCondLst>
                                    <p:cond delay="0"/>
                                  </p:stCondLst>
                                  <p:childTnLst>
                                    <p:set>
                                      <p:cBhvr>
                                        <p:cTn id="32" dur="1" fill="hold">
                                          <p:stCondLst>
                                            <p:cond delay="0"/>
                                          </p:stCondLst>
                                        </p:cTn>
                                        <p:tgtEl>
                                          <p:spTgt spid="161"/>
                                        </p:tgtEl>
                                        <p:attrNameLst>
                                          <p:attrName>style.visibility</p:attrName>
                                        </p:attrNameLst>
                                      </p:cBhvr>
                                      <p:to>
                                        <p:strVal val="visible"/>
                                      </p:to>
                                    </p:set>
                                    <p:animEffect transition="in" filter="fade">
                                      <p:cBhvr>
                                        <p:cTn id="33" dur="500"/>
                                        <p:tgtEl>
                                          <p:spTgt spid="161"/>
                                        </p:tgtEl>
                                      </p:cBhvr>
                                    </p:animEffect>
                                  </p:childTnLst>
                                </p:cTn>
                              </p:par>
                              <p:par>
                                <p:cTn id="34" presetID="10" presetClass="entr" presetSubtype="0" fill="hold" nodeType="withEffect">
                                  <p:stCondLst>
                                    <p:cond delay="0"/>
                                  </p:stCondLst>
                                  <p:childTnLst>
                                    <p:set>
                                      <p:cBhvr>
                                        <p:cTn id="35" dur="1" fill="hold">
                                          <p:stCondLst>
                                            <p:cond delay="0"/>
                                          </p:stCondLst>
                                        </p:cTn>
                                        <p:tgtEl>
                                          <p:spTgt spid="166"/>
                                        </p:tgtEl>
                                        <p:attrNameLst>
                                          <p:attrName>style.visibility</p:attrName>
                                        </p:attrNameLst>
                                      </p:cBhvr>
                                      <p:to>
                                        <p:strVal val="visible"/>
                                      </p:to>
                                    </p:set>
                                    <p:animEffect transition="in" filter="fade">
                                      <p:cBhvr>
                                        <p:cTn id="36" dur="500"/>
                                        <p:tgtEl>
                                          <p:spTgt spid="166"/>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69"/>
                                        </p:tgtEl>
                                        <p:attrNameLst>
                                          <p:attrName>style.visibility</p:attrName>
                                        </p:attrNameLst>
                                      </p:cBhvr>
                                      <p:to>
                                        <p:strVal val="visible"/>
                                      </p:to>
                                    </p:set>
                                    <p:animEffect transition="in" filter="fade">
                                      <p:cBhvr>
                                        <p:cTn id="39" dur="500"/>
                                        <p:tgtEl>
                                          <p:spTgt spid="169"/>
                                        </p:tgtEl>
                                      </p:cBhvr>
                                    </p:animEffect>
                                  </p:childTnLst>
                                </p:cTn>
                              </p:par>
                              <p:par>
                                <p:cTn id="40" presetID="10" presetClass="entr" presetSubtype="0" fill="hold" nodeType="withEffect">
                                  <p:stCondLst>
                                    <p:cond delay="0"/>
                                  </p:stCondLst>
                                  <p:childTnLst>
                                    <p:set>
                                      <p:cBhvr>
                                        <p:cTn id="41" dur="1" fill="hold">
                                          <p:stCondLst>
                                            <p:cond delay="0"/>
                                          </p:stCondLst>
                                        </p:cTn>
                                        <p:tgtEl>
                                          <p:spTgt spid="170"/>
                                        </p:tgtEl>
                                        <p:attrNameLst>
                                          <p:attrName>style.visibility</p:attrName>
                                        </p:attrNameLst>
                                      </p:cBhvr>
                                      <p:to>
                                        <p:strVal val="visible"/>
                                      </p:to>
                                    </p:set>
                                    <p:animEffect transition="in" filter="fade">
                                      <p:cBhvr>
                                        <p:cTn id="42" dur="500"/>
                                        <p:tgtEl>
                                          <p:spTgt spid="170"/>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174"/>
                                        </p:tgtEl>
                                        <p:attrNameLst>
                                          <p:attrName>style.visibility</p:attrName>
                                        </p:attrNameLst>
                                      </p:cBhvr>
                                      <p:to>
                                        <p:strVal val="visible"/>
                                      </p:to>
                                    </p:set>
                                    <p:animEffect transition="in" filter="fade">
                                      <p:cBhvr>
                                        <p:cTn id="45" dur="500"/>
                                        <p:tgtEl>
                                          <p:spTgt spid="174"/>
                                        </p:tgtEl>
                                      </p:cBhvr>
                                    </p:animEffect>
                                  </p:childTnLst>
                                </p:cTn>
                              </p:par>
                              <p:par>
                                <p:cTn id="46" presetID="10" presetClass="entr" presetSubtype="0" fill="hold" nodeType="withEffect">
                                  <p:stCondLst>
                                    <p:cond delay="0"/>
                                  </p:stCondLst>
                                  <p:childTnLst>
                                    <p:set>
                                      <p:cBhvr>
                                        <p:cTn id="47" dur="1" fill="hold">
                                          <p:stCondLst>
                                            <p:cond delay="0"/>
                                          </p:stCondLst>
                                        </p:cTn>
                                        <p:tgtEl>
                                          <p:spTgt spid="334"/>
                                        </p:tgtEl>
                                        <p:attrNameLst>
                                          <p:attrName>style.visibility</p:attrName>
                                        </p:attrNameLst>
                                      </p:cBhvr>
                                      <p:to>
                                        <p:strVal val="visible"/>
                                      </p:to>
                                    </p:set>
                                    <p:animEffect transition="in" filter="fade">
                                      <p:cBhvr>
                                        <p:cTn id="48" dur="500"/>
                                        <p:tgtEl>
                                          <p:spTgt spid="334"/>
                                        </p:tgtEl>
                                      </p:cBhvr>
                                    </p:animEffect>
                                  </p:childTnLst>
                                </p:cTn>
                              </p:par>
                            </p:childTnLst>
                          </p:cTn>
                        </p:par>
                      </p:childTnLst>
                    </p:cTn>
                  </p:par>
                  <p:par>
                    <p:cTn id="49" fill="hold">
                      <p:stCondLst>
                        <p:cond delay="indefinite"/>
                      </p:stCondLst>
                      <p:childTnLst>
                        <p:par>
                          <p:cTn id="50" fill="hold">
                            <p:stCondLst>
                              <p:cond delay="0"/>
                            </p:stCondLst>
                            <p:childTnLst>
                              <p:par>
                                <p:cTn id="51" presetID="10" presetClass="entr" presetSubtype="0" fill="hold" grpId="0" nodeType="clickEffect">
                                  <p:stCondLst>
                                    <p:cond delay="0"/>
                                  </p:stCondLst>
                                  <p:childTnLst>
                                    <p:set>
                                      <p:cBhvr>
                                        <p:cTn id="52" dur="1" fill="hold">
                                          <p:stCondLst>
                                            <p:cond delay="0"/>
                                          </p:stCondLst>
                                        </p:cTn>
                                        <p:tgtEl>
                                          <p:spTgt spid="175"/>
                                        </p:tgtEl>
                                        <p:attrNameLst>
                                          <p:attrName>style.visibility</p:attrName>
                                        </p:attrNameLst>
                                      </p:cBhvr>
                                      <p:to>
                                        <p:strVal val="visible"/>
                                      </p:to>
                                    </p:set>
                                    <p:animEffect transition="in" filter="fade">
                                      <p:cBhvr>
                                        <p:cTn id="53" dur="500"/>
                                        <p:tgtEl>
                                          <p:spTgt spid="175"/>
                                        </p:tgtEl>
                                      </p:cBhvr>
                                    </p:animEffect>
                                  </p:childTnLst>
                                </p:cTn>
                              </p:par>
                              <p:par>
                                <p:cTn id="54" presetID="10" presetClass="entr" presetSubtype="0" fill="hold" nodeType="withEffect">
                                  <p:stCondLst>
                                    <p:cond delay="0"/>
                                  </p:stCondLst>
                                  <p:childTnLst>
                                    <p:set>
                                      <p:cBhvr>
                                        <p:cTn id="55" dur="1" fill="hold">
                                          <p:stCondLst>
                                            <p:cond delay="0"/>
                                          </p:stCondLst>
                                        </p:cTn>
                                        <p:tgtEl>
                                          <p:spTgt spid="176"/>
                                        </p:tgtEl>
                                        <p:attrNameLst>
                                          <p:attrName>style.visibility</p:attrName>
                                        </p:attrNameLst>
                                      </p:cBhvr>
                                      <p:to>
                                        <p:strVal val="visible"/>
                                      </p:to>
                                    </p:set>
                                    <p:animEffect transition="in" filter="fade">
                                      <p:cBhvr>
                                        <p:cTn id="56" dur="500"/>
                                        <p:tgtEl>
                                          <p:spTgt spid="176"/>
                                        </p:tgtEl>
                                      </p:cBhvr>
                                    </p:animEffect>
                                  </p:childTnLst>
                                </p:cTn>
                              </p:par>
                              <p:par>
                                <p:cTn id="57" presetID="10" presetClass="entr" presetSubtype="0" fill="hold" nodeType="withEffect">
                                  <p:stCondLst>
                                    <p:cond delay="0"/>
                                  </p:stCondLst>
                                  <p:childTnLst>
                                    <p:set>
                                      <p:cBhvr>
                                        <p:cTn id="58" dur="1" fill="hold">
                                          <p:stCondLst>
                                            <p:cond delay="0"/>
                                          </p:stCondLst>
                                        </p:cTn>
                                        <p:tgtEl>
                                          <p:spTgt spid="179"/>
                                        </p:tgtEl>
                                        <p:attrNameLst>
                                          <p:attrName>style.visibility</p:attrName>
                                        </p:attrNameLst>
                                      </p:cBhvr>
                                      <p:to>
                                        <p:strVal val="visible"/>
                                      </p:to>
                                    </p:set>
                                    <p:animEffect transition="in" filter="fade">
                                      <p:cBhvr>
                                        <p:cTn id="59" dur="500"/>
                                        <p:tgtEl>
                                          <p:spTgt spid="179"/>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182"/>
                                        </p:tgtEl>
                                        <p:attrNameLst>
                                          <p:attrName>style.visibility</p:attrName>
                                        </p:attrNameLst>
                                      </p:cBhvr>
                                      <p:to>
                                        <p:strVal val="visible"/>
                                      </p:to>
                                    </p:set>
                                    <p:animEffect transition="in" filter="fade">
                                      <p:cBhvr>
                                        <p:cTn id="62" dur="500"/>
                                        <p:tgtEl>
                                          <p:spTgt spid="182"/>
                                        </p:tgtEl>
                                      </p:cBhvr>
                                    </p:animEffect>
                                  </p:childTnLst>
                                </p:cTn>
                              </p:par>
                              <p:par>
                                <p:cTn id="63" presetID="10" presetClass="entr" presetSubtype="0" fill="hold" nodeType="withEffect">
                                  <p:stCondLst>
                                    <p:cond delay="0"/>
                                  </p:stCondLst>
                                  <p:childTnLst>
                                    <p:set>
                                      <p:cBhvr>
                                        <p:cTn id="64" dur="1" fill="hold">
                                          <p:stCondLst>
                                            <p:cond delay="0"/>
                                          </p:stCondLst>
                                        </p:cTn>
                                        <p:tgtEl>
                                          <p:spTgt spid="183"/>
                                        </p:tgtEl>
                                        <p:attrNameLst>
                                          <p:attrName>style.visibility</p:attrName>
                                        </p:attrNameLst>
                                      </p:cBhvr>
                                      <p:to>
                                        <p:strVal val="visible"/>
                                      </p:to>
                                    </p:set>
                                    <p:animEffect transition="in" filter="fade">
                                      <p:cBhvr>
                                        <p:cTn id="65" dur="500"/>
                                        <p:tgtEl>
                                          <p:spTgt spid="183"/>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186"/>
                                        </p:tgtEl>
                                        <p:attrNameLst>
                                          <p:attrName>style.visibility</p:attrName>
                                        </p:attrNameLst>
                                      </p:cBhvr>
                                      <p:to>
                                        <p:strVal val="visible"/>
                                      </p:to>
                                    </p:set>
                                    <p:animEffect transition="in" filter="fade">
                                      <p:cBhvr>
                                        <p:cTn id="68" dur="500"/>
                                        <p:tgtEl>
                                          <p:spTgt spid="186"/>
                                        </p:tgtEl>
                                      </p:cBhvr>
                                    </p:animEffect>
                                  </p:childTnLst>
                                </p:cTn>
                              </p:par>
                              <p:par>
                                <p:cTn id="69" presetID="10" presetClass="entr" presetSubtype="0" fill="hold" nodeType="withEffect">
                                  <p:stCondLst>
                                    <p:cond delay="0"/>
                                  </p:stCondLst>
                                  <p:childTnLst>
                                    <p:set>
                                      <p:cBhvr>
                                        <p:cTn id="70" dur="1" fill="hold">
                                          <p:stCondLst>
                                            <p:cond delay="0"/>
                                          </p:stCondLst>
                                        </p:cTn>
                                        <p:tgtEl>
                                          <p:spTgt spid="337"/>
                                        </p:tgtEl>
                                        <p:attrNameLst>
                                          <p:attrName>style.visibility</p:attrName>
                                        </p:attrNameLst>
                                      </p:cBhvr>
                                      <p:to>
                                        <p:strVal val="visible"/>
                                      </p:to>
                                    </p:set>
                                    <p:animEffect transition="in" filter="fade">
                                      <p:cBhvr>
                                        <p:cTn id="71" dur="500"/>
                                        <p:tgtEl>
                                          <p:spTgt spid="337"/>
                                        </p:tgtEl>
                                      </p:cBhvr>
                                    </p:animEffect>
                                  </p:childTnLst>
                                </p:cTn>
                              </p:par>
                            </p:childTnLst>
                          </p:cTn>
                        </p:par>
                      </p:childTnLst>
                    </p:cTn>
                  </p:par>
                  <p:par>
                    <p:cTn id="72" fill="hold">
                      <p:stCondLst>
                        <p:cond delay="indefinite"/>
                      </p:stCondLst>
                      <p:childTnLst>
                        <p:par>
                          <p:cTn id="73" fill="hold">
                            <p:stCondLst>
                              <p:cond delay="0"/>
                            </p:stCondLst>
                            <p:childTnLst>
                              <p:par>
                                <p:cTn id="74" presetID="10" presetClass="entr" presetSubtype="0" fill="hold" grpId="0" nodeType="clickEffect">
                                  <p:stCondLst>
                                    <p:cond delay="0"/>
                                  </p:stCondLst>
                                  <p:childTnLst>
                                    <p:set>
                                      <p:cBhvr>
                                        <p:cTn id="75" dur="1" fill="hold">
                                          <p:stCondLst>
                                            <p:cond delay="0"/>
                                          </p:stCondLst>
                                        </p:cTn>
                                        <p:tgtEl>
                                          <p:spTgt spid="187"/>
                                        </p:tgtEl>
                                        <p:attrNameLst>
                                          <p:attrName>style.visibility</p:attrName>
                                        </p:attrNameLst>
                                      </p:cBhvr>
                                      <p:to>
                                        <p:strVal val="visible"/>
                                      </p:to>
                                    </p:set>
                                    <p:animEffect transition="in" filter="fade">
                                      <p:cBhvr>
                                        <p:cTn id="76" dur="500"/>
                                        <p:tgtEl>
                                          <p:spTgt spid="187"/>
                                        </p:tgtEl>
                                      </p:cBhvr>
                                    </p:animEffect>
                                  </p:childTnLst>
                                </p:cTn>
                              </p:par>
                              <p:par>
                                <p:cTn id="77" presetID="10" presetClass="entr" presetSubtype="0" fill="hold" nodeType="withEffect">
                                  <p:stCondLst>
                                    <p:cond delay="0"/>
                                  </p:stCondLst>
                                  <p:childTnLst>
                                    <p:set>
                                      <p:cBhvr>
                                        <p:cTn id="78" dur="1" fill="hold">
                                          <p:stCondLst>
                                            <p:cond delay="0"/>
                                          </p:stCondLst>
                                        </p:cTn>
                                        <p:tgtEl>
                                          <p:spTgt spid="188"/>
                                        </p:tgtEl>
                                        <p:attrNameLst>
                                          <p:attrName>style.visibility</p:attrName>
                                        </p:attrNameLst>
                                      </p:cBhvr>
                                      <p:to>
                                        <p:strVal val="visible"/>
                                      </p:to>
                                    </p:set>
                                    <p:animEffect transition="in" filter="fade">
                                      <p:cBhvr>
                                        <p:cTn id="79" dur="500"/>
                                        <p:tgtEl>
                                          <p:spTgt spid="188"/>
                                        </p:tgtEl>
                                      </p:cBhvr>
                                    </p:animEffect>
                                  </p:childTnLst>
                                </p:cTn>
                              </p:par>
                              <p:par>
                                <p:cTn id="80" presetID="10" presetClass="entr" presetSubtype="0" fill="hold" nodeType="withEffect">
                                  <p:stCondLst>
                                    <p:cond delay="0"/>
                                  </p:stCondLst>
                                  <p:childTnLst>
                                    <p:set>
                                      <p:cBhvr>
                                        <p:cTn id="81" dur="1" fill="hold">
                                          <p:stCondLst>
                                            <p:cond delay="0"/>
                                          </p:stCondLst>
                                        </p:cTn>
                                        <p:tgtEl>
                                          <p:spTgt spid="191"/>
                                        </p:tgtEl>
                                        <p:attrNameLst>
                                          <p:attrName>style.visibility</p:attrName>
                                        </p:attrNameLst>
                                      </p:cBhvr>
                                      <p:to>
                                        <p:strVal val="visible"/>
                                      </p:to>
                                    </p:set>
                                    <p:animEffect transition="in" filter="fade">
                                      <p:cBhvr>
                                        <p:cTn id="82" dur="500"/>
                                        <p:tgtEl>
                                          <p:spTgt spid="191"/>
                                        </p:tgtEl>
                                      </p:cBhvr>
                                    </p:animEffect>
                                  </p:childTnLst>
                                </p:cTn>
                              </p:par>
                              <p:par>
                                <p:cTn id="83" presetID="10" presetClass="entr" presetSubtype="0" fill="hold" grpId="0" nodeType="withEffect">
                                  <p:stCondLst>
                                    <p:cond delay="0"/>
                                  </p:stCondLst>
                                  <p:childTnLst>
                                    <p:set>
                                      <p:cBhvr>
                                        <p:cTn id="84" dur="1" fill="hold">
                                          <p:stCondLst>
                                            <p:cond delay="0"/>
                                          </p:stCondLst>
                                        </p:cTn>
                                        <p:tgtEl>
                                          <p:spTgt spid="194"/>
                                        </p:tgtEl>
                                        <p:attrNameLst>
                                          <p:attrName>style.visibility</p:attrName>
                                        </p:attrNameLst>
                                      </p:cBhvr>
                                      <p:to>
                                        <p:strVal val="visible"/>
                                      </p:to>
                                    </p:set>
                                    <p:animEffect transition="in" filter="fade">
                                      <p:cBhvr>
                                        <p:cTn id="85" dur="500"/>
                                        <p:tgtEl>
                                          <p:spTgt spid="194"/>
                                        </p:tgtEl>
                                      </p:cBhvr>
                                    </p:animEffect>
                                  </p:childTnLst>
                                </p:cTn>
                              </p:par>
                              <p:par>
                                <p:cTn id="86" presetID="10" presetClass="entr" presetSubtype="0" fill="hold" nodeType="withEffect">
                                  <p:stCondLst>
                                    <p:cond delay="0"/>
                                  </p:stCondLst>
                                  <p:childTnLst>
                                    <p:set>
                                      <p:cBhvr>
                                        <p:cTn id="87" dur="1" fill="hold">
                                          <p:stCondLst>
                                            <p:cond delay="0"/>
                                          </p:stCondLst>
                                        </p:cTn>
                                        <p:tgtEl>
                                          <p:spTgt spid="195"/>
                                        </p:tgtEl>
                                        <p:attrNameLst>
                                          <p:attrName>style.visibility</p:attrName>
                                        </p:attrNameLst>
                                      </p:cBhvr>
                                      <p:to>
                                        <p:strVal val="visible"/>
                                      </p:to>
                                    </p:set>
                                    <p:animEffect transition="in" filter="fade">
                                      <p:cBhvr>
                                        <p:cTn id="88" dur="500"/>
                                        <p:tgtEl>
                                          <p:spTgt spid="195"/>
                                        </p:tgtEl>
                                      </p:cBhvr>
                                    </p:animEffect>
                                  </p:childTnLst>
                                </p:cTn>
                              </p:par>
                              <p:par>
                                <p:cTn id="89" presetID="10" presetClass="entr" presetSubtype="0" fill="hold" grpId="0" nodeType="withEffect">
                                  <p:stCondLst>
                                    <p:cond delay="0"/>
                                  </p:stCondLst>
                                  <p:childTnLst>
                                    <p:set>
                                      <p:cBhvr>
                                        <p:cTn id="90" dur="1" fill="hold">
                                          <p:stCondLst>
                                            <p:cond delay="0"/>
                                          </p:stCondLst>
                                        </p:cTn>
                                        <p:tgtEl>
                                          <p:spTgt spid="198"/>
                                        </p:tgtEl>
                                        <p:attrNameLst>
                                          <p:attrName>style.visibility</p:attrName>
                                        </p:attrNameLst>
                                      </p:cBhvr>
                                      <p:to>
                                        <p:strVal val="visible"/>
                                      </p:to>
                                    </p:set>
                                    <p:animEffect transition="in" filter="fade">
                                      <p:cBhvr>
                                        <p:cTn id="91" dur="500"/>
                                        <p:tgtEl>
                                          <p:spTgt spid="198"/>
                                        </p:tgtEl>
                                      </p:cBhvr>
                                    </p:animEffect>
                                  </p:childTnLst>
                                </p:cTn>
                              </p:par>
                              <p:par>
                                <p:cTn id="92" presetID="10" presetClass="entr" presetSubtype="0" fill="hold" nodeType="withEffect">
                                  <p:stCondLst>
                                    <p:cond delay="0"/>
                                  </p:stCondLst>
                                  <p:childTnLst>
                                    <p:set>
                                      <p:cBhvr>
                                        <p:cTn id="93" dur="1" fill="hold">
                                          <p:stCondLst>
                                            <p:cond delay="0"/>
                                          </p:stCondLst>
                                        </p:cTn>
                                        <p:tgtEl>
                                          <p:spTgt spid="340"/>
                                        </p:tgtEl>
                                        <p:attrNameLst>
                                          <p:attrName>style.visibility</p:attrName>
                                        </p:attrNameLst>
                                      </p:cBhvr>
                                      <p:to>
                                        <p:strVal val="visible"/>
                                      </p:to>
                                    </p:set>
                                    <p:animEffect transition="in" filter="fade">
                                      <p:cBhvr>
                                        <p:cTn id="94" dur="500"/>
                                        <p:tgtEl>
                                          <p:spTgt spid="340"/>
                                        </p:tgtEl>
                                      </p:cBhvr>
                                    </p:animEffect>
                                  </p:childTnLst>
                                </p:cTn>
                              </p:par>
                              <p:par>
                                <p:cTn id="95" presetID="10" presetClass="entr" presetSubtype="0" fill="hold" grpId="0" nodeType="withEffect">
                                  <p:stCondLst>
                                    <p:cond delay="0"/>
                                  </p:stCondLst>
                                  <p:childTnLst>
                                    <p:set>
                                      <p:cBhvr>
                                        <p:cTn id="96" dur="1" fill="hold">
                                          <p:stCondLst>
                                            <p:cond delay="0"/>
                                          </p:stCondLst>
                                        </p:cTn>
                                        <p:tgtEl>
                                          <p:spTgt spid="358"/>
                                        </p:tgtEl>
                                        <p:attrNameLst>
                                          <p:attrName>style.visibility</p:attrName>
                                        </p:attrNameLst>
                                      </p:cBhvr>
                                      <p:to>
                                        <p:strVal val="visible"/>
                                      </p:to>
                                    </p:set>
                                    <p:animEffect transition="in" filter="fade">
                                      <p:cBhvr>
                                        <p:cTn id="97" dur="500"/>
                                        <p:tgtEl>
                                          <p:spTgt spid="358"/>
                                        </p:tgtEl>
                                      </p:cBhvr>
                                    </p:animEffect>
                                  </p:childTnLst>
                                </p:cTn>
                              </p:par>
                            </p:childTnLst>
                          </p:cTn>
                        </p:par>
                      </p:childTnLst>
                    </p:cTn>
                  </p:par>
                  <p:par>
                    <p:cTn id="98" fill="hold">
                      <p:stCondLst>
                        <p:cond delay="indefinite"/>
                      </p:stCondLst>
                      <p:childTnLst>
                        <p:par>
                          <p:cTn id="99" fill="hold">
                            <p:stCondLst>
                              <p:cond delay="0"/>
                            </p:stCondLst>
                            <p:childTnLst>
                              <p:par>
                                <p:cTn id="100" presetID="10" presetClass="entr" presetSubtype="0" fill="hold" grpId="0" nodeType="clickEffect">
                                  <p:stCondLst>
                                    <p:cond delay="0"/>
                                  </p:stCondLst>
                                  <p:childTnLst>
                                    <p:set>
                                      <p:cBhvr>
                                        <p:cTn id="101" dur="1" fill="hold">
                                          <p:stCondLst>
                                            <p:cond delay="0"/>
                                          </p:stCondLst>
                                        </p:cTn>
                                        <p:tgtEl>
                                          <p:spTgt spid="199"/>
                                        </p:tgtEl>
                                        <p:attrNameLst>
                                          <p:attrName>style.visibility</p:attrName>
                                        </p:attrNameLst>
                                      </p:cBhvr>
                                      <p:to>
                                        <p:strVal val="visible"/>
                                      </p:to>
                                    </p:set>
                                    <p:animEffect transition="in" filter="fade">
                                      <p:cBhvr>
                                        <p:cTn id="102" dur="500"/>
                                        <p:tgtEl>
                                          <p:spTgt spid="199"/>
                                        </p:tgtEl>
                                      </p:cBhvr>
                                    </p:animEffect>
                                  </p:childTnLst>
                                </p:cTn>
                              </p:par>
                              <p:par>
                                <p:cTn id="103" presetID="10" presetClass="entr" presetSubtype="0" fill="hold" nodeType="withEffect">
                                  <p:stCondLst>
                                    <p:cond delay="0"/>
                                  </p:stCondLst>
                                  <p:childTnLst>
                                    <p:set>
                                      <p:cBhvr>
                                        <p:cTn id="104" dur="1" fill="hold">
                                          <p:stCondLst>
                                            <p:cond delay="0"/>
                                          </p:stCondLst>
                                        </p:cTn>
                                        <p:tgtEl>
                                          <p:spTgt spid="200"/>
                                        </p:tgtEl>
                                        <p:attrNameLst>
                                          <p:attrName>style.visibility</p:attrName>
                                        </p:attrNameLst>
                                      </p:cBhvr>
                                      <p:to>
                                        <p:strVal val="visible"/>
                                      </p:to>
                                    </p:set>
                                    <p:animEffect transition="in" filter="fade">
                                      <p:cBhvr>
                                        <p:cTn id="105" dur="500"/>
                                        <p:tgtEl>
                                          <p:spTgt spid="200"/>
                                        </p:tgtEl>
                                      </p:cBhvr>
                                    </p:animEffect>
                                  </p:childTnLst>
                                </p:cTn>
                              </p:par>
                              <p:par>
                                <p:cTn id="106" presetID="10" presetClass="entr" presetSubtype="0" fill="hold" nodeType="withEffect">
                                  <p:stCondLst>
                                    <p:cond delay="0"/>
                                  </p:stCondLst>
                                  <p:childTnLst>
                                    <p:set>
                                      <p:cBhvr>
                                        <p:cTn id="107" dur="1" fill="hold">
                                          <p:stCondLst>
                                            <p:cond delay="0"/>
                                          </p:stCondLst>
                                        </p:cTn>
                                        <p:tgtEl>
                                          <p:spTgt spid="203"/>
                                        </p:tgtEl>
                                        <p:attrNameLst>
                                          <p:attrName>style.visibility</p:attrName>
                                        </p:attrNameLst>
                                      </p:cBhvr>
                                      <p:to>
                                        <p:strVal val="visible"/>
                                      </p:to>
                                    </p:set>
                                    <p:animEffect transition="in" filter="fade">
                                      <p:cBhvr>
                                        <p:cTn id="108" dur="500"/>
                                        <p:tgtEl>
                                          <p:spTgt spid="203"/>
                                        </p:tgtEl>
                                      </p:cBhvr>
                                    </p:animEffect>
                                  </p:childTnLst>
                                </p:cTn>
                              </p:par>
                              <p:par>
                                <p:cTn id="109" presetID="10" presetClass="entr" presetSubtype="0" fill="hold" grpId="0" nodeType="withEffect">
                                  <p:stCondLst>
                                    <p:cond delay="0"/>
                                  </p:stCondLst>
                                  <p:childTnLst>
                                    <p:set>
                                      <p:cBhvr>
                                        <p:cTn id="110" dur="1" fill="hold">
                                          <p:stCondLst>
                                            <p:cond delay="0"/>
                                          </p:stCondLst>
                                        </p:cTn>
                                        <p:tgtEl>
                                          <p:spTgt spid="206"/>
                                        </p:tgtEl>
                                        <p:attrNameLst>
                                          <p:attrName>style.visibility</p:attrName>
                                        </p:attrNameLst>
                                      </p:cBhvr>
                                      <p:to>
                                        <p:strVal val="visible"/>
                                      </p:to>
                                    </p:set>
                                    <p:animEffect transition="in" filter="fade">
                                      <p:cBhvr>
                                        <p:cTn id="111" dur="500"/>
                                        <p:tgtEl>
                                          <p:spTgt spid="206"/>
                                        </p:tgtEl>
                                      </p:cBhvr>
                                    </p:animEffect>
                                  </p:childTnLst>
                                </p:cTn>
                              </p:par>
                              <p:par>
                                <p:cTn id="112" presetID="10" presetClass="entr" presetSubtype="0" fill="hold" nodeType="withEffect">
                                  <p:stCondLst>
                                    <p:cond delay="0"/>
                                  </p:stCondLst>
                                  <p:childTnLst>
                                    <p:set>
                                      <p:cBhvr>
                                        <p:cTn id="113" dur="1" fill="hold">
                                          <p:stCondLst>
                                            <p:cond delay="0"/>
                                          </p:stCondLst>
                                        </p:cTn>
                                        <p:tgtEl>
                                          <p:spTgt spid="207"/>
                                        </p:tgtEl>
                                        <p:attrNameLst>
                                          <p:attrName>style.visibility</p:attrName>
                                        </p:attrNameLst>
                                      </p:cBhvr>
                                      <p:to>
                                        <p:strVal val="visible"/>
                                      </p:to>
                                    </p:set>
                                    <p:animEffect transition="in" filter="fade">
                                      <p:cBhvr>
                                        <p:cTn id="114" dur="500"/>
                                        <p:tgtEl>
                                          <p:spTgt spid="207"/>
                                        </p:tgtEl>
                                      </p:cBhvr>
                                    </p:animEffect>
                                  </p:childTnLst>
                                </p:cTn>
                              </p:par>
                              <p:par>
                                <p:cTn id="115" presetID="10" presetClass="entr" presetSubtype="0" fill="hold" grpId="0" nodeType="withEffect">
                                  <p:stCondLst>
                                    <p:cond delay="0"/>
                                  </p:stCondLst>
                                  <p:childTnLst>
                                    <p:set>
                                      <p:cBhvr>
                                        <p:cTn id="116" dur="1" fill="hold">
                                          <p:stCondLst>
                                            <p:cond delay="0"/>
                                          </p:stCondLst>
                                        </p:cTn>
                                        <p:tgtEl>
                                          <p:spTgt spid="210"/>
                                        </p:tgtEl>
                                        <p:attrNameLst>
                                          <p:attrName>style.visibility</p:attrName>
                                        </p:attrNameLst>
                                      </p:cBhvr>
                                      <p:to>
                                        <p:strVal val="visible"/>
                                      </p:to>
                                    </p:set>
                                    <p:animEffect transition="in" filter="fade">
                                      <p:cBhvr>
                                        <p:cTn id="117" dur="500"/>
                                        <p:tgtEl>
                                          <p:spTgt spid="210"/>
                                        </p:tgtEl>
                                      </p:cBhvr>
                                    </p:animEffect>
                                  </p:childTnLst>
                                </p:cTn>
                              </p:par>
                              <p:par>
                                <p:cTn id="118" presetID="10" presetClass="entr" presetSubtype="0" fill="hold" nodeType="withEffect">
                                  <p:stCondLst>
                                    <p:cond delay="0"/>
                                  </p:stCondLst>
                                  <p:childTnLst>
                                    <p:set>
                                      <p:cBhvr>
                                        <p:cTn id="119" dur="1" fill="hold">
                                          <p:stCondLst>
                                            <p:cond delay="0"/>
                                          </p:stCondLst>
                                        </p:cTn>
                                        <p:tgtEl>
                                          <p:spTgt spid="343"/>
                                        </p:tgtEl>
                                        <p:attrNameLst>
                                          <p:attrName>style.visibility</p:attrName>
                                        </p:attrNameLst>
                                      </p:cBhvr>
                                      <p:to>
                                        <p:strVal val="visible"/>
                                      </p:to>
                                    </p:set>
                                    <p:animEffect transition="in" filter="fade">
                                      <p:cBhvr>
                                        <p:cTn id="120" dur="500"/>
                                        <p:tgtEl>
                                          <p:spTgt spid="343"/>
                                        </p:tgtEl>
                                      </p:cBhvr>
                                    </p:animEffect>
                                  </p:childTnLst>
                                </p:cTn>
                              </p:par>
                              <p:par>
                                <p:cTn id="121" presetID="10" presetClass="entr" presetSubtype="0" fill="hold" grpId="0" nodeType="withEffect">
                                  <p:stCondLst>
                                    <p:cond delay="0"/>
                                  </p:stCondLst>
                                  <p:childTnLst>
                                    <p:set>
                                      <p:cBhvr>
                                        <p:cTn id="122" dur="1" fill="hold">
                                          <p:stCondLst>
                                            <p:cond delay="0"/>
                                          </p:stCondLst>
                                        </p:cTn>
                                        <p:tgtEl>
                                          <p:spTgt spid="359"/>
                                        </p:tgtEl>
                                        <p:attrNameLst>
                                          <p:attrName>style.visibility</p:attrName>
                                        </p:attrNameLst>
                                      </p:cBhvr>
                                      <p:to>
                                        <p:strVal val="visible"/>
                                      </p:to>
                                    </p:set>
                                    <p:animEffect transition="in" filter="fade">
                                      <p:cBhvr>
                                        <p:cTn id="123" dur="500"/>
                                        <p:tgtEl>
                                          <p:spTgt spid="359"/>
                                        </p:tgtEl>
                                      </p:cBhvr>
                                    </p:animEffect>
                                  </p:childTnLst>
                                </p:cTn>
                              </p:par>
                            </p:childTnLst>
                          </p:cTn>
                        </p:par>
                      </p:childTnLst>
                    </p:cTn>
                  </p:par>
                  <p:par>
                    <p:cTn id="124" fill="hold">
                      <p:stCondLst>
                        <p:cond delay="indefinite"/>
                      </p:stCondLst>
                      <p:childTnLst>
                        <p:par>
                          <p:cTn id="125" fill="hold">
                            <p:stCondLst>
                              <p:cond delay="0"/>
                            </p:stCondLst>
                            <p:childTnLst>
                              <p:par>
                                <p:cTn id="126" presetID="10" presetClass="entr" presetSubtype="0" fill="hold" grpId="0" nodeType="clickEffect">
                                  <p:stCondLst>
                                    <p:cond delay="0"/>
                                  </p:stCondLst>
                                  <p:childTnLst>
                                    <p:set>
                                      <p:cBhvr>
                                        <p:cTn id="127" dur="1" fill="hold">
                                          <p:stCondLst>
                                            <p:cond delay="0"/>
                                          </p:stCondLst>
                                        </p:cTn>
                                        <p:tgtEl>
                                          <p:spTgt spid="211"/>
                                        </p:tgtEl>
                                        <p:attrNameLst>
                                          <p:attrName>style.visibility</p:attrName>
                                        </p:attrNameLst>
                                      </p:cBhvr>
                                      <p:to>
                                        <p:strVal val="visible"/>
                                      </p:to>
                                    </p:set>
                                    <p:animEffect transition="in" filter="fade">
                                      <p:cBhvr>
                                        <p:cTn id="128" dur="500"/>
                                        <p:tgtEl>
                                          <p:spTgt spid="211"/>
                                        </p:tgtEl>
                                      </p:cBhvr>
                                    </p:animEffect>
                                  </p:childTnLst>
                                </p:cTn>
                              </p:par>
                              <p:par>
                                <p:cTn id="129" presetID="10" presetClass="entr" presetSubtype="0" fill="hold" nodeType="withEffect">
                                  <p:stCondLst>
                                    <p:cond delay="0"/>
                                  </p:stCondLst>
                                  <p:childTnLst>
                                    <p:set>
                                      <p:cBhvr>
                                        <p:cTn id="130" dur="1" fill="hold">
                                          <p:stCondLst>
                                            <p:cond delay="0"/>
                                          </p:stCondLst>
                                        </p:cTn>
                                        <p:tgtEl>
                                          <p:spTgt spid="212"/>
                                        </p:tgtEl>
                                        <p:attrNameLst>
                                          <p:attrName>style.visibility</p:attrName>
                                        </p:attrNameLst>
                                      </p:cBhvr>
                                      <p:to>
                                        <p:strVal val="visible"/>
                                      </p:to>
                                    </p:set>
                                    <p:animEffect transition="in" filter="fade">
                                      <p:cBhvr>
                                        <p:cTn id="131" dur="500"/>
                                        <p:tgtEl>
                                          <p:spTgt spid="212"/>
                                        </p:tgtEl>
                                      </p:cBhvr>
                                    </p:animEffect>
                                  </p:childTnLst>
                                </p:cTn>
                              </p:par>
                              <p:par>
                                <p:cTn id="132" presetID="10" presetClass="entr" presetSubtype="0" fill="hold" nodeType="withEffect">
                                  <p:stCondLst>
                                    <p:cond delay="0"/>
                                  </p:stCondLst>
                                  <p:childTnLst>
                                    <p:set>
                                      <p:cBhvr>
                                        <p:cTn id="133" dur="1" fill="hold">
                                          <p:stCondLst>
                                            <p:cond delay="0"/>
                                          </p:stCondLst>
                                        </p:cTn>
                                        <p:tgtEl>
                                          <p:spTgt spid="215"/>
                                        </p:tgtEl>
                                        <p:attrNameLst>
                                          <p:attrName>style.visibility</p:attrName>
                                        </p:attrNameLst>
                                      </p:cBhvr>
                                      <p:to>
                                        <p:strVal val="visible"/>
                                      </p:to>
                                    </p:set>
                                    <p:animEffect transition="in" filter="fade">
                                      <p:cBhvr>
                                        <p:cTn id="134" dur="500"/>
                                        <p:tgtEl>
                                          <p:spTgt spid="215"/>
                                        </p:tgtEl>
                                      </p:cBhvr>
                                    </p:animEffect>
                                  </p:childTnLst>
                                </p:cTn>
                              </p:par>
                              <p:par>
                                <p:cTn id="135" presetID="10" presetClass="entr" presetSubtype="0" fill="hold" grpId="0" nodeType="withEffect">
                                  <p:stCondLst>
                                    <p:cond delay="0"/>
                                  </p:stCondLst>
                                  <p:childTnLst>
                                    <p:set>
                                      <p:cBhvr>
                                        <p:cTn id="136" dur="1" fill="hold">
                                          <p:stCondLst>
                                            <p:cond delay="0"/>
                                          </p:stCondLst>
                                        </p:cTn>
                                        <p:tgtEl>
                                          <p:spTgt spid="218"/>
                                        </p:tgtEl>
                                        <p:attrNameLst>
                                          <p:attrName>style.visibility</p:attrName>
                                        </p:attrNameLst>
                                      </p:cBhvr>
                                      <p:to>
                                        <p:strVal val="visible"/>
                                      </p:to>
                                    </p:set>
                                    <p:animEffect transition="in" filter="fade">
                                      <p:cBhvr>
                                        <p:cTn id="137" dur="500"/>
                                        <p:tgtEl>
                                          <p:spTgt spid="218"/>
                                        </p:tgtEl>
                                      </p:cBhvr>
                                    </p:animEffect>
                                  </p:childTnLst>
                                </p:cTn>
                              </p:par>
                              <p:par>
                                <p:cTn id="138" presetID="10" presetClass="entr" presetSubtype="0" fill="hold" nodeType="withEffect">
                                  <p:stCondLst>
                                    <p:cond delay="0"/>
                                  </p:stCondLst>
                                  <p:childTnLst>
                                    <p:set>
                                      <p:cBhvr>
                                        <p:cTn id="139" dur="1" fill="hold">
                                          <p:stCondLst>
                                            <p:cond delay="0"/>
                                          </p:stCondLst>
                                        </p:cTn>
                                        <p:tgtEl>
                                          <p:spTgt spid="219"/>
                                        </p:tgtEl>
                                        <p:attrNameLst>
                                          <p:attrName>style.visibility</p:attrName>
                                        </p:attrNameLst>
                                      </p:cBhvr>
                                      <p:to>
                                        <p:strVal val="visible"/>
                                      </p:to>
                                    </p:set>
                                    <p:animEffect transition="in" filter="fade">
                                      <p:cBhvr>
                                        <p:cTn id="140" dur="500"/>
                                        <p:tgtEl>
                                          <p:spTgt spid="219"/>
                                        </p:tgtEl>
                                      </p:cBhvr>
                                    </p:animEffect>
                                  </p:childTnLst>
                                </p:cTn>
                              </p:par>
                              <p:par>
                                <p:cTn id="141" presetID="10" presetClass="entr" presetSubtype="0" fill="hold" grpId="0" nodeType="withEffect">
                                  <p:stCondLst>
                                    <p:cond delay="0"/>
                                  </p:stCondLst>
                                  <p:childTnLst>
                                    <p:set>
                                      <p:cBhvr>
                                        <p:cTn id="142" dur="1" fill="hold">
                                          <p:stCondLst>
                                            <p:cond delay="0"/>
                                          </p:stCondLst>
                                        </p:cTn>
                                        <p:tgtEl>
                                          <p:spTgt spid="222"/>
                                        </p:tgtEl>
                                        <p:attrNameLst>
                                          <p:attrName>style.visibility</p:attrName>
                                        </p:attrNameLst>
                                      </p:cBhvr>
                                      <p:to>
                                        <p:strVal val="visible"/>
                                      </p:to>
                                    </p:set>
                                    <p:animEffect transition="in" filter="fade">
                                      <p:cBhvr>
                                        <p:cTn id="143" dur="500"/>
                                        <p:tgtEl>
                                          <p:spTgt spid="222"/>
                                        </p:tgtEl>
                                      </p:cBhvr>
                                    </p:animEffect>
                                  </p:childTnLst>
                                </p:cTn>
                              </p:par>
                              <p:par>
                                <p:cTn id="144" presetID="10" presetClass="entr" presetSubtype="0" fill="hold" nodeType="withEffect">
                                  <p:stCondLst>
                                    <p:cond delay="0"/>
                                  </p:stCondLst>
                                  <p:childTnLst>
                                    <p:set>
                                      <p:cBhvr>
                                        <p:cTn id="145" dur="1" fill="hold">
                                          <p:stCondLst>
                                            <p:cond delay="0"/>
                                          </p:stCondLst>
                                        </p:cTn>
                                        <p:tgtEl>
                                          <p:spTgt spid="346"/>
                                        </p:tgtEl>
                                        <p:attrNameLst>
                                          <p:attrName>style.visibility</p:attrName>
                                        </p:attrNameLst>
                                      </p:cBhvr>
                                      <p:to>
                                        <p:strVal val="visible"/>
                                      </p:to>
                                    </p:set>
                                    <p:animEffect transition="in" filter="fade">
                                      <p:cBhvr>
                                        <p:cTn id="146" dur="500"/>
                                        <p:tgtEl>
                                          <p:spTgt spid="346"/>
                                        </p:tgtEl>
                                      </p:cBhvr>
                                    </p:animEffect>
                                  </p:childTnLst>
                                </p:cTn>
                              </p:par>
                              <p:par>
                                <p:cTn id="147" presetID="10" presetClass="entr" presetSubtype="0" fill="hold" grpId="0" nodeType="withEffect">
                                  <p:stCondLst>
                                    <p:cond delay="0"/>
                                  </p:stCondLst>
                                  <p:childTnLst>
                                    <p:set>
                                      <p:cBhvr>
                                        <p:cTn id="148" dur="1" fill="hold">
                                          <p:stCondLst>
                                            <p:cond delay="0"/>
                                          </p:stCondLst>
                                        </p:cTn>
                                        <p:tgtEl>
                                          <p:spTgt spid="360"/>
                                        </p:tgtEl>
                                        <p:attrNameLst>
                                          <p:attrName>style.visibility</p:attrName>
                                        </p:attrNameLst>
                                      </p:cBhvr>
                                      <p:to>
                                        <p:strVal val="visible"/>
                                      </p:to>
                                    </p:set>
                                    <p:animEffect transition="in" filter="fade">
                                      <p:cBhvr>
                                        <p:cTn id="149" dur="500"/>
                                        <p:tgtEl>
                                          <p:spTgt spid="360"/>
                                        </p:tgtEl>
                                      </p:cBhvr>
                                    </p:animEffect>
                                  </p:childTnLst>
                                </p:cTn>
                              </p:par>
                            </p:childTnLst>
                          </p:cTn>
                        </p:par>
                      </p:childTnLst>
                    </p:cTn>
                  </p:par>
                  <p:par>
                    <p:cTn id="150" fill="hold">
                      <p:stCondLst>
                        <p:cond delay="indefinite"/>
                      </p:stCondLst>
                      <p:childTnLst>
                        <p:par>
                          <p:cTn id="151" fill="hold">
                            <p:stCondLst>
                              <p:cond delay="0"/>
                            </p:stCondLst>
                            <p:childTnLst>
                              <p:par>
                                <p:cTn id="152" presetID="10" presetClass="entr" presetSubtype="0" fill="hold" grpId="0" nodeType="clickEffect">
                                  <p:stCondLst>
                                    <p:cond delay="0"/>
                                  </p:stCondLst>
                                  <p:childTnLst>
                                    <p:set>
                                      <p:cBhvr>
                                        <p:cTn id="153" dur="1" fill="hold">
                                          <p:stCondLst>
                                            <p:cond delay="0"/>
                                          </p:stCondLst>
                                        </p:cTn>
                                        <p:tgtEl>
                                          <p:spTgt spid="223"/>
                                        </p:tgtEl>
                                        <p:attrNameLst>
                                          <p:attrName>style.visibility</p:attrName>
                                        </p:attrNameLst>
                                      </p:cBhvr>
                                      <p:to>
                                        <p:strVal val="visible"/>
                                      </p:to>
                                    </p:set>
                                    <p:animEffect transition="in" filter="fade">
                                      <p:cBhvr>
                                        <p:cTn id="154" dur="500"/>
                                        <p:tgtEl>
                                          <p:spTgt spid="223"/>
                                        </p:tgtEl>
                                      </p:cBhvr>
                                    </p:animEffect>
                                  </p:childTnLst>
                                </p:cTn>
                              </p:par>
                              <p:par>
                                <p:cTn id="155" presetID="10" presetClass="entr" presetSubtype="0" fill="hold" nodeType="withEffect">
                                  <p:stCondLst>
                                    <p:cond delay="0"/>
                                  </p:stCondLst>
                                  <p:childTnLst>
                                    <p:set>
                                      <p:cBhvr>
                                        <p:cTn id="156" dur="1" fill="hold">
                                          <p:stCondLst>
                                            <p:cond delay="0"/>
                                          </p:stCondLst>
                                        </p:cTn>
                                        <p:tgtEl>
                                          <p:spTgt spid="224"/>
                                        </p:tgtEl>
                                        <p:attrNameLst>
                                          <p:attrName>style.visibility</p:attrName>
                                        </p:attrNameLst>
                                      </p:cBhvr>
                                      <p:to>
                                        <p:strVal val="visible"/>
                                      </p:to>
                                    </p:set>
                                    <p:animEffect transition="in" filter="fade">
                                      <p:cBhvr>
                                        <p:cTn id="157" dur="500"/>
                                        <p:tgtEl>
                                          <p:spTgt spid="224"/>
                                        </p:tgtEl>
                                      </p:cBhvr>
                                    </p:animEffect>
                                  </p:childTnLst>
                                </p:cTn>
                              </p:par>
                              <p:par>
                                <p:cTn id="158" presetID="10" presetClass="entr" presetSubtype="0" fill="hold" nodeType="withEffect">
                                  <p:stCondLst>
                                    <p:cond delay="0"/>
                                  </p:stCondLst>
                                  <p:childTnLst>
                                    <p:set>
                                      <p:cBhvr>
                                        <p:cTn id="159" dur="1" fill="hold">
                                          <p:stCondLst>
                                            <p:cond delay="0"/>
                                          </p:stCondLst>
                                        </p:cTn>
                                        <p:tgtEl>
                                          <p:spTgt spid="227"/>
                                        </p:tgtEl>
                                        <p:attrNameLst>
                                          <p:attrName>style.visibility</p:attrName>
                                        </p:attrNameLst>
                                      </p:cBhvr>
                                      <p:to>
                                        <p:strVal val="visible"/>
                                      </p:to>
                                    </p:set>
                                    <p:animEffect transition="in" filter="fade">
                                      <p:cBhvr>
                                        <p:cTn id="160" dur="500"/>
                                        <p:tgtEl>
                                          <p:spTgt spid="227"/>
                                        </p:tgtEl>
                                      </p:cBhvr>
                                    </p:animEffect>
                                  </p:childTnLst>
                                </p:cTn>
                              </p:par>
                              <p:par>
                                <p:cTn id="161" presetID="10" presetClass="entr" presetSubtype="0" fill="hold" grpId="0" nodeType="withEffect">
                                  <p:stCondLst>
                                    <p:cond delay="0"/>
                                  </p:stCondLst>
                                  <p:childTnLst>
                                    <p:set>
                                      <p:cBhvr>
                                        <p:cTn id="162" dur="1" fill="hold">
                                          <p:stCondLst>
                                            <p:cond delay="0"/>
                                          </p:stCondLst>
                                        </p:cTn>
                                        <p:tgtEl>
                                          <p:spTgt spid="230"/>
                                        </p:tgtEl>
                                        <p:attrNameLst>
                                          <p:attrName>style.visibility</p:attrName>
                                        </p:attrNameLst>
                                      </p:cBhvr>
                                      <p:to>
                                        <p:strVal val="visible"/>
                                      </p:to>
                                    </p:set>
                                    <p:animEffect transition="in" filter="fade">
                                      <p:cBhvr>
                                        <p:cTn id="163" dur="500"/>
                                        <p:tgtEl>
                                          <p:spTgt spid="230"/>
                                        </p:tgtEl>
                                      </p:cBhvr>
                                    </p:animEffect>
                                  </p:childTnLst>
                                </p:cTn>
                              </p:par>
                              <p:par>
                                <p:cTn id="164" presetID="10" presetClass="entr" presetSubtype="0" fill="hold" nodeType="withEffect">
                                  <p:stCondLst>
                                    <p:cond delay="0"/>
                                  </p:stCondLst>
                                  <p:childTnLst>
                                    <p:set>
                                      <p:cBhvr>
                                        <p:cTn id="165" dur="1" fill="hold">
                                          <p:stCondLst>
                                            <p:cond delay="0"/>
                                          </p:stCondLst>
                                        </p:cTn>
                                        <p:tgtEl>
                                          <p:spTgt spid="231"/>
                                        </p:tgtEl>
                                        <p:attrNameLst>
                                          <p:attrName>style.visibility</p:attrName>
                                        </p:attrNameLst>
                                      </p:cBhvr>
                                      <p:to>
                                        <p:strVal val="visible"/>
                                      </p:to>
                                    </p:set>
                                    <p:animEffect transition="in" filter="fade">
                                      <p:cBhvr>
                                        <p:cTn id="166" dur="500"/>
                                        <p:tgtEl>
                                          <p:spTgt spid="231"/>
                                        </p:tgtEl>
                                      </p:cBhvr>
                                    </p:animEffect>
                                  </p:childTnLst>
                                </p:cTn>
                              </p:par>
                              <p:par>
                                <p:cTn id="167" presetID="10" presetClass="entr" presetSubtype="0" fill="hold" grpId="0" nodeType="withEffect">
                                  <p:stCondLst>
                                    <p:cond delay="0"/>
                                  </p:stCondLst>
                                  <p:childTnLst>
                                    <p:set>
                                      <p:cBhvr>
                                        <p:cTn id="168" dur="1" fill="hold">
                                          <p:stCondLst>
                                            <p:cond delay="0"/>
                                          </p:stCondLst>
                                        </p:cTn>
                                        <p:tgtEl>
                                          <p:spTgt spid="234"/>
                                        </p:tgtEl>
                                        <p:attrNameLst>
                                          <p:attrName>style.visibility</p:attrName>
                                        </p:attrNameLst>
                                      </p:cBhvr>
                                      <p:to>
                                        <p:strVal val="visible"/>
                                      </p:to>
                                    </p:set>
                                    <p:animEffect transition="in" filter="fade">
                                      <p:cBhvr>
                                        <p:cTn id="169" dur="500"/>
                                        <p:tgtEl>
                                          <p:spTgt spid="234"/>
                                        </p:tgtEl>
                                      </p:cBhvr>
                                    </p:animEffect>
                                  </p:childTnLst>
                                </p:cTn>
                              </p:par>
                              <p:par>
                                <p:cTn id="170" presetID="10" presetClass="entr" presetSubtype="0" fill="hold" nodeType="withEffect">
                                  <p:stCondLst>
                                    <p:cond delay="0"/>
                                  </p:stCondLst>
                                  <p:childTnLst>
                                    <p:set>
                                      <p:cBhvr>
                                        <p:cTn id="171" dur="1" fill="hold">
                                          <p:stCondLst>
                                            <p:cond delay="0"/>
                                          </p:stCondLst>
                                        </p:cTn>
                                        <p:tgtEl>
                                          <p:spTgt spid="349"/>
                                        </p:tgtEl>
                                        <p:attrNameLst>
                                          <p:attrName>style.visibility</p:attrName>
                                        </p:attrNameLst>
                                      </p:cBhvr>
                                      <p:to>
                                        <p:strVal val="visible"/>
                                      </p:to>
                                    </p:set>
                                    <p:animEffect transition="in" filter="fade">
                                      <p:cBhvr>
                                        <p:cTn id="172" dur="500"/>
                                        <p:tgtEl>
                                          <p:spTgt spid="349"/>
                                        </p:tgtEl>
                                      </p:cBhvr>
                                    </p:animEffect>
                                  </p:childTnLst>
                                </p:cTn>
                              </p:par>
                              <p:par>
                                <p:cTn id="173" presetID="10" presetClass="entr" presetSubtype="0" fill="hold" grpId="0" nodeType="withEffect">
                                  <p:stCondLst>
                                    <p:cond delay="0"/>
                                  </p:stCondLst>
                                  <p:childTnLst>
                                    <p:set>
                                      <p:cBhvr>
                                        <p:cTn id="174" dur="1" fill="hold">
                                          <p:stCondLst>
                                            <p:cond delay="0"/>
                                          </p:stCondLst>
                                        </p:cTn>
                                        <p:tgtEl>
                                          <p:spTgt spid="361"/>
                                        </p:tgtEl>
                                        <p:attrNameLst>
                                          <p:attrName>style.visibility</p:attrName>
                                        </p:attrNameLst>
                                      </p:cBhvr>
                                      <p:to>
                                        <p:strVal val="visible"/>
                                      </p:to>
                                    </p:set>
                                    <p:animEffect transition="in" filter="fade">
                                      <p:cBhvr>
                                        <p:cTn id="175" dur="500"/>
                                        <p:tgtEl>
                                          <p:spTgt spid="361"/>
                                        </p:tgtEl>
                                      </p:cBhvr>
                                    </p:animEffect>
                                  </p:childTnLst>
                                </p:cTn>
                              </p:par>
                            </p:childTnLst>
                          </p:cTn>
                        </p:par>
                      </p:childTnLst>
                    </p:cTn>
                  </p:par>
                  <p:par>
                    <p:cTn id="176" fill="hold">
                      <p:stCondLst>
                        <p:cond delay="indefinite"/>
                      </p:stCondLst>
                      <p:childTnLst>
                        <p:par>
                          <p:cTn id="177" fill="hold">
                            <p:stCondLst>
                              <p:cond delay="0"/>
                            </p:stCondLst>
                            <p:childTnLst>
                              <p:par>
                                <p:cTn id="178" presetID="10" presetClass="entr" presetSubtype="0" fill="hold" grpId="0" nodeType="clickEffect">
                                  <p:stCondLst>
                                    <p:cond delay="0"/>
                                  </p:stCondLst>
                                  <p:childTnLst>
                                    <p:set>
                                      <p:cBhvr>
                                        <p:cTn id="179" dur="1" fill="hold">
                                          <p:stCondLst>
                                            <p:cond delay="0"/>
                                          </p:stCondLst>
                                        </p:cTn>
                                        <p:tgtEl>
                                          <p:spTgt spid="235"/>
                                        </p:tgtEl>
                                        <p:attrNameLst>
                                          <p:attrName>style.visibility</p:attrName>
                                        </p:attrNameLst>
                                      </p:cBhvr>
                                      <p:to>
                                        <p:strVal val="visible"/>
                                      </p:to>
                                    </p:set>
                                    <p:animEffect transition="in" filter="fade">
                                      <p:cBhvr>
                                        <p:cTn id="180" dur="500"/>
                                        <p:tgtEl>
                                          <p:spTgt spid="235"/>
                                        </p:tgtEl>
                                      </p:cBhvr>
                                    </p:animEffect>
                                  </p:childTnLst>
                                </p:cTn>
                              </p:par>
                              <p:par>
                                <p:cTn id="181" presetID="10" presetClass="entr" presetSubtype="0" fill="hold" nodeType="withEffect">
                                  <p:stCondLst>
                                    <p:cond delay="0"/>
                                  </p:stCondLst>
                                  <p:childTnLst>
                                    <p:set>
                                      <p:cBhvr>
                                        <p:cTn id="182" dur="1" fill="hold">
                                          <p:stCondLst>
                                            <p:cond delay="0"/>
                                          </p:stCondLst>
                                        </p:cTn>
                                        <p:tgtEl>
                                          <p:spTgt spid="236"/>
                                        </p:tgtEl>
                                        <p:attrNameLst>
                                          <p:attrName>style.visibility</p:attrName>
                                        </p:attrNameLst>
                                      </p:cBhvr>
                                      <p:to>
                                        <p:strVal val="visible"/>
                                      </p:to>
                                    </p:set>
                                    <p:animEffect transition="in" filter="fade">
                                      <p:cBhvr>
                                        <p:cTn id="183" dur="500"/>
                                        <p:tgtEl>
                                          <p:spTgt spid="236"/>
                                        </p:tgtEl>
                                      </p:cBhvr>
                                    </p:animEffect>
                                  </p:childTnLst>
                                </p:cTn>
                              </p:par>
                              <p:par>
                                <p:cTn id="184" presetID="10" presetClass="entr" presetSubtype="0" fill="hold" nodeType="withEffect">
                                  <p:stCondLst>
                                    <p:cond delay="0"/>
                                  </p:stCondLst>
                                  <p:childTnLst>
                                    <p:set>
                                      <p:cBhvr>
                                        <p:cTn id="185" dur="1" fill="hold">
                                          <p:stCondLst>
                                            <p:cond delay="0"/>
                                          </p:stCondLst>
                                        </p:cTn>
                                        <p:tgtEl>
                                          <p:spTgt spid="239"/>
                                        </p:tgtEl>
                                        <p:attrNameLst>
                                          <p:attrName>style.visibility</p:attrName>
                                        </p:attrNameLst>
                                      </p:cBhvr>
                                      <p:to>
                                        <p:strVal val="visible"/>
                                      </p:to>
                                    </p:set>
                                    <p:animEffect transition="in" filter="fade">
                                      <p:cBhvr>
                                        <p:cTn id="186" dur="500"/>
                                        <p:tgtEl>
                                          <p:spTgt spid="239"/>
                                        </p:tgtEl>
                                      </p:cBhvr>
                                    </p:animEffect>
                                  </p:childTnLst>
                                </p:cTn>
                              </p:par>
                              <p:par>
                                <p:cTn id="187" presetID="10" presetClass="entr" presetSubtype="0" fill="hold" grpId="0" nodeType="withEffect">
                                  <p:stCondLst>
                                    <p:cond delay="0"/>
                                  </p:stCondLst>
                                  <p:childTnLst>
                                    <p:set>
                                      <p:cBhvr>
                                        <p:cTn id="188" dur="1" fill="hold">
                                          <p:stCondLst>
                                            <p:cond delay="0"/>
                                          </p:stCondLst>
                                        </p:cTn>
                                        <p:tgtEl>
                                          <p:spTgt spid="242"/>
                                        </p:tgtEl>
                                        <p:attrNameLst>
                                          <p:attrName>style.visibility</p:attrName>
                                        </p:attrNameLst>
                                      </p:cBhvr>
                                      <p:to>
                                        <p:strVal val="visible"/>
                                      </p:to>
                                    </p:set>
                                    <p:animEffect transition="in" filter="fade">
                                      <p:cBhvr>
                                        <p:cTn id="189" dur="500"/>
                                        <p:tgtEl>
                                          <p:spTgt spid="242"/>
                                        </p:tgtEl>
                                      </p:cBhvr>
                                    </p:animEffect>
                                  </p:childTnLst>
                                </p:cTn>
                              </p:par>
                              <p:par>
                                <p:cTn id="190" presetID="10" presetClass="entr" presetSubtype="0" fill="hold" nodeType="withEffect">
                                  <p:stCondLst>
                                    <p:cond delay="0"/>
                                  </p:stCondLst>
                                  <p:childTnLst>
                                    <p:set>
                                      <p:cBhvr>
                                        <p:cTn id="191" dur="1" fill="hold">
                                          <p:stCondLst>
                                            <p:cond delay="0"/>
                                          </p:stCondLst>
                                        </p:cTn>
                                        <p:tgtEl>
                                          <p:spTgt spid="243"/>
                                        </p:tgtEl>
                                        <p:attrNameLst>
                                          <p:attrName>style.visibility</p:attrName>
                                        </p:attrNameLst>
                                      </p:cBhvr>
                                      <p:to>
                                        <p:strVal val="visible"/>
                                      </p:to>
                                    </p:set>
                                    <p:animEffect transition="in" filter="fade">
                                      <p:cBhvr>
                                        <p:cTn id="192" dur="500"/>
                                        <p:tgtEl>
                                          <p:spTgt spid="243"/>
                                        </p:tgtEl>
                                      </p:cBhvr>
                                    </p:animEffect>
                                  </p:childTnLst>
                                </p:cTn>
                              </p:par>
                              <p:par>
                                <p:cTn id="193" presetID="10" presetClass="entr" presetSubtype="0" fill="hold" grpId="0" nodeType="withEffect">
                                  <p:stCondLst>
                                    <p:cond delay="0"/>
                                  </p:stCondLst>
                                  <p:childTnLst>
                                    <p:set>
                                      <p:cBhvr>
                                        <p:cTn id="194" dur="1" fill="hold">
                                          <p:stCondLst>
                                            <p:cond delay="0"/>
                                          </p:stCondLst>
                                        </p:cTn>
                                        <p:tgtEl>
                                          <p:spTgt spid="246"/>
                                        </p:tgtEl>
                                        <p:attrNameLst>
                                          <p:attrName>style.visibility</p:attrName>
                                        </p:attrNameLst>
                                      </p:cBhvr>
                                      <p:to>
                                        <p:strVal val="visible"/>
                                      </p:to>
                                    </p:set>
                                    <p:animEffect transition="in" filter="fade">
                                      <p:cBhvr>
                                        <p:cTn id="195" dur="500"/>
                                        <p:tgtEl>
                                          <p:spTgt spid="246"/>
                                        </p:tgtEl>
                                      </p:cBhvr>
                                    </p:animEffect>
                                  </p:childTnLst>
                                </p:cTn>
                              </p:par>
                              <p:par>
                                <p:cTn id="196" presetID="10" presetClass="entr" presetSubtype="0" fill="hold" nodeType="withEffect">
                                  <p:stCondLst>
                                    <p:cond delay="0"/>
                                  </p:stCondLst>
                                  <p:childTnLst>
                                    <p:set>
                                      <p:cBhvr>
                                        <p:cTn id="197" dur="1" fill="hold">
                                          <p:stCondLst>
                                            <p:cond delay="0"/>
                                          </p:stCondLst>
                                        </p:cTn>
                                        <p:tgtEl>
                                          <p:spTgt spid="352"/>
                                        </p:tgtEl>
                                        <p:attrNameLst>
                                          <p:attrName>style.visibility</p:attrName>
                                        </p:attrNameLst>
                                      </p:cBhvr>
                                      <p:to>
                                        <p:strVal val="visible"/>
                                      </p:to>
                                    </p:set>
                                    <p:animEffect transition="in" filter="fade">
                                      <p:cBhvr>
                                        <p:cTn id="198" dur="500"/>
                                        <p:tgtEl>
                                          <p:spTgt spid="352"/>
                                        </p:tgtEl>
                                      </p:cBhvr>
                                    </p:animEffect>
                                  </p:childTnLst>
                                </p:cTn>
                              </p:par>
                              <p:par>
                                <p:cTn id="199" presetID="10" presetClass="entr" presetSubtype="0" fill="hold" grpId="0" nodeType="withEffect">
                                  <p:stCondLst>
                                    <p:cond delay="0"/>
                                  </p:stCondLst>
                                  <p:childTnLst>
                                    <p:set>
                                      <p:cBhvr>
                                        <p:cTn id="200" dur="1" fill="hold">
                                          <p:stCondLst>
                                            <p:cond delay="0"/>
                                          </p:stCondLst>
                                        </p:cTn>
                                        <p:tgtEl>
                                          <p:spTgt spid="362"/>
                                        </p:tgtEl>
                                        <p:attrNameLst>
                                          <p:attrName>style.visibility</p:attrName>
                                        </p:attrNameLst>
                                      </p:cBhvr>
                                      <p:to>
                                        <p:strVal val="visible"/>
                                      </p:to>
                                    </p:set>
                                    <p:animEffect transition="in" filter="fade">
                                      <p:cBhvr>
                                        <p:cTn id="201" dur="500"/>
                                        <p:tgtEl>
                                          <p:spTgt spid="362"/>
                                        </p:tgtEl>
                                      </p:cBhvr>
                                    </p:animEffect>
                                  </p:childTnLst>
                                </p:cTn>
                              </p:par>
                            </p:childTnLst>
                          </p:cTn>
                        </p:par>
                      </p:childTnLst>
                    </p:cTn>
                  </p:par>
                  <p:par>
                    <p:cTn id="202" fill="hold">
                      <p:stCondLst>
                        <p:cond delay="indefinite"/>
                      </p:stCondLst>
                      <p:childTnLst>
                        <p:par>
                          <p:cTn id="203" fill="hold">
                            <p:stCondLst>
                              <p:cond delay="0"/>
                            </p:stCondLst>
                            <p:childTnLst>
                              <p:par>
                                <p:cTn id="204" presetID="10" presetClass="entr" presetSubtype="0" fill="hold" grpId="0" nodeType="clickEffect">
                                  <p:stCondLst>
                                    <p:cond delay="0"/>
                                  </p:stCondLst>
                                  <p:childTnLst>
                                    <p:set>
                                      <p:cBhvr>
                                        <p:cTn id="205" dur="1" fill="hold">
                                          <p:stCondLst>
                                            <p:cond delay="0"/>
                                          </p:stCondLst>
                                        </p:cTn>
                                        <p:tgtEl>
                                          <p:spTgt spid="247"/>
                                        </p:tgtEl>
                                        <p:attrNameLst>
                                          <p:attrName>style.visibility</p:attrName>
                                        </p:attrNameLst>
                                      </p:cBhvr>
                                      <p:to>
                                        <p:strVal val="visible"/>
                                      </p:to>
                                    </p:set>
                                    <p:animEffect transition="in" filter="fade">
                                      <p:cBhvr>
                                        <p:cTn id="206" dur="500"/>
                                        <p:tgtEl>
                                          <p:spTgt spid="247"/>
                                        </p:tgtEl>
                                      </p:cBhvr>
                                    </p:animEffect>
                                  </p:childTnLst>
                                </p:cTn>
                              </p:par>
                              <p:par>
                                <p:cTn id="207" presetID="10" presetClass="entr" presetSubtype="0" fill="hold" nodeType="withEffect">
                                  <p:stCondLst>
                                    <p:cond delay="0"/>
                                  </p:stCondLst>
                                  <p:childTnLst>
                                    <p:set>
                                      <p:cBhvr>
                                        <p:cTn id="208" dur="1" fill="hold">
                                          <p:stCondLst>
                                            <p:cond delay="0"/>
                                          </p:stCondLst>
                                        </p:cTn>
                                        <p:tgtEl>
                                          <p:spTgt spid="248"/>
                                        </p:tgtEl>
                                        <p:attrNameLst>
                                          <p:attrName>style.visibility</p:attrName>
                                        </p:attrNameLst>
                                      </p:cBhvr>
                                      <p:to>
                                        <p:strVal val="visible"/>
                                      </p:to>
                                    </p:set>
                                    <p:animEffect transition="in" filter="fade">
                                      <p:cBhvr>
                                        <p:cTn id="209" dur="500"/>
                                        <p:tgtEl>
                                          <p:spTgt spid="248"/>
                                        </p:tgtEl>
                                      </p:cBhvr>
                                    </p:animEffect>
                                  </p:childTnLst>
                                </p:cTn>
                              </p:par>
                              <p:par>
                                <p:cTn id="210" presetID="10" presetClass="entr" presetSubtype="0" fill="hold" nodeType="withEffect">
                                  <p:stCondLst>
                                    <p:cond delay="0"/>
                                  </p:stCondLst>
                                  <p:childTnLst>
                                    <p:set>
                                      <p:cBhvr>
                                        <p:cTn id="211" dur="1" fill="hold">
                                          <p:stCondLst>
                                            <p:cond delay="0"/>
                                          </p:stCondLst>
                                        </p:cTn>
                                        <p:tgtEl>
                                          <p:spTgt spid="251"/>
                                        </p:tgtEl>
                                        <p:attrNameLst>
                                          <p:attrName>style.visibility</p:attrName>
                                        </p:attrNameLst>
                                      </p:cBhvr>
                                      <p:to>
                                        <p:strVal val="visible"/>
                                      </p:to>
                                    </p:set>
                                    <p:animEffect transition="in" filter="fade">
                                      <p:cBhvr>
                                        <p:cTn id="212" dur="500"/>
                                        <p:tgtEl>
                                          <p:spTgt spid="251"/>
                                        </p:tgtEl>
                                      </p:cBhvr>
                                    </p:animEffect>
                                  </p:childTnLst>
                                </p:cTn>
                              </p:par>
                              <p:par>
                                <p:cTn id="213" presetID="10" presetClass="entr" presetSubtype="0" fill="hold" grpId="0" nodeType="withEffect">
                                  <p:stCondLst>
                                    <p:cond delay="0"/>
                                  </p:stCondLst>
                                  <p:childTnLst>
                                    <p:set>
                                      <p:cBhvr>
                                        <p:cTn id="214" dur="1" fill="hold">
                                          <p:stCondLst>
                                            <p:cond delay="0"/>
                                          </p:stCondLst>
                                        </p:cTn>
                                        <p:tgtEl>
                                          <p:spTgt spid="254"/>
                                        </p:tgtEl>
                                        <p:attrNameLst>
                                          <p:attrName>style.visibility</p:attrName>
                                        </p:attrNameLst>
                                      </p:cBhvr>
                                      <p:to>
                                        <p:strVal val="visible"/>
                                      </p:to>
                                    </p:set>
                                    <p:animEffect transition="in" filter="fade">
                                      <p:cBhvr>
                                        <p:cTn id="215" dur="500"/>
                                        <p:tgtEl>
                                          <p:spTgt spid="254"/>
                                        </p:tgtEl>
                                      </p:cBhvr>
                                    </p:animEffect>
                                  </p:childTnLst>
                                </p:cTn>
                              </p:par>
                              <p:par>
                                <p:cTn id="216" presetID="10" presetClass="entr" presetSubtype="0" fill="hold" nodeType="withEffect">
                                  <p:stCondLst>
                                    <p:cond delay="0"/>
                                  </p:stCondLst>
                                  <p:childTnLst>
                                    <p:set>
                                      <p:cBhvr>
                                        <p:cTn id="217" dur="1" fill="hold">
                                          <p:stCondLst>
                                            <p:cond delay="0"/>
                                          </p:stCondLst>
                                        </p:cTn>
                                        <p:tgtEl>
                                          <p:spTgt spid="255"/>
                                        </p:tgtEl>
                                        <p:attrNameLst>
                                          <p:attrName>style.visibility</p:attrName>
                                        </p:attrNameLst>
                                      </p:cBhvr>
                                      <p:to>
                                        <p:strVal val="visible"/>
                                      </p:to>
                                    </p:set>
                                    <p:animEffect transition="in" filter="fade">
                                      <p:cBhvr>
                                        <p:cTn id="218" dur="500"/>
                                        <p:tgtEl>
                                          <p:spTgt spid="255"/>
                                        </p:tgtEl>
                                      </p:cBhvr>
                                    </p:animEffect>
                                  </p:childTnLst>
                                </p:cTn>
                              </p:par>
                              <p:par>
                                <p:cTn id="219" presetID="10" presetClass="entr" presetSubtype="0" fill="hold" grpId="0" nodeType="withEffect">
                                  <p:stCondLst>
                                    <p:cond delay="0"/>
                                  </p:stCondLst>
                                  <p:childTnLst>
                                    <p:set>
                                      <p:cBhvr>
                                        <p:cTn id="220" dur="1" fill="hold">
                                          <p:stCondLst>
                                            <p:cond delay="0"/>
                                          </p:stCondLst>
                                        </p:cTn>
                                        <p:tgtEl>
                                          <p:spTgt spid="258"/>
                                        </p:tgtEl>
                                        <p:attrNameLst>
                                          <p:attrName>style.visibility</p:attrName>
                                        </p:attrNameLst>
                                      </p:cBhvr>
                                      <p:to>
                                        <p:strVal val="visible"/>
                                      </p:to>
                                    </p:set>
                                    <p:animEffect transition="in" filter="fade">
                                      <p:cBhvr>
                                        <p:cTn id="221" dur="500"/>
                                        <p:tgtEl>
                                          <p:spTgt spid="258"/>
                                        </p:tgtEl>
                                      </p:cBhvr>
                                    </p:animEffect>
                                  </p:childTnLst>
                                </p:cTn>
                              </p:par>
                              <p:par>
                                <p:cTn id="222" presetID="10" presetClass="entr" presetSubtype="0" fill="hold" nodeType="withEffect">
                                  <p:stCondLst>
                                    <p:cond delay="0"/>
                                  </p:stCondLst>
                                  <p:childTnLst>
                                    <p:set>
                                      <p:cBhvr>
                                        <p:cTn id="223" dur="1" fill="hold">
                                          <p:stCondLst>
                                            <p:cond delay="0"/>
                                          </p:stCondLst>
                                        </p:cTn>
                                        <p:tgtEl>
                                          <p:spTgt spid="355"/>
                                        </p:tgtEl>
                                        <p:attrNameLst>
                                          <p:attrName>style.visibility</p:attrName>
                                        </p:attrNameLst>
                                      </p:cBhvr>
                                      <p:to>
                                        <p:strVal val="visible"/>
                                      </p:to>
                                    </p:set>
                                    <p:animEffect transition="in" filter="fade">
                                      <p:cBhvr>
                                        <p:cTn id="224" dur="500"/>
                                        <p:tgtEl>
                                          <p:spTgt spid="355"/>
                                        </p:tgtEl>
                                      </p:cBhvr>
                                    </p:animEffect>
                                  </p:childTnLst>
                                </p:cTn>
                              </p:par>
                              <p:par>
                                <p:cTn id="225" presetID="10" presetClass="entr" presetSubtype="0" fill="hold" grpId="0" nodeType="withEffect">
                                  <p:stCondLst>
                                    <p:cond delay="0"/>
                                  </p:stCondLst>
                                  <p:childTnLst>
                                    <p:set>
                                      <p:cBhvr>
                                        <p:cTn id="226" dur="1" fill="hold">
                                          <p:stCondLst>
                                            <p:cond delay="0"/>
                                          </p:stCondLst>
                                        </p:cTn>
                                        <p:tgtEl>
                                          <p:spTgt spid="363"/>
                                        </p:tgtEl>
                                        <p:attrNameLst>
                                          <p:attrName>style.visibility</p:attrName>
                                        </p:attrNameLst>
                                      </p:cBhvr>
                                      <p:to>
                                        <p:strVal val="visible"/>
                                      </p:to>
                                    </p:set>
                                    <p:animEffect transition="in" filter="fade">
                                      <p:cBhvr>
                                        <p:cTn id="227" dur="500"/>
                                        <p:tgtEl>
                                          <p:spTgt spid="363"/>
                                        </p:tgtEl>
                                      </p:cBhvr>
                                    </p:animEffect>
                                  </p:childTnLst>
                                </p:cTn>
                              </p:par>
                            </p:childTnLst>
                          </p:cTn>
                        </p:par>
                      </p:childTnLst>
                    </p:cTn>
                  </p:par>
                  <p:par>
                    <p:cTn id="228" fill="hold">
                      <p:stCondLst>
                        <p:cond delay="indefinite"/>
                      </p:stCondLst>
                      <p:childTnLst>
                        <p:par>
                          <p:cTn id="229" fill="hold">
                            <p:stCondLst>
                              <p:cond delay="0"/>
                            </p:stCondLst>
                            <p:childTnLst>
                              <p:par>
                                <p:cTn id="230" presetID="10" presetClass="entr" presetSubtype="0" fill="hold" grpId="0" nodeType="clickEffect">
                                  <p:stCondLst>
                                    <p:cond delay="0"/>
                                  </p:stCondLst>
                                  <p:childTnLst>
                                    <p:set>
                                      <p:cBhvr>
                                        <p:cTn id="231" dur="1" fill="hold">
                                          <p:stCondLst>
                                            <p:cond delay="0"/>
                                          </p:stCondLst>
                                        </p:cTn>
                                        <p:tgtEl>
                                          <p:spTgt spid="259"/>
                                        </p:tgtEl>
                                        <p:attrNameLst>
                                          <p:attrName>style.visibility</p:attrName>
                                        </p:attrNameLst>
                                      </p:cBhvr>
                                      <p:to>
                                        <p:strVal val="visible"/>
                                      </p:to>
                                    </p:set>
                                    <p:animEffect transition="in" filter="fade">
                                      <p:cBhvr>
                                        <p:cTn id="232" dur="500"/>
                                        <p:tgtEl>
                                          <p:spTgt spid="259"/>
                                        </p:tgtEl>
                                      </p:cBhvr>
                                    </p:animEffect>
                                  </p:childTnLst>
                                </p:cTn>
                              </p:par>
                              <p:par>
                                <p:cTn id="233" presetID="10" presetClass="entr" presetSubtype="0" fill="hold" nodeType="withEffect">
                                  <p:stCondLst>
                                    <p:cond delay="0"/>
                                  </p:stCondLst>
                                  <p:childTnLst>
                                    <p:set>
                                      <p:cBhvr>
                                        <p:cTn id="234" dur="1" fill="hold">
                                          <p:stCondLst>
                                            <p:cond delay="0"/>
                                          </p:stCondLst>
                                        </p:cTn>
                                        <p:tgtEl>
                                          <p:spTgt spid="260"/>
                                        </p:tgtEl>
                                        <p:attrNameLst>
                                          <p:attrName>style.visibility</p:attrName>
                                        </p:attrNameLst>
                                      </p:cBhvr>
                                      <p:to>
                                        <p:strVal val="visible"/>
                                      </p:to>
                                    </p:set>
                                    <p:animEffect transition="in" filter="fade">
                                      <p:cBhvr>
                                        <p:cTn id="235" dur="500"/>
                                        <p:tgtEl>
                                          <p:spTgt spid="260"/>
                                        </p:tgtEl>
                                      </p:cBhvr>
                                    </p:animEffect>
                                  </p:childTnLst>
                                </p:cTn>
                              </p:par>
                              <p:par>
                                <p:cTn id="236" presetID="10" presetClass="entr" presetSubtype="0" fill="hold" nodeType="withEffect">
                                  <p:stCondLst>
                                    <p:cond delay="0"/>
                                  </p:stCondLst>
                                  <p:childTnLst>
                                    <p:set>
                                      <p:cBhvr>
                                        <p:cTn id="237" dur="1" fill="hold">
                                          <p:stCondLst>
                                            <p:cond delay="0"/>
                                          </p:stCondLst>
                                        </p:cTn>
                                        <p:tgtEl>
                                          <p:spTgt spid="263"/>
                                        </p:tgtEl>
                                        <p:attrNameLst>
                                          <p:attrName>style.visibility</p:attrName>
                                        </p:attrNameLst>
                                      </p:cBhvr>
                                      <p:to>
                                        <p:strVal val="visible"/>
                                      </p:to>
                                    </p:set>
                                    <p:animEffect transition="in" filter="fade">
                                      <p:cBhvr>
                                        <p:cTn id="238" dur="500"/>
                                        <p:tgtEl>
                                          <p:spTgt spid="263"/>
                                        </p:tgtEl>
                                      </p:cBhvr>
                                    </p:animEffect>
                                  </p:childTnLst>
                                </p:cTn>
                              </p:par>
                              <p:par>
                                <p:cTn id="239" presetID="10" presetClass="entr" presetSubtype="0" fill="hold" grpId="0" nodeType="withEffect">
                                  <p:stCondLst>
                                    <p:cond delay="0"/>
                                  </p:stCondLst>
                                  <p:childTnLst>
                                    <p:set>
                                      <p:cBhvr>
                                        <p:cTn id="240" dur="1" fill="hold">
                                          <p:stCondLst>
                                            <p:cond delay="0"/>
                                          </p:stCondLst>
                                        </p:cTn>
                                        <p:tgtEl>
                                          <p:spTgt spid="266"/>
                                        </p:tgtEl>
                                        <p:attrNameLst>
                                          <p:attrName>style.visibility</p:attrName>
                                        </p:attrNameLst>
                                      </p:cBhvr>
                                      <p:to>
                                        <p:strVal val="visible"/>
                                      </p:to>
                                    </p:set>
                                    <p:animEffect transition="in" filter="fade">
                                      <p:cBhvr>
                                        <p:cTn id="241" dur="500"/>
                                        <p:tgtEl>
                                          <p:spTgt spid="266"/>
                                        </p:tgtEl>
                                      </p:cBhvr>
                                    </p:animEffect>
                                  </p:childTnLst>
                                </p:cTn>
                              </p:par>
                              <p:par>
                                <p:cTn id="242" presetID="10" presetClass="entr" presetSubtype="0" fill="hold" nodeType="withEffect">
                                  <p:stCondLst>
                                    <p:cond delay="0"/>
                                  </p:stCondLst>
                                  <p:childTnLst>
                                    <p:set>
                                      <p:cBhvr>
                                        <p:cTn id="243" dur="1" fill="hold">
                                          <p:stCondLst>
                                            <p:cond delay="0"/>
                                          </p:stCondLst>
                                        </p:cTn>
                                        <p:tgtEl>
                                          <p:spTgt spid="267"/>
                                        </p:tgtEl>
                                        <p:attrNameLst>
                                          <p:attrName>style.visibility</p:attrName>
                                        </p:attrNameLst>
                                      </p:cBhvr>
                                      <p:to>
                                        <p:strVal val="visible"/>
                                      </p:to>
                                    </p:set>
                                    <p:animEffect transition="in" filter="fade">
                                      <p:cBhvr>
                                        <p:cTn id="244" dur="500"/>
                                        <p:tgtEl>
                                          <p:spTgt spid="267"/>
                                        </p:tgtEl>
                                      </p:cBhvr>
                                    </p:animEffect>
                                  </p:childTnLst>
                                </p:cTn>
                              </p:par>
                              <p:par>
                                <p:cTn id="245" presetID="10" presetClass="entr" presetSubtype="0" fill="hold" grpId="0" nodeType="withEffect">
                                  <p:stCondLst>
                                    <p:cond delay="0"/>
                                  </p:stCondLst>
                                  <p:childTnLst>
                                    <p:set>
                                      <p:cBhvr>
                                        <p:cTn id="246" dur="1" fill="hold">
                                          <p:stCondLst>
                                            <p:cond delay="0"/>
                                          </p:stCondLst>
                                        </p:cTn>
                                        <p:tgtEl>
                                          <p:spTgt spid="270"/>
                                        </p:tgtEl>
                                        <p:attrNameLst>
                                          <p:attrName>style.visibility</p:attrName>
                                        </p:attrNameLst>
                                      </p:cBhvr>
                                      <p:to>
                                        <p:strVal val="visible"/>
                                      </p:to>
                                    </p:set>
                                    <p:animEffect transition="in" filter="fade">
                                      <p:cBhvr>
                                        <p:cTn id="247" dur="500"/>
                                        <p:tgtEl>
                                          <p:spTgt spid="270"/>
                                        </p:tgtEl>
                                      </p:cBhvr>
                                    </p:animEffect>
                                  </p:childTnLst>
                                </p:cTn>
                              </p:par>
                              <p:par>
                                <p:cTn id="248" presetID="10" presetClass="entr" presetSubtype="0" fill="hold" nodeType="withEffect">
                                  <p:stCondLst>
                                    <p:cond delay="0"/>
                                  </p:stCondLst>
                                  <p:childTnLst>
                                    <p:set>
                                      <p:cBhvr>
                                        <p:cTn id="249" dur="1" fill="hold">
                                          <p:stCondLst>
                                            <p:cond delay="0"/>
                                          </p:stCondLst>
                                        </p:cTn>
                                        <p:tgtEl>
                                          <p:spTgt spid="364"/>
                                        </p:tgtEl>
                                        <p:attrNameLst>
                                          <p:attrName>style.visibility</p:attrName>
                                        </p:attrNameLst>
                                      </p:cBhvr>
                                      <p:to>
                                        <p:strVal val="visible"/>
                                      </p:to>
                                    </p:set>
                                    <p:animEffect transition="in" filter="fade">
                                      <p:cBhvr>
                                        <p:cTn id="250" dur="500"/>
                                        <p:tgtEl>
                                          <p:spTgt spid="364"/>
                                        </p:tgtEl>
                                      </p:cBhvr>
                                    </p:animEffect>
                                  </p:childTnLst>
                                </p:cTn>
                              </p:par>
                              <p:par>
                                <p:cTn id="251" presetID="10" presetClass="entr" presetSubtype="0" fill="hold" grpId="0" nodeType="withEffect">
                                  <p:stCondLst>
                                    <p:cond delay="0"/>
                                  </p:stCondLst>
                                  <p:childTnLst>
                                    <p:set>
                                      <p:cBhvr>
                                        <p:cTn id="252" dur="1" fill="hold">
                                          <p:stCondLst>
                                            <p:cond delay="0"/>
                                          </p:stCondLst>
                                        </p:cTn>
                                        <p:tgtEl>
                                          <p:spTgt spid="382"/>
                                        </p:tgtEl>
                                        <p:attrNameLst>
                                          <p:attrName>style.visibility</p:attrName>
                                        </p:attrNameLst>
                                      </p:cBhvr>
                                      <p:to>
                                        <p:strVal val="visible"/>
                                      </p:to>
                                    </p:set>
                                    <p:animEffect transition="in" filter="fade">
                                      <p:cBhvr>
                                        <p:cTn id="253" dur="500"/>
                                        <p:tgtEl>
                                          <p:spTgt spid="382"/>
                                        </p:tgtEl>
                                      </p:cBhvr>
                                    </p:animEffect>
                                  </p:childTnLst>
                                </p:cTn>
                              </p:par>
                              <p:par>
                                <p:cTn id="254" presetID="10" presetClass="entr" presetSubtype="0" fill="hold" nodeType="withEffect">
                                  <p:stCondLst>
                                    <p:cond delay="0"/>
                                  </p:stCondLst>
                                  <p:childTnLst>
                                    <p:set>
                                      <p:cBhvr>
                                        <p:cTn id="255" dur="1" fill="hold">
                                          <p:stCondLst>
                                            <p:cond delay="0"/>
                                          </p:stCondLst>
                                        </p:cTn>
                                        <p:tgtEl>
                                          <p:spTgt spid="386"/>
                                        </p:tgtEl>
                                        <p:attrNameLst>
                                          <p:attrName>style.visibility</p:attrName>
                                        </p:attrNameLst>
                                      </p:cBhvr>
                                      <p:to>
                                        <p:strVal val="visible"/>
                                      </p:to>
                                    </p:set>
                                    <p:animEffect transition="in" filter="fade">
                                      <p:cBhvr>
                                        <p:cTn id="256" dur="500"/>
                                        <p:tgtEl>
                                          <p:spTgt spid="386"/>
                                        </p:tgtEl>
                                      </p:cBhvr>
                                    </p:animEffect>
                                  </p:childTnLst>
                                </p:cTn>
                              </p:par>
                            </p:childTnLst>
                          </p:cTn>
                        </p:par>
                      </p:childTnLst>
                    </p:cTn>
                  </p:par>
                  <p:par>
                    <p:cTn id="257" fill="hold">
                      <p:stCondLst>
                        <p:cond delay="indefinite"/>
                      </p:stCondLst>
                      <p:childTnLst>
                        <p:par>
                          <p:cTn id="258" fill="hold">
                            <p:stCondLst>
                              <p:cond delay="0"/>
                            </p:stCondLst>
                            <p:childTnLst>
                              <p:par>
                                <p:cTn id="259" presetID="10" presetClass="entr" presetSubtype="0" fill="hold" grpId="0" nodeType="clickEffect">
                                  <p:stCondLst>
                                    <p:cond delay="0"/>
                                  </p:stCondLst>
                                  <p:childTnLst>
                                    <p:set>
                                      <p:cBhvr>
                                        <p:cTn id="260" dur="1" fill="hold">
                                          <p:stCondLst>
                                            <p:cond delay="0"/>
                                          </p:stCondLst>
                                        </p:cTn>
                                        <p:tgtEl>
                                          <p:spTgt spid="271"/>
                                        </p:tgtEl>
                                        <p:attrNameLst>
                                          <p:attrName>style.visibility</p:attrName>
                                        </p:attrNameLst>
                                      </p:cBhvr>
                                      <p:to>
                                        <p:strVal val="visible"/>
                                      </p:to>
                                    </p:set>
                                    <p:animEffect transition="in" filter="fade">
                                      <p:cBhvr>
                                        <p:cTn id="261" dur="500"/>
                                        <p:tgtEl>
                                          <p:spTgt spid="271"/>
                                        </p:tgtEl>
                                      </p:cBhvr>
                                    </p:animEffect>
                                  </p:childTnLst>
                                </p:cTn>
                              </p:par>
                              <p:par>
                                <p:cTn id="262" presetID="10" presetClass="entr" presetSubtype="0" fill="hold" nodeType="withEffect">
                                  <p:stCondLst>
                                    <p:cond delay="0"/>
                                  </p:stCondLst>
                                  <p:childTnLst>
                                    <p:set>
                                      <p:cBhvr>
                                        <p:cTn id="263" dur="1" fill="hold">
                                          <p:stCondLst>
                                            <p:cond delay="0"/>
                                          </p:stCondLst>
                                        </p:cTn>
                                        <p:tgtEl>
                                          <p:spTgt spid="272"/>
                                        </p:tgtEl>
                                        <p:attrNameLst>
                                          <p:attrName>style.visibility</p:attrName>
                                        </p:attrNameLst>
                                      </p:cBhvr>
                                      <p:to>
                                        <p:strVal val="visible"/>
                                      </p:to>
                                    </p:set>
                                    <p:animEffect transition="in" filter="fade">
                                      <p:cBhvr>
                                        <p:cTn id="264" dur="500"/>
                                        <p:tgtEl>
                                          <p:spTgt spid="272"/>
                                        </p:tgtEl>
                                      </p:cBhvr>
                                    </p:animEffect>
                                  </p:childTnLst>
                                </p:cTn>
                              </p:par>
                              <p:par>
                                <p:cTn id="265" presetID="10" presetClass="entr" presetSubtype="0" fill="hold" nodeType="withEffect">
                                  <p:stCondLst>
                                    <p:cond delay="0"/>
                                  </p:stCondLst>
                                  <p:childTnLst>
                                    <p:set>
                                      <p:cBhvr>
                                        <p:cTn id="266" dur="1" fill="hold">
                                          <p:stCondLst>
                                            <p:cond delay="0"/>
                                          </p:stCondLst>
                                        </p:cTn>
                                        <p:tgtEl>
                                          <p:spTgt spid="275"/>
                                        </p:tgtEl>
                                        <p:attrNameLst>
                                          <p:attrName>style.visibility</p:attrName>
                                        </p:attrNameLst>
                                      </p:cBhvr>
                                      <p:to>
                                        <p:strVal val="visible"/>
                                      </p:to>
                                    </p:set>
                                    <p:animEffect transition="in" filter="fade">
                                      <p:cBhvr>
                                        <p:cTn id="267" dur="500"/>
                                        <p:tgtEl>
                                          <p:spTgt spid="275"/>
                                        </p:tgtEl>
                                      </p:cBhvr>
                                    </p:animEffect>
                                  </p:childTnLst>
                                </p:cTn>
                              </p:par>
                              <p:par>
                                <p:cTn id="268" presetID="10" presetClass="entr" presetSubtype="0" fill="hold" grpId="0" nodeType="withEffect">
                                  <p:stCondLst>
                                    <p:cond delay="0"/>
                                  </p:stCondLst>
                                  <p:childTnLst>
                                    <p:set>
                                      <p:cBhvr>
                                        <p:cTn id="269" dur="1" fill="hold">
                                          <p:stCondLst>
                                            <p:cond delay="0"/>
                                          </p:stCondLst>
                                        </p:cTn>
                                        <p:tgtEl>
                                          <p:spTgt spid="278"/>
                                        </p:tgtEl>
                                        <p:attrNameLst>
                                          <p:attrName>style.visibility</p:attrName>
                                        </p:attrNameLst>
                                      </p:cBhvr>
                                      <p:to>
                                        <p:strVal val="visible"/>
                                      </p:to>
                                    </p:set>
                                    <p:animEffect transition="in" filter="fade">
                                      <p:cBhvr>
                                        <p:cTn id="270" dur="500"/>
                                        <p:tgtEl>
                                          <p:spTgt spid="278"/>
                                        </p:tgtEl>
                                      </p:cBhvr>
                                    </p:animEffect>
                                  </p:childTnLst>
                                </p:cTn>
                              </p:par>
                              <p:par>
                                <p:cTn id="271" presetID="10" presetClass="entr" presetSubtype="0" fill="hold" nodeType="withEffect">
                                  <p:stCondLst>
                                    <p:cond delay="0"/>
                                  </p:stCondLst>
                                  <p:childTnLst>
                                    <p:set>
                                      <p:cBhvr>
                                        <p:cTn id="272" dur="1" fill="hold">
                                          <p:stCondLst>
                                            <p:cond delay="0"/>
                                          </p:stCondLst>
                                        </p:cTn>
                                        <p:tgtEl>
                                          <p:spTgt spid="279"/>
                                        </p:tgtEl>
                                        <p:attrNameLst>
                                          <p:attrName>style.visibility</p:attrName>
                                        </p:attrNameLst>
                                      </p:cBhvr>
                                      <p:to>
                                        <p:strVal val="visible"/>
                                      </p:to>
                                    </p:set>
                                    <p:animEffect transition="in" filter="fade">
                                      <p:cBhvr>
                                        <p:cTn id="273" dur="500"/>
                                        <p:tgtEl>
                                          <p:spTgt spid="279"/>
                                        </p:tgtEl>
                                      </p:cBhvr>
                                    </p:animEffect>
                                  </p:childTnLst>
                                </p:cTn>
                              </p:par>
                              <p:par>
                                <p:cTn id="274" presetID="10" presetClass="entr" presetSubtype="0" fill="hold" grpId="0" nodeType="withEffect">
                                  <p:stCondLst>
                                    <p:cond delay="0"/>
                                  </p:stCondLst>
                                  <p:childTnLst>
                                    <p:set>
                                      <p:cBhvr>
                                        <p:cTn id="275" dur="1" fill="hold">
                                          <p:stCondLst>
                                            <p:cond delay="0"/>
                                          </p:stCondLst>
                                        </p:cTn>
                                        <p:tgtEl>
                                          <p:spTgt spid="282"/>
                                        </p:tgtEl>
                                        <p:attrNameLst>
                                          <p:attrName>style.visibility</p:attrName>
                                        </p:attrNameLst>
                                      </p:cBhvr>
                                      <p:to>
                                        <p:strVal val="visible"/>
                                      </p:to>
                                    </p:set>
                                    <p:animEffect transition="in" filter="fade">
                                      <p:cBhvr>
                                        <p:cTn id="276" dur="500"/>
                                        <p:tgtEl>
                                          <p:spTgt spid="282"/>
                                        </p:tgtEl>
                                      </p:cBhvr>
                                    </p:animEffect>
                                  </p:childTnLst>
                                </p:cTn>
                              </p:par>
                              <p:par>
                                <p:cTn id="277" presetID="10" presetClass="entr" presetSubtype="0" fill="hold" nodeType="withEffect">
                                  <p:stCondLst>
                                    <p:cond delay="0"/>
                                  </p:stCondLst>
                                  <p:childTnLst>
                                    <p:set>
                                      <p:cBhvr>
                                        <p:cTn id="278" dur="1" fill="hold">
                                          <p:stCondLst>
                                            <p:cond delay="0"/>
                                          </p:stCondLst>
                                        </p:cTn>
                                        <p:tgtEl>
                                          <p:spTgt spid="367"/>
                                        </p:tgtEl>
                                        <p:attrNameLst>
                                          <p:attrName>style.visibility</p:attrName>
                                        </p:attrNameLst>
                                      </p:cBhvr>
                                      <p:to>
                                        <p:strVal val="visible"/>
                                      </p:to>
                                    </p:set>
                                    <p:animEffect transition="in" filter="fade">
                                      <p:cBhvr>
                                        <p:cTn id="279" dur="500"/>
                                        <p:tgtEl>
                                          <p:spTgt spid="367"/>
                                        </p:tgtEl>
                                      </p:cBhvr>
                                    </p:animEffect>
                                  </p:childTnLst>
                                </p:cTn>
                              </p:par>
                              <p:par>
                                <p:cTn id="280" presetID="10" presetClass="entr" presetSubtype="0" fill="hold" grpId="0" nodeType="withEffect">
                                  <p:stCondLst>
                                    <p:cond delay="0"/>
                                  </p:stCondLst>
                                  <p:childTnLst>
                                    <p:set>
                                      <p:cBhvr>
                                        <p:cTn id="281" dur="1" fill="hold">
                                          <p:stCondLst>
                                            <p:cond delay="0"/>
                                          </p:stCondLst>
                                        </p:cTn>
                                        <p:tgtEl>
                                          <p:spTgt spid="383"/>
                                        </p:tgtEl>
                                        <p:attrNameLst>
                                          <p:attrName>style.visibility</p:attrName>
                                        </p:attrNameLst>
                                      </p:cBhvr>
                                      <p:to>
                                        <p:strVal val="visible"/>
                                      </p:to>
                                    </p:set>
                                    <p:animEffect transition="in" filter="fade">
                                      <p:cBhvr>
                                        <p:cTn id="282" dur="500"/>
                                        <p:tgtEl>
                                          <p:spTgt spid="383"/>
                                        </p:tgtEl>
                                      </p:cBhvr>
                                    </p:animEffect>
                                  </p:childTnLst>
                                </p:cTn>
                              </p:par>
                              <p:par>
                                <p:cTn id="283" presetID="10" presetClass="entr" presetSubtype="0" fill="hold" nodeType="withEffect">
                                  <p:stCondLst>
                                    <p:cond delay="0"/>
                                  </p:stCondLst>
                                  <p:childTnLst>
                                    <p:set>
                                      <p:cBhvr>
                                        <p:cTn id="284" dur="1" fill="hold">
                                          <p:stCondLst>
                                            <p:cond delay="0"/>
                                          </p:stCondLst>
                                        </p:cTn>
                                        <p:tgtEl>
                                          <p:spTgt spid="389"/>
                                        </p:tgtEl>
                                        <p:attrNameLst>
                                          <p:attrName>style.visibility</p:attrName>
                                        </p:attrNameLst>
                                      </p:cBhvr>
                                      <p:to>
                                        <p:strVal val="visible"/>
                                      </p:to>
                                    </p:set>
                                    <p:animEffect transition="in" filter="fade">
                                      <p:cBhvr>
                                        <p:cTn id="285" dur="500"/>
                                        <p:tgtEl>
                                          <p:spTgt spid="389"/>
                                        </p:tgtEl>
                                      </p:cBhvr>
                                    </p:animEffect>
                                  </p:childTnLst>
                                </p:cTn>
                              </p:par>
                            </p:childTnLst>
                          </p:cTn>
                        </p:par>
                      </p:childTnLst>
                    </p:cTn>
                  </p:par>
                  <p:par>
                    <p:cTn id="286" fill="hold">
                      <p:stCondLst>
                        <p:cond delay="indefinite"/>
                      </p:stCondLst>
                      <p:childTnLst>
                        <p:par>
                          <p:cTn id="287" fill="hold">
                            <p:stCondLst>
                              <p:cond delay="0"/>
                            </p:stCondLst>
                            <p:childTnLst>
                              <p:par>
                                <p:cTn id="288" presetID="10" presetClass="entr" presetSubtype="0" fill="hold" grpId="0" nodeType="clickEffect">
                                  <p:stCondLst>
                                    <p:cond delay="0"/>
                                  </p:stCondLst>
                                  <p:childTnLst>
                                    <p:set>
                                      <p:cBhvr>
                                        <p:cTn id="289" dur="1" fill="hold">
                                          <p:stCondLst>
                                            <p:cond delay="0"/>
                                          </p:stCondLst>
                                        </p:cTn>
                                        <p:tgtEl>
                                          <p:spTgt spid="295"/>
                                        </p:tgtEl>
                                        <p:attrNameLst>
                                          <p:attrName>style.visibility</p:attrName>
                                        </p:attrNameLst>
                                      </p:cBhvr>
                                      <p:to>
                                        <p:strVal val="visible"/>
                                      </p:to>
                                    </p:set>
                                    <p:animEffect transition="in" filter="fade">
                                      <p:cBhvr>
                                        <p:cTn id="290" dur="500"/>
                                        <p:tgtEl>
                                          <p:spTgt spid="295"/>
                                        </p:tgtEl>
                                      </p:cBhvr>
                                    </p:animEffect>
                                  </p:childTnLst>
                                </p:cTn>
                              </p:par>
                              <p:par>
                                <p:cTn id="291" presetID="10" presetClass="entr" presetSubtype="0" fill="hold" nodeType="withEffect">
                                  <p:stCondLst>
                                    <p:cond delay="0"/>
                                  </p:stCondLst>
                                  <p:childTnLst>
                                    <p:set>
                                      <p:cBhvr>
                                        <p:cTn id="292" dur="1" fill="hold">
                                          <p:stCondLst>
                                            <p:cond delay="0"/>
                                          </p:stCondLst>
                                        </p:cTn>
                                        <p:tgtEl>
                                          <p:spTgt spid="296"/>
                                        </p:tgtEl>
                                        <p:attrNameLst>
                                          <p:attrName>style.visibility</p:attrName>
                                        </p:attrNameLst>
                                      </p:cBhvr>
                                      <p:to>
                                        <p:strVal val="visible"/>
                                      </p:to>
                                    </p:set>
                                    <p:animEffect transition="in" filter="fade">
                                      <p:cBhvr>
                                        <p:cTn id="293" dur="500"/>
                                        <p:tgtEl>
                                          <p:spTgt spid="296"/>
                                        </p:tgtEl>
                                      </p:cBhvr>
                                    </p:animEffect>
                                  </p:childTnLst>
                                </p:cTn>
                              </p:par>
                              <p:par>
                                <p:cTn id="294" presetID="10" presetClass="entr" presetSubtype="0" fill="hold" nodeType="withEffect">
                                  <p:stCondLst>
                                    <p:cond delay="0"/>
                                  </p:stCondLst>
                                  <p:childTnLst>
                                    <p:set>
                                      <p:cBhvr>
                                        <p:cTn id="295" dur="1" fill="hold">
                                          <p:stCondLst>
                                            <p:cond delay="0"/>
                                          </p:stCondLst>
                                        </p:cTn>
                                        <p:tgtEl>
                                          <p:spTgt spid="299"/>
                                        </p:tgtEl>
                                        <p:attrNameLst>
                                          <p:attrName>style.visibility</p:attrName>
                                        </p:attrNameLst>
                                      </p:cBhvr>
                                      <p:to>
                                        <p:strVal val="visible"/>
                                      </p:to>
                                    </p:set>
                                    <p:animEffect transition="in" filter="fade">
                                      <p:cBhvr>
                                        <p:cTn id="296" dur="500"/>
                                        <p:tgtEl>
                                          <p:spTgt spid="299"/>
                                        </p:tgtEl>
                                      </p:cBhvr>
                                    </p:animEffect>
                                  </p:childTnLst>
                                </p:cTn>
                              </p:par>
                              <p:par>
                                <p:cTn id="297" presetID="10" presetClass="entr" presetSubtype="0" fill="hold" grpId="0" nodeType="withEffect">
                                  <p:stCondLst>
                                    <p:cond delay="0"/>
                                  </p:stCondLst>
                                  <p:childTnLst>
                                    <p:set>
                                      <p:cBhvr>
                                        <p:cTn id="298" dur="1" fill="hold">
                                          <p:stCondLst>
                                            <p:cond delay="0"/>
                                          </p:stCondLst>
                                        </p:cTn>
                                        <p:tgtEl>
                                          <p:spTgt spid="302"/>
                                        </p:tgtEl>
                                        <p:attrNameLst>
                                          <p:attrName>style.visibility</p:attrName>
                                        </p:attrNameLst>
                                      </p:cBhvr>
                                      <p:to>
                                        <p:strVal val="visible"/>
                                      </p:to>
                                    </p:set>
                                    <p:animEffect transition="in" filter="fade">
                                      <p:cBhvr>
                                        <p:cTn id="299" dur="500"/>
                                        <p:tgtEl>
                                          <p:spTgt spid="302"/>
                                        </p:tgtEl>
                                      </p:cBhvr>
                                    </p:animEffect>
                                  </p:childTnLst>
                                </p:cTn>
                              </p:par>
                              <p:par>
                                <p:cTn id="300" presetID="10" presetClass="entr" presetSubtype="0" fill="hold" nodeType="withEffect">
                                  <p:stCondLst>
                                    <p:cond delay="0"/>
                                  </p:stCondLst>
                                  <p:childTnLst>
                                    <p:set>
                                      <p:cBhvr>
                                        <p:cTn id="301" dur="1" fill="hold">
                                          <p:stCondLst>
                                            <p:cond delay="0"/>
                                          </p:stCondLst>
                                        </p:cTn>
                                        <p:tgtEl>
                                          <p:spTgt spid="303"/>
                                        </p:tgtEl>
                                        <p:attrNameLst>
                                          <p:attrName>style.visibility</p:attrName>
                                        </p:attrNameLst>
                                      </p:cBhvr>
                                      <p:to>
                                        <p:strVal val="visible"/>
                                      </p:to>
                                    </p:set>
                                    <p:animEffect transition="in" filter="fade">
                                      <p:cBhvr>
                                        <p:cTn id="302" dur="500"/>
                                        <p:tgtEl>
                                          <p:spTgt spid="303"/>
                                        </p:tgtEl>
                                      </p:cBhvr>
                                    </p:animEffect>
                                  </p:childTnLst>
                                </p:cTn>
                              </p:par>
                              <p:par>
                                <p:cTn id="303" presetID="10" presetClass="entr" presetSubtype="0" fill="hold" grpId="0" nodeType="withEffect">
                                  <p:stCondLst>
                                    <p:cond delay="0"/>
                                  </p:stCondLst>
                                  <p:childTnLst>
                                    <p:set>
                                      <p:cBhvr>
                                        <p:cTn id="304" dur="1" fill="hold">
                                          <p:stCondLst>
                                            <p:cond delay="0"/>
                                          </p:stCondLst>
                                        </p:cTn>
                                        <p:tgtEl>
                                          <p:spTgt spid="306"/>
                                        </p:tgtEl>
                                        <p:attrNameLst>
                                          <p:attrName>style.visibility</p:attrName>
                                        </p:attrNameLst>
                                      </p:cBhvr>
                                      <p:to>
                                        <p:strVal val="visible"/>
                                      </p:to>
                                    </p:set>
                                    <p:animEffect transition="in" filter="fade">
                                      <p:cBhvr>
                                        <p:cTn id="305" dur="500"/>
                                        <p:tgtEl>
                                          <p:spTgt spid="306"/>
                                        </p:tgtEl>
                                      </p:cBhvr>
                                    </p:animEffect>
                                  </p:childTnLst>
                                </p:cTn>
                              </p:par>
                              <p:par>
                                <p:cTn id="306" presetID="10" presetClass="entr" presetSubtype="0" fill="hold" nodeType="withEffect">
                                  <p:stCondLst>
                                    <p:cond delay="0"/>
                                  </p:stCondLst>
                                  <p:childTnLst>
                                    <p:set>
                                      <p:cBhvr>
                                        <p:cTn id="307" dur="1" fill="hold">
                                          <p:stCondLst>
                                            <p:cond delay="0"/>
                                          </p:stCondLst>
                                        </p:cTn>
                                        <p:tgtEl>
                                          <p:spTgt spid="370"/>
                                        </p:tgtEl>
                                        <p:attrNameLst>
                                          <p:attrName>style.visibility</p:attrName>
                                        </p:attrNameLst>
                                      </p:cBhvr>
                                      <p:to>
                                        <p:strVal val="visible"/>
                                      </p:to>
                                    </p:set>
                                    <p:animEffect transition="in" filter="fade">
                                      <p:cBhvr>
                                        <p:cTn id="308" dur="500"/>
                                        <p:tgtEl>
                                          <p:spTgt spid="370"/>
                                        </p:tgtEl>
                                      </p:cBhvr>
                                    </p:animEffect>
                                  </p:childTnLst>
                                </p:cTn>
                              </p:par>
                              <p:par>
                                <p:cTn id="309" presetID="10" presetClass="entr" presetSubtype="0" fill="hold" grpId="0" nodeType="withEffect">
                                  <p:stCondLst>
                                    <p:cond delay="0"/>
                                  </p:stCondLst>
                                  <p:childTnLst>
                                    <p:set>
                                      <p:cBhvr>
                                        <p:cTn id="310" dur="1" fill="hold">
                                          <p:stCondLst>
                                            <p:cond delay="0"/>
                                          </p:stCondLst>
                                        </p:cTn>
                                        <p:tgtEl>
                                          <p:spTgt spid="384"/>
                                        </p:tgtEl>
                                        <p:attrNameLst>
                                          <p:attrName>style.visibility</p:attrName>
                                        </p:attrNameLst>
                                      </p:cBhvr>
                                      <p:to>
                                        <p:strVal val="visible"/>
                                      </p:to>
                                    </p:set>
                                    <p:animEffect transition="in" filter="fade">
                                      <p:cBhvr>
                                        <p:cTn id="311" dur="500"/>
                                        <p:tgtEl>
                                          <p:spTgt spid="384"/>
                                        </p:tgtEl>
                                      </p:cBhvr>
                                    </p:animEffect>
                                  </p:childTnLst>
                                </p:cTn>
                              </p:par>
                              <p:par>
                                <p:cTn id="312" presetID="10" presetClass="entr" presetSubtype="0" fill="hold" nodeType="withEffect">
                                  <p:stCondLst>
                                    <p:cond delay="0"/>
                                  </p:stCondLst>
                                  <p:childTnLst>
                                    <p:set>
                                      <p:cBhvr>
                                        <p:cTn id="313" dur="1" fill="hold">
                                          <p:stCondLst>
                                            <p:cond delay="0"/>
                                          </p:stCondLst>
                                        </p:cTn>
                                        <p:tgtEl>
                                          <p:spTgt spid="392"/>
                                        </p:tgtEl>
                                        <p:attrNameLst>
                                          <p:attrName>style.visibility</p:attrName>
                                        </p:attrNameLst>
                                      </p:cBhvr>
                                      <p:to>
                                        <p:strVal val="visible"/>
                                      </p:to>
                                    </p:set>
                                    <p:animEffect transition="in" filter="fade">
                                      <p:cBhvr>
                                        <p:cTn id="314" dur="500"/>
                                        <p:tgtEl>
                                          <p:spTgt spid="392"/>
                                        </p:tgtEl>
                                      </p:cBhvr>
                                    </p:animEffect>
                                  </p:childTnLst>
                                </p:cTn>
                              </p:par>
                            </p:childTnLst>
                          </p:cTn>
                        </p:par>
                      </p:childTnLst>
                    </p:cTn>
                  </p:par>
                  <p:par>
                    <p:cTn id="315" fill="hold">
                      <p:stCondLst>
                        <p:cond delay="indefinite"/>
                      </p:stCondLst>
                      <p:childTnLst>
                        <p:par>
                          <p:cTn id="316" fill="hold">
                            <p:stCondLst>
                              <p:cond delay="0"/>
                            </p:stCondLst>
                            <p:childTnLst>
                              <p:par>
                                <p:cTn id="317" presetID="10" presetClass="entr" presetSubtype="0" fill="hold" grpId="0" nodeType="clickEffect">
                                  <p:stCondLst>
                                    <p:cond delay="0"/>
                                  </p:stCondLst>
                                  <p:childTnLst>
                                    <p:set>
                                      <p:cBhvr>
                                        <p:cTn id="318" dur="1" fill="hold">
                                          <p:stCondLst>
                                            <p:cond delay="0"/>
                                          </p:stCondLst>
                                        </p:cTn>
                                        <p:tgtEl>
                                          <p:spTgt spid="319"/>
                                        </p:tgtEl>
                                        <p:attrNameLst>
                                          <p:attrName>style.visibility</p:attrName>
                                        </p:attrNameLst>
                                      </p:cBhvr>
                                      <p:to>
                                        <p:strVal val="visible"/>
                                      </p:to>
                                    </p:set>
                                    <p:animEffect transition="in" filter="fade">
                                      <p:cBhvr>
                                        <p:cTn id="319" dur="500"/>
                                        <p:tgtEl>
                                          <p:spTgt spid="319"/>
                                        </p:tgtEl>
                                      </p:cBhvr>
                                    </p:animEffect>
                                  </p:childTnLst>
                                </p:cTn>
                              </p:par>
                              <p:par>
                                <p:cTn id="320" presetID="10" presetClass="entr" presetSubtype="0" fill="hold" nodeType="withEffect">
                                  <p:stCondLst>
                                    <p:cond delay="0"/>
                                  </p:stCondLst>
                                  <p:childTnLst>
                                    <p:set>
                                      <p:cBhvr>
                                        <p:cTn id="321" dur="1" fill="hold">
                                          <p:stCondLst>
                                            <p:cond delay="0"/>
                                          </p:stCondLst>
                                        </p:cTn>
                                        <p:tgtEl>
                                          <p:spTgt spid="320"/>
                                        </p:tgtEl>
                                        <p:attrNameLst>
                                          <p:attrName>style.visibility</p:attrName>
                                        </p:attrNameLst>
                                      </p:cBhvr>
                                      <p:to>
                                        <p:strVal val="visible"/>
                                      </p:to>
                                    </p:set>
                                    <p:animEffect transition="in" filter="fade">
                                      <p:cBhvr>
                                        <p:cTn id="322" dur="500"/>
                                        <p:tgtEl>
                                          <p:spTgt spid="320"/>
                                        </p:tgtEl>
                                      </p:cBhvr>
                                    </p:animEffect>
                                  </p:childTnLst>
                                </p:cTn>
                              </p:par>
                              <p:par>
                                <p:cTn id="323" presetID="10" presetClass="entr" presetSubtype="0" fill="hold" nodeType="withEffect">
                                  <p:stCondLst>
                                    <p:cond delay="0"/>
                                  </p:stCondLst>
                                  <p:childTnLst>
                                    <p:set>
                                      <p:cBhvr>
                                        <p:cTn id="324" dur="1" fill="hold">
                                          <p:stCondLst>
                                            <p:cond delay="0"/>
                                          </p:stCondLst>
                                        </p:cTn>
                                        <p:tgtEl>
                                          <p:spTgt spid="323"/>
                                        </p:tgtEl>
                                        <p:attrNameLst>
                                          <p:attrName>style.visibility</p:attrName>
                                        </p:attrNameLst>
                                      </p:cBhvr>
                                      <p:to>
                                        <p:strVal val="visible"/>
                                      </p:to>
                                    </p:set>
                                    <p:animEffect transition="in" filter="fade">
                                      <p:cBhvr>
                                        <p:cTn id="325" dur="500"/>
                                        <p:tgtEl>
                                          <p:spTgt spid="323"/>
                                        </p:tgtEl>
                                      </p:cBhvr>
                                    </p:animEffect>
                                  </p:childTnLst>
                                </p:cTn>
                              </p:par>
                              <p:par>
                                <p:cTn id="326" presetID="10" presetClass="entr" presetSubtype="0" fill="hold" grpId="0" nodeType="withEffect">
                                  <p:stCondLst>
                                    <p:cond delay="0"/>
                                  </p:stCondLst>
                                  <p:childTnLst>
                                    <p:set>
                                      <p:cBhvr>
                                        <p:cTn id="327" dur="1" fill="hold">
                                          <p:stCondLst>
                                            <p:cond delay="0"/>
                                          </p:stCondLst>
                                        </p:cTn>
                                        <p:tgtEl>
                                          <p:spTgt spid="326"/>
                                        </p:tgtEl>
                                        <p:attrNameLst>
                                          <p:attrName>style.visibility</p:attrName>
                                        </p:attrNameLst>
                                      </p:cBhvr>
                                      <p:to>
                                        <p:strVal val="visible"/>
                                      </p:to>
                                    </p:set>
                                    <p:animEffect transition="in" filter="fade">
                                      <p:cBhvr>
                                        <p:cTn id="328" dur="500"/>
                                        <p:tgtEl>
                                          <p:spTgt spid="326"/>
                                        </p:tgtEl>
                                      </p:cBhvr>
                                    </p:animEffect>
                                  </p:childTnLst>
                                </p:cTn>
                              </p:par>
                              <p:par>
                                <p:cTn id="329" presetID="10" presetClass="entr" presetSubtype="0" fill="hold" nodeType="withEffect">
                                  <p:stCondLst>
                                    <p:cond delay="0"/>
                                  </p:stCondLst>
                                  <p:childTnLst>
                                    <p:set>
                                      <p:cBhvr>
                                        <p:cTn id="330" dur="1" fill="hold">
                                          <p:stCondLst>
                                            <p:cond delay="0"/>
                                          </p:stCondLst>
                                        </p:cTn>
                                        <p:tgtEl>
                                          <p:spTgt spid="327"/>
                                        </p:tgtEl>
                                        <p:attrNameLst>
                                          <p:attrName>style.visibility</p:attrName>
                                        </p:attrNameLst>
                                      </p:cBhvr>
                                      <p:to>
                                        <p:strVal val="visible"/>
                                      </p:to>
                                    </p:set>
                                    <p:animEffect transition="in" filter="fade">
                                      <p:cBhvr>
                                        <p:cTn id="331" dur="500"/>
                                        <p:tgtEl>
                                          <p:spTgt spid="327"/>
                                        </p:tgtEl>
                                      </p:cBhvr>
                                    </p:animEffect>
                                  </p:childTnLst>
                                </p:cTn>
                              </p:par>
                              <p:par>
                                <p:cTn id="332" presetID="10" presetClass="entr" presetSubtype="0" fill="hold" grpId="0" nodeType="withEffect">
                                  <p:stCondLst>
                                    <p:cond delay="0"/>
                                  </p:stCondLst>
                                  <p:childTnLst>
                                    <p:set>
                                      <p:cBhvr>
                                        <p:cTn id="333" dur="1" fill="hold">
                                          <p:stCondLst>
                                            <p:cond delay="0"/>
                                          </p:stCondLst>
                                        </p:cTn>
                                        <p:tgtEl>
                                          <p:spTgt spid="330"/>
                                        </p:tgtEl>
                                        <p:attrNameLst>
                                          <p:attrName>style.visibility</p:attrName>
                                        </p:attrNameLst>
                                      </p:cBhvr>
                                      <p:to>
                                        <p:strVal val="visible"/>
                                      </p:to>
                                    </p:set>
                                    <p:animEffect transition="in" filter="fade">
                                      <p:cBhvr>
                                        <p:cTn id="334" dur="500"/>
                                        <p:tgtEl>
                                          <p:spTgt spid="330"/>
                                        </p:tgtEl>
                                      </p:cBhvr>
                                    </p:animEffect>
                                  </p:childTnLst>
                                </p:cTn>
                              </p:par>
                              <p:par>
                                <p:cTn id="335" presetID="10" presetClass="entr" presetSubtype="0" fill="hold" nodeType="withEffect">
                                  <p:stCondLst>
                                    <p:cond delay="0"/>
                                  </p:stCondLst>
                                  <p:childTnLst>
                                    <p:set>
                                      <p:cBhvr>
                                        <p:cTn id="336" dur="1" fill="hold">
                                          <p:stCondLst>
                                            <p:cond delay="0"/>
                                          </p:stCondLst>
                                        </p:cTn>
                                        <p:tgtEl>
                                          <p:spTgt spid="373"/>
                                        </p:tgtEl>
                                        <p:attrNameLst>
                                          <p:attrName>style.visibility</p:attrName>
                                        </p:attrNameLst>
                                      </p:cBhvr>
                                      <p:to>
                                        <p:strVal val="visible"/>
                                      </p:to>
                                    </p:set>
                                    <p:animEffect transition="in" filter="fade">
                                      <p:cBhvr>
                                        <p:cTn id="337" dur="500"/>
                                        <p:tgtEl>
                                          <p:spTgt spid="373"/>
                                        </p:tgtEl>
                                      </p:cBhvr>
                                    </p:animEffect>
                                  </p:childTnLst>
                                </p:cTn>
                              </p:par>
                              <p:par>
                                <p:cTn id="338" presetID="10" presetClass="entr" presetSubtype="0" fill="hold" grpId="0" nodeType="withEffect">
                                  <p:stCondLst>
                                    <p:cond delay="0"/>
                                  </p:stCondLst>
                                  <p:childTnLst>
                                    <p:set>
                                      <p:cBhvr>
                                        <p:cTn id="339" dur="1" fill="hold">
                                          <p:stCondLst>
                                            <p:cond delay="0"/>
                                          </p:stCondLst>
                                        </p:cTn>
                                        <p:tgtEl>
                                          <p:spTgt spid="385"/>
                                        </p:tgtEl>
                                        <p:attrNameLst>
                                          <p:attrName>style.visibility</p:attrName>
                                        </p:attrNameLst>
                                      </p:cBhvr>
                                      <p:to>
                                        <p:strVal val="visible"/>
                                      </p:to>
                                    </p:set>
                                    <p:animEffect transition="in" filter="fade">
                                      <p:cBhvr>
                                        <p:cTn id="340" dur="500"/>
                                        <p:tgtEl>
                                          <p:spTgt spid="385"/>
                                        </p:tgtEl>
                                      </p:cBhvr>
                                    </p:animEffect>
                                  </p:childTnLst>
                                </p:cTn>
                              </p:par>
                              <p:par>
                                <p:cTn id="341" presetID="10" presetClass="entr" presetSubtype="0" fill="hold" nodeType="withEffect">
                                  <p:stCondLst>
                                    <p:cond delay="0"/>
                                  </p:stCondLst>
                                  <p:childTnLst>
                                    <p:set>
                                      <p:cBhvr>
                                        <p:cTn id="342" dur="1" fill="hold">
                                          <p:stCondLst>
                                            <p:cond delay="0"/>
                                          </p:stCondLst>
                                        </p:cTn>
                                        <p:tgtEl>
                                          <p:spTgt spid="395"/>
                                        </p:tgtEl>
                                        <p:attrNameLst>
                                          <p:attrName>style.visibility</p:attrName>
                                        </p:attrNameLst>
                                      </p:cBhvr>
                                      <p:to>
                                        <p:strVal val="visible"/>
                                      </p:to>
                                    </p:set>
                                    <p:animEffect transition="in" filter="fade">
                                      <p:cBhvr>
                                        <p:cTn id="343" dur="500"/>
                                        <p:tgtEl>
                                          <p:spTgt spid="395"/>
                                        </p:tgtEl>
                                      </p:cBhvr>
                                    </p:animEffect>
                                  </p:childTnLst>
                                </p:cTn>
                              </p:par>
                            </p:childTnLst>
                          </p:cTn>
                        </p:par>
                      </p:childTnLst>
                    </p:cTn>
                  </p:par>
                  <p:par>
                    <p:cTn id="344" fill="hold">
                      <p:stCondLst>
                        <p:cond delay="indefinite"/>
                      </p:stCondLst>
                      <p:childTnLst>
                        <p:par>
                          <p:cTn id="345" fill="hold">
                            <p:stCondLst>
                              <p:cond delay="0"/>
                            </p:stCondLst>
                            <p:childTnLst>
                              <p:par>
                                <p:cTn id="346" presetID="10" presetClass="entr" presetSubtype="0" fill="hold" nodeType="clickEffect">
                                  <p:stCondLst>
                                    <p:cond delay="0"/>
                                  </p:stCondLst>
                                  <p:childTnLst>
                                    <p:set>
                                      <p:cBhvr>
                                        <p:cTn id="347" dur="1" fill="hold">
                                          <p:stCondLst>
                                            <p:cond delay="0"/>
                                          </p:stCondLst>
                                        </p:cTn>
                                        <p:tgtEl>
                                          <p:spTgt spid="416">
                                            <p:txEl>
                                              <p:pRg st="0" end="0"/>
                                            </p:txEl>
                                          </p:spTgt>
                                        </p:tgtEl>
                                        <p:attrNameLst>
                                          <p:attrName>style.visibility</p:attrName>
                                        </p:attrNameLst>
                                      </p:cBhvr>
                                      <p:to>
                                        <p:strVal val="visible"/>
                                      </p:to>
                                    </p:set>
                                    <p:animEffect transition="in" filter="fade">
                                      <p:cBhvr>
                                        <p:cTn id="348" dur="500"/>
                                        <p:tgtEl>
                                          <p:spTgt spid="416">
                                            <p:txEl>
                                              <p:pRg st="0" end="0"/>
                                            </p:txEl>
                                          </p:spTgt>
                                        </p:tgtEl>
                                      </p:cBhvr>
                                    </p:animEffect>
                                  </p:childTnLst>
                                </p:cTn>
                              </p:par>
                            </p:childTnLst>
                          </p:cTn>
                        </p:par>
                      </p:childTnLst>
                    </p:cTn>
                  </p:par>
                  <p:par>
                    <p:cTn id="349" fill="hold">
                      <p:stCondLst>
                        <p:cond delay="indefinite"/>
                      </p:stCondLst>
                      <p:childTnLst>
                        <p:par>
                          <p:cTn id="350" fill="hold">
                            <p:stCondLst>
                              <p:cond delay="0"/>
                            </p:stCondLst>
                            <p:childTnLst>
                              <p:par>
                                <p:cTn id="351" presetID="10" presetClass="entr" presetSubtype="0" fill="hold" grpId="0" nodeType="clickEffect">
                                  <p:stCondLst>
                                    <p:cond delay="0"/>
                                  </p:stCondLst>
                                  <p:childTnLst>
                                    <p:set>
                                      <p:cBhvr>
                                        <p:cTn id="352" dur="1" fill="hold">
                                          <p:stCondLst>
                                            <p:cond delay="0"/>
                                          </p:stCondLst>
                                        </p:cTn>
                                        <p:tgtEl>
                                          <p:spTgt spid="398"/>
                                        </p:tgtEl>
                                        <p:attrNameLst>
                                          <p:attrName>style.visibility</p:attrName>
                                        </p:attrNameLst>
                                      </p:cBhvr>
                                      <p:to>
                                        <p:strVal val="visible"/>
                                      </p:to>
                                    </p:set>
                                    <p:animEffect transition="in" filter="fade">
                                      <p:cBhvr>
                                        <p:cTn id="353" dur="500"/>
                                        <p:tgtEl>
                                          <p:spTgt spid="398"/>
                                        </p:tgtEl>
                                      </p:cBhvr>
                                    </p:animEffect>
                                  </p:childTnLst>
                                </p:cTn>
                              </p:par>
                            </p:childTnLst>
                          </p:cTn>
                        </p:par>
                      </p:childTnLst>
                    </p:cTn>
                  </p:par>
                  <p:par>
                    <p:cTn id="354" fill="hold">
                      <p:stCondLst>
                        <p:cond delay="indefinite"/>
                      </p:stCondLst>
                      <p:childTnLst>
                        <p:par>
                          <p:cTn id="355" fill="hold">
                            <p:stCondLst>
                              <p:cond delay="0"/>
                            </p:stCondLst>
                            <p:childTnLst>
                              <p:par>
                                <p:cTn id="356" presetID="10" presetClass="entr" presetSubtype="0" fill="hold" nodeType="clickEffect">
                                  <p:stCondLst>
                                    <p:cond delay="0"/>
                                  </p:stCondLst>
                                  <p:childTnLst>
                                    <p:set>
                                      <p:cBhvr>
                                        <p:cTn id="357" dur="1" fill="hold">
                                          <p:stCondLst>
                                            <p:cond delay="0"/>
                                          </p:stCondLst>
                                        </p:cTn>
                                        <p:tgtEl>
                                          <p:spTgt spid="415">
                                            <p:txEl>
                                              <p:pRg st="0" end="0"/>
                                            </p:txEl>
                                          </p:spTgt>
                                        </p:tgtEl>
                                        <p:attrNameLst>
                                          <p:attrName>style.visibility</p:attrName>
                                        </p:attrNameLst>
                                      </p:cBhvr>
                                      <p:to>
                                        <p:strVal val="visible"/>
                                      </p:to>
                                    </p:set>
                                    <p:animEffect transition="in" filter="fade">
                                      <p:cBhvr>
                                        <p:cTn id="358" dur="500"/>
                                        <p:tgtEl>
                                          <p:spTgt spid="415">
                                            <p:txEl>
                                              <p:pRg st="0" end="0"/>
                                            </p:txEl>
                                          </p:spTgt>
                                        </p:tgtEl>
                                      </p:cBhvr>
                                    </p:animEffect>
                                  </p:childTnLst>
                                </p:cTn>
                              </p:par>
                            </p:childTnLst>
                          </p:cTn>
                        </p:par>
                      </p:childTnLst>
                    </p:cTn>
                  </p:par>
                  <p:par>
                    <p:cTn id="359" fill="hold">
                      <p:stCondLst>
                        <p:cond delay="indefinite"/>
                      </p:stCondLst>
                      <p:childTnLst>
                        <p:par>
                          <p:cTn id="360" fill="hold">
                            <p:stCondLst>
                              <p:cond delay="0"/>
                            </p:stCondLst>
                            <p:childTnLst>
                              <p:par>
                                <p:cTn id="361" presetID="10" presetClass="entr" presetSubtype="0" fill="hold" nodeType="clickEffect">
                                  <p:stCondLst>
                                    <p:cond delay="0"/>
                                  </p:stCondLst>
                                  <p:childTnLst>
                                    <p:set>
                                      <p:cBhvr>
                                        <p:cTn id="362" dur="1" fill="hold">
                                          <p:stCondLst>
                                            <p:cond delay="0"/>
                                          </p:stCondLst>
                                        </p:cTn>
                                        <p:tgtEl>
                                          <p:spTgt spid="418">
                                            <p:txEl>
                                              <p:pRg st="0" end="0"/>
                                            </p:txEl>
                                          </p:spTgt>
                                        </p:tgtEl>
                                        <p:attrNameLst>
                                          <p:attrName>style.visibility</p:attrName>
                                        </p:attrNameLst>
                                      </p:cBhvr>
                                      <p:to>
                                        <p:strVal val="visible"/>
                                      </p:to>
                                    </p:set>
                                    <p:animEffect transition="in" filter="fade">
                                      <p:cBhvr>
                                        <p:cTn id="363" dur="500"/>
                                        <p:tgtEl>
                                          <p:spTgt spid="418">
                                            <p:txEl>
                                              <p:pRg st="0" end="0"/>
                                            </p:txEl>
                                          </p:spTgt>
                                        </p:tgtEl>
                                      </p:cBhvr>
                                    </p:animEffect>
                                  </p:childTnLst>
                                </p:cTn>
                              </p:par>
                            </p:childTnLst>
                          </p:cTn>
                        </p:par>
                      </p:childTnLst>
                    </p:cTn>
                  </p:par>
                  <p:par>
                    <p:cTn id="364" fill="hold">
                      <p:stCondLst>
                        <p:cond delay="indefinite"/>
                      </p:stCondLst>
                      <p:childTnLst>
                        <p:par>
                          <p:cTn id="365" fill="hold">
                            <p:stCondLst>
                              <p:cond delay="0"/>
                            </p:stCondLst>
                            <p:childTnLst>
                              <p:par>
                                <p:cTn id="366" presetID="10" presetClass="entr" presetSubtype="0" fill="hold" nodeType="clickEffect">
                                  <p:stCondLst>
                                    <p:cond delay="0"/>
                                  </p:stCondLst>
                                  <p:childTnLst>
                                    <p:set>
                                      <p:cBhvr>
                                        <p:cTn id="367" dur="1" fill="hold">
                                          <p:stCondLst>
                                            <p:cond delay="0"/>
                                          </p:stCondLst>
                                        </p:cTn>
                                        <p:tgtEl>
                                          <p:spTgt spid="423">
                                            <p:txEl>
                                              <p:pRg st="0" end="0"/>
                                            </p:txEl>
                                          </p:spTgt>
                                        </p:tgtEl>
                                        <p:attrNameLst>
                                          <p:attrName>style.visibility</p:attrName>
                                        </p:attrNameLst>
                                      </p:cBhvr>
                                      <p:to>
                                        <p:strVal val="visible"/>
                                      </p:to>
                                    </p:set>
                                    <p:animEffect transition="in" filter="fade">
                                      <p:cBhvr>
                                        <p:cTn id="368" dur="500"/>
                                        <p:tgtEl>
                                          <p:spTgt spid="423">
                                            <p:txEl>
                                              <p:pRg st="0" end="0"/>
                                            </p:txEl>
                                          </p:spTgt>
                                        </p:tgtEl>
                                      </p:cBhvr>
                                    </p:animEffect>
                                  </p:childTnLst>
                                </p:cTn>
                              </p:par>
                            </p:childTnLst>
                          </p:cTn>
                        </p:par>
                      </p:childTnLst>
                    </p:cTn>
                  </p:par>
                  <p:par>
                    <p:cTn id="369" fill="hold">
                      <p:stCondLst>
                        <p:cond delay="indefinite"/>
                      </p:stCondLst>
                      <p:childTnLst>
                        <p:par>
                          <p:cTn id="370" fill="hold">
                            <p:stCondLst>
                              <p:cond delay="0"/>
                            </p:stCondLst>
                            <p:childTnLst>
                              <p:par>
                                <p:cTn id="371" presetID="10" presetClass="entr" presetSubtype="0" fill="hold" nodeType="clickEffect">
                                  <p:stCondLst>
                                    <p:cond delay="0"/>
                                  </p:stCondLst>
                                  <p:childTnLst>
                                    <p:set>
                                      <p:cBhvr>
                                        <p:cTn id="372" dur="1" fill="hold">
                                          <p:stCondLst>
                                            <p:cond delay="0"/>
                                          </p:stCondLst>
                                        </p:cTn>
                                        <p:tgtEl>
                                          <p:spTgt spid="424">
                                            <p:txEl>
                                              <p:pRg st="0" end="0"/>
                                            </p:txEl>
                                          </p:spTgt>
                                        </p:tgtEl>
                                        <p:attrNameLst>
                                          <p:attrName>style.visibility</p:attrName>
                                        </p:attrNameLst>
                                      </p:cBhvr>
                                      <p:to>
                                        <p:strVal val="visible"/>
                                      </p:to>
                                    </p:set>
                                    <p:animEffect transition="in" filter="fade">
                                      <p:cBhvr>
                                        <p:cTn id="373" dur="500"/>
                                        <p:tgtEl>
                                          <p:spTgt spid="424">
                                            <p:txEl>
                                              <p:pRg st="0" end="0"/>
                                            </p:txEl>
                                          </p:spTgt>
                                        </p:tgtEl>
                                      </p:cBhvr>
                                    </p:animEffect>
                                  </p:childTnLst>
                                </p:cTn>
                              </p:par>
                            </p:childTnLst>
                          </p:cTn>
                        </p:par>
                      </p:childTnLst>
                    </p:cTn>
                  </p:par>
                  <p:par>
                    <p:cTn id="374" fill="hold">
                      <p:stCondLst>
                        <p:cond delay="indefinite"/>
                      </p:stCondLst>
                      <p:childTnLst>
                        <p:par>
                          <p:cTn id="375" fill="hold">
                            <p:stCondLst>
                              <p:cond delay="0"/>
                            </p:stCondLst>
                            <p:childTnLst>
                              <p:par>
                                <p:cTn id="376" presetID="10" presetClass="entr" presetSubtype="0" fill="hold" nodeType="clickEffect">
                                  <p:stCondLst>
                                    <p:cond delay="0"/>
                                  </p:stCondLst>
                                  <p:childTnLst>
                                    <p:set>
                                      <p:cBhvr>
                                        <p:cTn id="377" dur="1" fill="hold">
                                          <p:stCondLst>
                                            <p:cond delay="0"/>
                                          </p:stCondLst>
                                        </p:cTn>
                                        <p:tgtEl>
                                          <p:spTgt spid="420">
                                            <p:txEl>
                                              <p:pRg st="0" end="0"/>
                                            </p:txEl>
                                          </p:spTgt>
                                        </p:tgtEl>
                                        <p:attrNameLst>
                                          <p:attrName>style.visibility</p:attrName>
                                        </p:attrNameLst>
                                      </p:cBhvr>
                                      <p:to>
                                        <p:strVal val="visible"/>
                                      </p:to>
                                    </p:set>
                                    <p:animEffect transition="in" filter="fade">
                                      <p:cBhvr>
                                        <p:cTn id="378" dur="500"/>
                                        <p:tgtEl>
                                          <p:spTgt spid="420">
                                            <p:txEl>
                                              <p:pRg st="0" end="0"/>
                                            </p:txEl>
                                          </p:spTgt>
                                        </p:tgtEl>
                                      </p:cBhvr>
                                    </p:animEffect>
                                  </p:childTnLst>
                                </p:cTn>
                              </p:par>
                            </p:childTnLst>
                          </p:cTn>
                        </p:par>
                      </p:childTnLst>
                    </p:cTn>
                  </p:par>
                  <p:par>
                    <p:cTn id="379" fill="hold">
                      <p:stCondLst>
                        <p:cond delay="indefinite"/>
                      </p:stCondLst>
                      <p:childTnLst>
                        <p:par>
                          <p:cTn id="380" fill="hold">
                            <p:stCondLst>
                              <p:cond delay="0"/>
                            </p:stCondLst>
                            <p:childTnLst>
                              <p:par>
                                <p:cTn id="381" presetID="10" presetClass="entr" presetSubtype="0" fill="hold" nodeType="clickEffect">
                                  <p:stCondLst>
                                    <p:cond delay="0"/>
                                  </p:stCondLst>
                                  <p:childTnLst>
                                    <p:set>
                                      <p:cBhvr>
                                        <p:cTn id="382" dur="1" fill="hold">
                                          <p:stCondLst>
                                            <p:cond delay="0"/>
                                          </p:stCondLst>
                                        </p:cTn>
                                        <p:tgtEl>
                                          <p:spTgt spid="425">
                                            <p:txEl>
                                              <p:pRg st="0" end="0"/>
                                            </p:txEl>
                                          </p:spTgt>
                                        </p:tgtEl>
                                        <p:attrNameLst>
                                          <p:attrName>style.visibility</p:attrName>
                                        </p:attrNameLst>
                                      </p:cBhvr>
                                      <p:to>
                                        <p:strVal val="visible"/>
                                      </p:to>
                                    </p:set>
                                    <p:animEffect transition="in" filter="fade">
                                      <p:cBhvr>
                                        <p:cTn id="383" dur="500"/>
                                        <p:tgtEl>
                                          <p:spTgt spid="425">
                                            <p:txEl>
                                              <p:pRg st="0" end="0"/>
                                            </p:txEl>
                                          </p:spTgt>
                                        </p:tgtEl>
                                      </p:cBhvr>
                                    </p:animEffect>
                                  </p:childTnLst>
                                </p:cTn>
                              </p:par>
                            </p:childTnLst>
                          </p:cTn>
                        </p:par>
                      </p:childTnLst>
                    </p:cTn>
                  </p:par>
                  <p:par>
                    <p:cTn id="384" fill="hold">
                      <p:stCondLst>
                        <p:cond delay="indefinite"/>
                      </p:stCondLst>
                      <p:childTnLst>
                        <p:par>
                          <p:cTn id="385" fill="hold">
                            <p:stCondLst>
                              <p:cond delay="0"/>
                            </p:stCondLst>
                            <p:childTnLst>
                              <p:par>
                                <p:cTn id="386" presetID="10" presetClass="entr" presetSubtype="0" fill="hold" nodeType="clickEffect">
                                  <p:stCondLst>
                                    <p:cond delay="0"/>
                                  </p:stCondLst>
                                  <p:childTnLst>
                                    <p:set>
                                      <p:cBhvr>
                                        <p:cTn id="387" dur="1" fill="hold">
                                          <p:stCondLst>
                                            <p:cond delay="0"/>
                                          </p:stCondLst>
                                        </p:cTn>
                                        <p:tgtEl>
                                          <p:spTgt spid="421">
                                            <p:txEl>
                                              <p:pRg st="0" end="0"/>
                                            </p:txEl>
                                          </p:spTgt>
                                        </p:tgtEl>
                                        <p:attrNameLst>
                                          <p:attrName>style.visibility</p:attrName>
                                        </p:attrNameLst>
                                      </p:cBhvr>
                                      <p:to>
                                        <p:strVal val="visible"/>
                                      </p:to>
                                    </p:set>
                                    <p:animEffect transition="in" filter="fade">
                                      <p:cBhvr>
                                        <p:cTn id="388" dur="500"/>
                                        <p:tgtEl>
                                          <p:spTgt spid="421">
                                            <p:txEl>
                                              <p:pRg st="0" end="0"/>
                                            </p:txEl>
                                          </p:spTgt>
                                        </p:tgtEl>
                                      </p:cBhvr>
                                    </p:animEffect>
                                  </p:childTnLst>
                                </p:cTn>
                              </p:par>
                            </p:childTnLst>
                          </p:cTn>
                        </p:par>
                      </p:childTnLst>
                    </p:cTn>
                  </p:par>
                  <p:par>
                    <p:cTn id="389" fill="hold">
                      <p:stCondLst>
                        <p:cond delay="indefinite"/>
                      </p:stCondLst>
                      <p:childTnLst>
                        <p:par>
                          <p:cTn id="390" fill="hold">
                            <p:stCondLst>
                              <p:cond delay="0"/>
                            </p:stCondLst>
                            <p:childTnLst>
                              <p:par>
                                <p:cTn id="391" presetID="10" presetClass="entr" presetSubtype="0" fill="hold" nodeType="clickEffect">
                                  <p:stCondLst>
                                    <p:cond delay="0"/>
                                  </p:stCondLst>
                                  <p:childTnLst>
                                    <p:set>
                                      <p:cBhvr>
                                        <p:cTn id="392" dur="1" fill="hold">
                                          <p:stCondLst>
                                            <p:cond delay="0"/>
                                          </p:stCondLst>
                                        </p:cTn>
                                        <p:tgtEl>
                                          <p:spTgt spid="427">
                                            <p:txEl>
                                              <p:pRg st="0" end="0"/>
                                            </p:txEl>
                                          </p:spTgt>
                                        </p:tgtEl>
                                        <p:attrNameLst>
                                          <p:attrName>style.visibility</p:attrName>
                                        </p:attrNameLst>
                                      </p:cBhvr>
                                      <p:to>
                                        <p:strVal val="visible"/>
                                      </p:to>
                                    </p:set>
                                    <p:animEffect transition="in" filter="fade">
                                      <p:cBhvr>
                                        <p:cTn id="393" dur="500"/>
                                        <p:tgtEl>
                                          <p:spTgt spid="427">
                                            <p:txEl>
                                              <p:pRg st="0" end="0"/>
                                            </p:txEl>
                                          </p:spTgt>
                                        </p:tgtEl>
                                      </p:cBhvr>
                                    </p:animEffect>
                                  </p:childTnLst>
                                </p:cTn>
                              </p:par>
                            </p:childTnLst>
                          </p:cTn>
                        </p:par>
                      </p:childTnLst>
                    </p:cTn>
                  </p:par>
                  <p:par>
                    <p:cTn id="394" fill="hold">
                      <p:stCondLst>
                        <p:cond delay="indefinite"/>
                      </p:stCondLst>
                      <p:childTnLst>
                        <p:par>
                          <p:cTn id="395" fill="hold">
                            <p:stCondLst>
                              <p:cond delay="0"/>
                            </p:stCondLst>
                            <p:childTnLst>
                              <p:par>
                                <p:cTn id="396" presetID="10" presetClass="entr" presetSubtype="0" fill="hold" nodeType="clickEffect">
                                  <p:stCondLst>
                                    <p:cond delay="0"/>
                                  </p:stCondLst>
                                  <p:childTnLst>
                                    <p:set>
                                      <p:cBhvr>
                                        <p:cTn id="397" dur="1" fill="hold">
                                          <p:stCondLst>
                                            <p:cond delay="0"/>
                                          </p:stCondLst>
                                        </p:cTn>
                                        <p:tgtEl>
                                          <p:spTgt spid="428">
                                            <p:txEl>
                                              <p:pRg st="0" end="0"/>
                                            </p:txEl>
                                          </p:spTgt>
                                        </p:tgtEl>
                                        <p:attrNameLst>
                                          <p:attrName>style.visibility</p:attrName>
                                        </p:attrNameLst>
                                      </p:cBhvr>
                                      <p:to>
                                        <p:strVal val="visible"/>
                                      </p:to>
                                    </p:set>
                                    <p:animEffect transition="in" filter="fade">
                                      <p:cBhvr>
                                        <p:cTn id="398" dur="500"/>
                                        <p:tgtEl>
                                          <p:spTgt spid="428">
                                            <p:txEl>
                                              <p:pRg st="0" end="0"/>
                                            </p:txEl>
                                          </p:spTgt>
                                        </p:tgtEl>
                                      </p:cBhvr>
                                    </p:animEffect>
                                  </p:childTnLst>
                                </p:cTn>
                              </p:par>
                            </p:childTnLst>
                          </p:cTn>
                        </p:par>
                      </p:childTnLst>
                    </p:cTn>
                  </p:par>
                  <p:par>
                    <p:cTn id="399" fill="hold">
                      <p:stCondLst>
                        <p:cond delay="indefinite"/>
                      </p:stCondLst>
                      <p:childTnLst>
                        <p:par>
                          <p:cTn id="400" fill="hold">
                            <p:stCondLst>
                              <p:cond delay="0"/>
                            </p:stCondLst>
                            <p:childTnLst>
                              <p:par>
                                <p:cTn id="401" presetID="10" presetClass="entr" presetSubtype="0" fill="hold" nodeType="clickEffect">
                                  <p:stCondLst>
                                    <p:cond delay="0"/>
                                  </p:stCondLst>
                                  <p:childTnLst>
                                    <p:set>
                                      <p:cBhvr>
                                        <p:cTn id="402" dur="1" fill="hold">
                                          <p:stCondLst>
                                            <p:cond delay="0"/>
                                          </p:stCondLst>
                                        </p:cTn>
                                        <p:tgtEl>
                                          <p:spTgt spid="429">
                                            <p:txEl>
                                              <p:pRg st="0" end="0"/>
                                            </p:txEl>
                                          </p:spTgt>
                                        </p:tgtEl>
                                        <p:attrNameLst>
                                          <p:attrName>style.visibility</p:attrName>
                                        </p:attrNameLst>
                                      </p:cBhvr>
                                      <p:to>
                                        <p:strVal val="visible"/>
                                      </p:to>
                                    </p:set>
                                    <p:animEffect transition="in" filter="fade">
                                      <p:cBhvr>
                                        <p:cTn id="403" dur="500"/>
                                        <p:tgtEl>
                                          <p:spTgt spid="429">
                                            <p:txEl>
                                              <p:pRg st="0" end="0"/>
                                            </p:txEl>
                                          </p:spTgt>
                                        </p:tgtEl>
                                      </p:cBhvr>
                                    </p:animEffect>
                                  </p:childTnLst>
                                </p:cTn>
                              </p:par>
                            </p:childTnLst>
                          </p:cTn>
                        </p:par>
                      </p:childTnLst>
                    </p:cTn>
                  </p:par>
                  <p:par>
                    <p:cTn id="404" fill="hold">
                      <p:stCondLst>
                        <p:cond delay="indefinite"/>
                      </p:stCondLst>
                      <p:childTnLst>
                        <p:par>
                          <p:cTn id="405" fill="hold">
                            <p:stCondLst>
                              <p:cond delay="0"/>
                            </p:stCondLst>
                            <p:childTnLst>
                              <p:par>
                                <p:cTn id="406" presetID="10" presetClass="entr" presetSubtype="0" fill="hold" nodeType="clickEffect">
                                  <p:stCondLst>
                                    <p:cond delay="0"/>
                                  </p:stCondLst>
                                  <p:childTnLst>
                                    <p:set>
                                      <p:cBhvr>
                                        <p:cTn id="407" dur="1" fill="hold">
                                          <p:stCondLst>
                                            <p:cond delay="0"/>
                                          </p:stCondLst>
                                        </p:cTn>
                                        <p:tgtEl>
                                          <p:spTgt spid="430">
                                            <p:txEl>
                                              <p:pRg st="0" end="0"/>
                                            </p:txEl>
                                          </p:spTgt>
                                        </p:tgtEl>
                                        <p:attrNameLst>
                                          <p:attrName>style.visibility</p:attrName>
                                        </p:attrNameLst>
                                      </p:cBhvr>
                                      <p:to>
                                        <p:strVal val="visible"/>
                                      </p:to>
                                    </p:set>
                                    <p:animEffect transition="in" filter="fade">
                                      <p:cBhvr>
                                        <p:cTn id="408" dur="500"/>
                                        <p:tgtEl>
                                          <p:spTgt spid="430">
                                            <p:txEl>
                                              <p:pRg st="0" end="0"/>
                                            </p:txEl>
                                          </p:spTgt>
                                        </p:tgtEl>
                                      </p:cBhvr>
                                    </p:animEffect>
                                  </p:childTnLst>
                                </p:cTn>
                              </p:par>
                            </p:childTnLst>
                          </p:cTn>
                        </p:par>
                      </p:childTnLst>
                    </p:cTn>
                  </p:par>
                  <p:par>
                    <p:cTn id="409" fill="hold">
                      <p:stCondLst>
                        <p:cond delay="indefinite"/>
                      </p:stCondLst>
                      <p:childTnLst>
                        <p:par>
                          <p:cTn id="410" fill="hold">
                            <p:stCondLst>
                              <p:cond delay="0"/>
                            </p:stCondLst>
                            <p:childTnLst>
                              <p:par>
                                <p:cTn id="411" presetID="10" presetClass="entr" presetSubtype="0" fill="hold" grpId="0" nodeType="clickEffect">
                                  <p:stCondLst>
                                    <p:cond delay="0"/>
                                  </p:stCondLst>
                                  <p:childTnLst>
                                    <p:set>
                                      <p:cBhvr>
                                        <p:cTn id="412" dur="1" fill="hold">
                                          <p:stCondLst>
                                            <p:cond delay="0"/>
                                          </p:stCondLst>
                                        </p:cTn>
                                        <p:tgtEl>
                                          <p:spTgt spid="431"/>
                                        </p:tgtEl>
                                        <p:attrNameLst>
                                          <p:attrName>style.visibility</p:attrName>
                                        </p:attrNameLst>
                                      </p:cBhvr>
                                      <p:to>
                                        <p:strVal val="visible"/>
                                      </p:to>
                                    </p:set>
                                    <p:animEffect transition="in" filter="fade">
                                      <p:cBhvr>
                                        <p:cTn id="413" dur="500"/>
                                        <p:tgtEl>
                                          <p:spTgt spid="4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1" grpId="0" animBg="1"/>
      <p:bldP spid="135" grpId="0" animBg="1"/>
      <p:bldP spid="158" grpId="0" animBg="1"/>
      <p:bldP spid="159" grpId="0" animBg="1"/>
      <p:bldP spid="169" grpId="0" animBg="1"/>
      <p:bldP spid="174" grpId="0" animBg="1"/>
      <p:bldP spid="175" grpId="0" animBg="1"/>
      <p:bldP spid="182" grpId="0" animBg="1"/>
      <p:bldP spid="186" grpId="0" animBg="1"/>
      <p:bldP spid="187" grpId="0" animBg="1"/>
      <p:bldP spid="194" grpId="0" animBg="1"/>
      <p:bldP spid="198" grpId="0" animBg="1"/>
      <p:bldP spid="199" grpId="0" animBg="1"/>
      <p:bldP spid="206" grpId="0" animBg="1"/>
      <p:bldP spid="210" grpId="0" animBg="1"/>
      <p:bldP spid="211" grpId="0" animBg="1"/>
      <p:bldP spid="218" grpId="0" animBg="1"/>
      <p:bldP spid="222" grpId="0" animBg="1"/>
      <p:bldP spid="223" grpId="0" animBg="1"/>
      <p:bldP spid="230" grpId="0" animBg="1"/>
      <p:bldP spid="234" grpId="0" animBg="1"/>
      <p:bldP spid="235" grpId="0" animBg="1"/>
      <p:bldP spid="242" grpId="0" animBg="1"/>
      <p:bldP spid="246" grpId="0" animBg="1"/>
      <p:bldP spid="247" grpId="0" animBg="1"/>
      <p:bldP spid="254" grpId="0" animBg="1"/>
      <p:bldP spid="258" grpId="0" animBg="1"/>
      <p:bldP spid="259" grpId="0" animBg="1"/>
      <p:bldP spid="266" grpId="0" animBg="1"/>
      <p:bldP spid="270" grpId="0" animBg="1"/>
      <p:bldP spid="271" grpId="0" animBg="1"/>
      <p:bldP spid="278" grpId="0" animBg="1"/>
      <p:bldP spid="282" grpId="0" animBg="1"/>
      <p:bldP spid="295" grpId="0" animBg="1"/>
      <p:bldP spid="302" grpId="0" animBg="1"/>
      <p:bldP spid="306" grpId="0" animBg="1"/>
      <p:bldP spid="319" grpId="0" animBg="1"/>
      <p:bldP spid="326" grpId="0" animBg="1"/>
      <p:bldP spid="330" grpId="0" animBg="1"/>
      <p:bldP spid="358" grpId="0" animBg="1"/>
      <p:bldP spid="359" grpId="0" animBg="1"/>
      <p:bldP spid="360" grpId="0" animBg="1"/>
      <p:bldP spid="361" grpId="0" animBg="1"/>
      <p:bldP spid="362" grpId="0" animBg="1"/>
      <p:bldP spid="363" grpId="0" animBg="1"/>
      <p:bldP spid="382" grpId="0" animBg="1"/>
      <p:bldP spid="383" grpId="0" animBg="1"/>
      <p:bldP spid="384" grpId="0" animBg="1"/>
      <p:bldP spid="385" grpId="0" animBg="1"/>
      <p:bldP spid="398" grpId="0"/>
      <p:bldP spid="431"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Rektangel: rundade hörn 14">
            <a:extLst>
              <a:ext uri="{FF2B5EF4-FFF2-40B4-BE49-F238E27FC236}">
                <a16:creationId xmlns:a16="http://schemas.microsoft.com/office/drawing/2014/main" id="{E1A2D728-1C44-8C40-EE32-6E5D2288509F}"/>
              </a:ext>
            </a:extLst>
          </p:cNvPr>
          <p:cNvSpPr/>
          <p:nvPr/>
        </p:nvSpPr>
        <p:spPr>
          <a:xfrm>
            <a:off x="942975" y="1885050"/>
            <a:ext cx="2200275" cy="1216783"/>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2" name="Text 1">
            <a:extLst>
              <a:ext uri="{FF2B5EF4-FFF2-40B4-BE49-F238E27FC236}">
                <a16:creationId xmlns:a16="http://schemas.microsoft.com/office/drawing/2014/main" id="{0DE034C2-779F-2369-7960-A71053F91F24}"/>
              </a:ext>
            </a:extLst>
          </p:cNvPr>
          <p:cNvSpPr/>
          <p:nvPr/>
        </p:nvSpPr>
        <p:spPr>
          <a:xfrm>
            <a:off x="381000" y="340033"/>
            <a:ext cx="11695828" cy="2428875"/>
          </a:xfrm>
          <a:prstGeom prst="rect">
            <a:avLst/>
          </a:prstGeom>
          <a:noFill/>
          <a:ln/>
        </p:spPr>
        <p:txBody>
          <a:bodyPr wrap="square" lIns="0" tIns="0" rIns="0" bIns="0" rtlCol="0" anchor="t"/>
          <a:lstStyle/>
          <a:p>
            <a:pPr>
              <a:lnSpc>
                <a:spcPts val="6375"/>
              </a:lnSpc>
            </a:pPr>
            <a:r>
              <a:rPr lang="en-US" sz="5083" dirty="0" err="1">
                <a:solidFill>
                  <a:srgbClr val="00002E"/>
                </a:solidFill>
                <a:latin typeface="Nunito" pitchFamily="34" charset="0"/>
                <a:ea typeface="Nunito" pitchFamily="34" charset="-122"/>
                <a:cs typeface="Nunito" pitchFamily="34" charset="-120"/>
              </a:rPr>
              <a:t>Generell</a:t>
            </a:r>
            <a:r>
              <a:rPr lang="en-US" sz="5083" dirty="0">
                <a:solidFill>
                  <a:srgbClr val="00002E"/>
                </a:solidFill>
                <a:latin typeface="Nunito" pitchFamily="34" charset="0"/>
                <a:ea typeface="Nunito" pitchFamily="34" charset="-122"/>
                <a:cs typeface="Nunito" pitchFamily="34" charset="-120"/>
              </a:rPr>
              <a:t> version av minimax-</a:t>
            </a:r>
            <a:r>
              <a:rPr lang="en-US" sz="5083" dirty="0" err="1">
                <a:solidFill>
                  <a:srgbClr val="00002E"/>
                </a:solidFill>
                <a:latin typeface="Nunito" pitchFamily="34" charset="0"/>
                <a:ea typeface="Nunito" pitchFamily="34" charset="-122"/>
                <a:cs typeface="Nunito" pitchFamily="34" charset="-120"/>
              </a:rPr>
              <a:t>algoritmen</a:t>
            </a:r>
            <a:endParaRPr lang="en-US" sz="5083" dirty="0"/>
          </a:p>
        </p:txBody>
      </p:sp>
      <p:sp>
        <p:nvSpPr>
          <p:cNvPr id="3" name="Likbent triangel 2">
            <a:extLst>
              <a:ext uri="{FF2B5EF4-FFF2-40B4-BE49-F238E27FC236}">
                <a16:creationId xmlns:a16="http://schemas.microsoft.com/office/drawing/2014/main" id="{0FEE1189-328F-E445-F125-3F3131EDD04D}"/>
              </a:ext>
            </a:extLst>
          </p:cNvPr>
          <p:cNvSpPr/>
          <p:nvPr/>
        </p:nvSpPr>
        <p:spPr>
          <a:xfrm>
            <a:off x="7111671" y="2444608"/>
            <a:ext cx="819150" cy="742950"/>
          </a:xfrm>
          <a:prstGeom prst="triangle">
            <a:avLst/>
          </a:prstGeom>
          <a:solidFill>
            <a:srgbClr val="4DFC24"/>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4" name="Likbent triangel 3">
            <a:extLst>
              <a:ext uri="{FF2B5EF4-FFF2-40B4-BE49-F238E27FC236}">
                <a16:creationId xmlns:a16="http://schemas.microsoft.com/office/drawing/2014/main" id="{364CC5FF-9872-2485-6033-3BA5C341B722}"/>
              </a:ext>
            </a:extLst>
          </p:cNvPr>
          <p:cNvSpPr/>
          <p:nvPr/>
        </p:nvSpPr>
        <p:spPr>
          <a:xfrm rot="10800000">
            <a:off x="4959023" y="4568683"/>
            <a:ext cx="819150" cy="742950"/>
          </a:xfrm>
          <a:prstGeom prst="triangle">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cxnSp>
        <p:nvCxnSpPr>
          <p:cNvPr id="7" name="Rak pilkoppling 6">
            <a:extLst>
              <a:ext uri="{FF2B5EF4-FFF2-40B4-BE49-F238E27FC236}">
                <a16:creationId xmlns:a16="http://schemas.microsoft.com/office/drawing/2014/main" id="{05E44D64-5C57-55E4-8AA5-362B1EE28652}"/>
              </a:ext>
            </a:extLst>
          </p:cNvPr>
          <p:cNvCxnSpPr>
            <a:cxnSpLocks/>
          </p:cNvCxnSpPr>
          <p:nvPr/>
        </p:nvCxnSpPr>
        <p:spPr>
          <a:xfrm flipH="1">
            <a:off x="5657413" y="3323254"/>
            <a:ext cx="1308155" cy="933971"/>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9" name="Rak pilkoppling 8">
            <a:extLst>
              <a:ext uri="{FF2B5EF4-FFF2-40B4-BE49-F238E27FC236}">
                <a16:creationId xmlns:a16="http://schemas.microsoft.com/office/drawing/2014/main" id="{0DD0DFA0-9BF9-F120-F704-45BDB1482BD3}"/>
              </a:ext>
            </a:extLst>
          </p:cNvPr>
          <p:cNvCxnSpPr>
            <a:cxnSpLocks/>
          </p:cNvCxnSpPr>
          <p:nvPr/>
        </p:nvCxnSpPr>
        <p:spPr>
          <a:xfrm>
            <a:off x="8108568" y="3323253"/>
            <a:ext cx="1308155" cy="1048271"/>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1" name="Rak pilkoppling 10">
            <a:extLst>
              <a:ext uri="{FF2B5EF4-FFF2-40B4-BE49-F238E27FC236}">
                <a16:creationId xmlns:a16="http://schemas.microsoft.com/office/drawing/2014/main" id="{F71BB69B-3716-7E28-0B93-32BE3C7081DA}"/>
              </a:ext>
            </a:extLst>
          </p:cNvPr>
          <p:cNvCxnSpPr>
            <a:cxnSpLocks/>
          </p:cNvCxnSpPr>
          <p:nvPr/>
        </p:nvCxnSpPr>
        <p:spPr>
          <a:xfrm flipH="1">
            <a:off x="7521246" y="3358285"/>
            <a:ext cx="15822" cy="1013239"/>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13" name="Likbent triangel 12">
            <a:extLst>
              <a:ext uri="{FF2B5EF4-FFF2-40B4-BE49-F238E27FC236}">
                <a16:creationId xmlns:a16="http://schemas.microsoft.com/office/drawing/2014/main" id="{9AC62930-DE83-4A00-A085-2219362EFC39}"/>
              </a:ext>
            </a:extLst>
          </p:cNvPr>
          <p:cNvSpPr/>
          <p:nvPr/>
        </p:nvSpPr>
        <p:spPr>
          <a:xfrm>
            <a:off x="1095375" y="2021917"/>
            <a:ext cx="419100" cy="422691"/>
          </a:xfrm>
          <a:prstGeom prst="triangle">
            <a:avLst/>
          </a:prstGeom>
          <a:solidFill>
            <a:srgbClr val="4DFC24"/>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4" name="Likbent triangel 13">
            <a:extLst>
              <a:ext uri="{FF2B5EF4-FFF2-40B4-BE49-F238E27FC236}">
                <a16:creationId xmlns:a16="http://schemas.microsoft.com/office/drawing/2014/main" id="{C0A1D2AF-7B51-62DD-F685-4BAD3F36B041}"/>
              </a:ext>
            </a:extLst>
          </p:cNvPr>
          <p:cNvSpPr/>
          <p:nvPr/>
        </p:nvSpPr>
        <p:spPr>
          <a:xfrm rot="10800000">
            <a:off x="1095375" y="2594141"/>
            <a:ext cx="419100" cy="422691"/>
          </a:xfrm>
          <a:prstGeom prst="triangle">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6" name="textruta 15">
            <a:extLst>
              <a:ext uri="{FF2B5EF4-FFF2-40B4-BE49-F238E27FC236}">
                <a16:creationId xmlns:a16="http://schemas.microsoft.com/office/drawing/2014/main" id="{4B3BBE5F-CA92-17E0-0AF4-18085638079B}"/>
              </a:ext>
            </a:extLst>
          </p:cNvPr>
          <p:cNvSpPr txBox="1"/>
          <p:nvPr/>
        </p:nvSpPr>
        <p:spPr>
          <a:xfrm>
            <a:off x="1552575" y="2075276"/>
            <a:ext cx="1743075" cy="369332"/>
          </a:xfrm>
          <a:prstGeom prst="rect">
            <a:avLst/>
          </a:prstGeom>
          <a:noFill/>
        </p:spPr>
        <p:txBody>
          <a:bodyPr wrap="square" rtlCol="0">
            <a:spAutoFit/>
          </a:bodyPr>
          <a:lstStyle/>
          <a:p>
            <a:r>
              <a:rPr lang="sv-SE" dirty="0"/>
              <a:t>Max drag</a:t>
            </a:r>
          </a:p>
        </p:txBody>
      </p:sp>
      <p:sp>
        <p:nvSpPr>
          <p:cNvPr id="17" name="textruta 16">
            <a:extLst>
              <a:ext uri="{FF2B5EF4-FFF2-40B4-BE49-F238E27FC236}">
                <a16:creationId xmlns:a16="http://schemas.microsoft.com/office/drawing/2014/main" id="{A8323966-065D-E18F-7A85-708FE6FC20FE}"/>
              </a:ext>
            </a:extLst>
          </p:cNvPr>
          <p:cNvSpPr txBox="1"/>
          <p:nvPr/>
        </p:nvSpPr>
        <p:spPr>
          <a:xfrm>
            <a:off x="1552574" y="2583654"/>
            <a:ext cx="1743075" cy="369332"/>
          </a:xfrm>
          <a:prstGeom prst="rect">
            <a:avLst/>
          </a:prstGeom>
          <a:noFill/>
        </p:spPr>
        <p:txBody>
          <a:bodyPr wrap="square" rtlCol="0">
            <a:spAutoFit/>
          </a:bodyPr>
          <a:lstStyle/>
          <a:p>
            <a:r>
              <a:rPr lang="sv-SE" dirty="0"/>
              <a:t>Min drag</a:t>
            </a:r>
          </a:p>
        </p:txBody>
      </p:sp>
      <p:sp>
        <p:nvSpPr>
          <p:cNvPr id="20" name="textruta 19">
            <a:extLst>
              <a:ext uri="{FF2B5EF4-FFF2-40B4-BE49-F238E27FC236}">
                <a16:creationId xmlns:a16="http://schemas.microsoft.com/office/drawing/2014/main" id="{D6A2C0A6-98E8-035C-51B1-3FE4927EE382}"/>
              </a:ext>
            </a:extLst>
          </p:cNvPr>
          <p:cNvSpPr txBox="1"/>
          <p:nvPr/>
        </p:nvSpPr>
        <p:spPr>
          <a:xfrm>
            <a:off x="5187462" y="4578986"/>
            <a:ext cx="527103" cy="523220"/>
          </a:xfrm>
          <a:prstGeom prst="rect">
            <a:avLst/>
          </a:prstGeom>
          <a:noFill/>
        </p:spPr>
        <p:txBody>
          <a:bodyPr wrap="square" rtlCol="0">
            <a:spAutoFit/>
          </a:bodyPr>
          <a:lstStyle/>
          <a:p>
            <a:r>
              <a:rPr lang="sv-SE" sz="2800" dirty="0"/>
              <a:t>4</a:t>
            </a:r>
          </a:p>
        </p:txBody>
      </p:sp>
      <p:sp>
        <p:nvSpPr>
          <p:cNvPr id="22" name="Likbent triangel 21">
            <a:extLst>
              <a:ext uri="{FF2B5EF4-FFF2-40B4-BE49-F238E27FC236}">
                <a16:creationId xmlns:a16="http://schemas.microsoft.com/office/drawing/2014/main" id="{94EAFF2F-9011-39D4-537A-CFEFC0FE542C}"/>
              </a:ext>
            </a:extLst>
          </p:cNvPr>
          <p:cNvSpPr/>
          <p:nvPr/>
        </p:nvSpPr>
        <p:spPr>
          <a:xfrm rot="10800000">
            <a:off x="7127493" y="4578986"/>
            <a:ext cx="819150" cy="742950"/>
          </a:xfrm>
          <a:prstGeom prst="triangle">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3" name="textruta 22">
            <a:extLst>
              <a:ext uri="{FF2B5EF4-FFF2-40B4-BE49-F238E27FC236}">
                <a16:creationId xmlns:a16="http://schemas.microsoft.com/office/drawing/2014/main" id="{8491DCA8-6661-8A85-7E50-B3DA598E5341}"/>
              </a:ext>
            </a:extLst>
          </p:cNvPr>
          <p:cNvSpPr txBox="1"/>
          <p:nvPr/>
        </p:nvSpPr>
        <p:spPr>
          <a:xfrm>
            <a:off x="7355932" y="4589289"/>
            <a:ext cx="527103" cy="523220"/>
          </a:xfrm>
          <a:prstGeom prst="rect">
            <a:avLst/>
          </a:prstGeom>
          <a:noFill/>
        </p:spPr>
        <p:txBody>
          <a:bodyPr wrap="square" rtlCol="0">
            <a:spAutoFit/>
          </a:bodyPr>
          <a:lstStyle/>
          <a:p>
            <a:r>
              <a:rPr lang="sv-SE" sz="2800" dirty="0"/>
              <a:t>3</a:t>
            </a:r>
          </a:p>
        </p:txBody>
      </p:sp>
      <p:sp>
        <p:nvSpPr>
          <p:cNvPr id="24" name="Likbent triangel 23">
            <a:extLst>
              <a:ext uri="{FF2B5EF4-FFF2-40B4-BE49-F238E27FC236}">
                <a16:creationId xmlns:a16="http://schemas.microsoft.com/office/drawing/2014/main" id="{4164E284-3ED9-C557-1791-AE8002C826FB}"/>
              </a:ext>
            </a:extLst>
          </p:cNvPr>
          <p:cNvSpPr/>
          <p:nvPr/>
        </p:nvSpPr>
        <p:spPr>
          <a:xfrm rot="10800000">
            <a:off x="9289504" y="4589289"/>
            <a:ext cx="819150" cy="742950"/>
          </a:xfrm>
          <a:prstGeom prst="triangle">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5" name="textruta 24">
            <a:extLst>
              <a:ext uri="{FF2B5EF4-FFF2-40B4-BE49-F238E27FC236}">
                <a16:creationId xmlns:a16="http://schemas.microsoft.com/office/drawing/2014/main" id="{8DD8149F-2676-3C70-A0F5-BC2503C14D6C}"/>
              </a:ext>
            </a:extLst>
          </p:cNvPr>
          <p:cNvSpPr txBox="1"/>
          <p:nvPr/>
        </p:nvSpPr>
        <p:spPr>
          <a:xfrm>
            <a:off x="9517943" y="4599592"/>
            <a:ext cx="527103" cy="523220"/>
          </a:xfrm>
          <a:prstGeom prst="rect">
            <a:avLst/>
          </a:prstGeom>
          <a:noFill/>
        </p:spPr>
        <p:txBody>
          <a:bodyPr wrap="square" rtlCol="0">
            <a:spAutoFit/>
          </a:bodyPr>
          <a:lstStyle/>
          <a:p>
            <a:r>
              <a:rPr lang="sv-SE" sz="2800" dirty="0"/>
              <a:t>2</a:t>
            </a:r>
          </a:p>
        </p:txBody>
      </p:sp>
      <p:sp>
        <p:nvSpPr>
          <p:cNvPr id="26" name="textruta 25">
            <a:extLst>
              <a:ext uri="{FF2B5EF4-FFF2-40B4-BE49-F238E27FC236}">
                <a16:creationId xmlns:a16="http://schemas.microsoft.com/office/drawing/2014/main" id="{517368BA-B99E-66C8-7C0E-5DCB1AD0E1AA}"/>
              </a:ext>
            </a:extLst>
          </p:cNvPr>
          <p:cNvSpPr txBox="1"/>
          <p:nvPr/>
        </p:nvSpPr>
        <p:spPr>
          <a:xfrm>
            <a:off x="7321141" y="2658204"/>
            <a:ext cx="527103" cy="523220"/>
          </a:xfrm>
          <a:prstGeom prst="rect">
            <a:avLst/>
          </a:prstGeom>
          <a:noFill/>
        </p:spPr>
        <p:txBody>
          <a:bodyPr wrap="square" rtlCol="0">
            <a:spAutoFit/>
          </a:bodyPr>
          <a:lstStyle/>
          <a:p>
            <a:r>
              <a:rPr lang="sv-SE" sz="2800" dirty="0"/>
              <a:t>4</a:t>
            </a:r>
          </a:p>
        </p:txBody>
      </p:sp>
      <p:sp>
        <p:nvSpPr>
          <p:cNvPr id="27" name="textruta 26">
            <a:extLst>
              <a:ext uri="{FF2B5EF4-FFF2-40B4-BE49-F238E27FC236}">
                <a16:creationId xmlns:a16="http://schemas.microsoft.com/office/drawing/2014/main" id="{B812D948-A656-9A30-9C4A-85CB6994C889}"/>
              </a:ext>
            </a:extLst>
          </p:cNvPr>
          <p:cNvSpPr txBox="1"/>
          <p:nvPr/>
        </p:nvSpPr>
        <p:spPr>
          <a:xfrm>
            <a:off x="5177581" y="4578986"/>
            <a:ext cx="527103" cy="523220"/>
          </a:xfrm>
          <a:prstGeom prst="rect">
            <a:avLst/>
          </a:prstGeom>
          <a:noFill/>
        </p:spPr>
        <p:txBody>
          <a:bodyPr wrap="square" rtlCol="0">
            <a:spAutoFit/>
          </a:bodyPr>
          <a:lstStyle/>
          <a:p>
            <a:r>
              <a:rPr lang="sv-SE" sz="2800" dirty="0"/>
              <a:t>4</a:t>
            </a:r>
          </a:p>
        </p:txBody>
      </p:sp>
      <p:sp>
        <p:nvSpPr>
          <p:cNvPr id="5" name="Platshållare för sidfot 1">
            <a:extLst>
              <a:ext uri="{FF2B5EF4-FFF2-40B4-BE49-F238E27FC236}">
                <a16:creationId xmlns:a16="http://schemas.microsoft.com/office/drawing/2014/main" id="{3CD153CE-4ADF-0653-B5F4-99EBDA797FDF}"/>
              </a:ext>
            </a:extLst>
          </p:cNvPr>
          <p:cNvSpPr>
            <a:spLocks noGrp="1"/>
          </p:cNvSpPr>
          <p:nvPr/>
        </p:nvSpPr>
        <p:spPr>
          <a:xfrm>
            <a:off x="2768194" y="6419850"/>
            <a:ext cx="5588812" cy="438150"/>
          </a:xfrm>
          <a:prstGeom prst="rect">
            <a:avLst/>
          </a:prstGeom>
        </p:spPr>
        <p:txBody>
          <a:bodyPr vert="horz" lIns="91440" tIns="45720" rIns="91440" bIns="45720" rtlCol="0" anchor="ctr"/>
          <a:lstStyle>
            <a:defPPr>
              <a:defRPr lang="en-US"/>
            </a:defPPr>
            <a:lvl1pPr marL="0" algn="ctr" defTabSz="457200" rtl="0" eaLnBrk="1" latinLnBrk="0" hangingPunct="1">
              <a:defRPr sz="144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dirty="0"/>
              <a:t>Presentation av David Hedengren</a:t>
            </a:r>
          </a:p>
        </p:txBody>
      </p:sp>
    </p:spTree>
    <p:extLst>
      <p:ext uri="{BB962C8B-B14F-4D97-AF65-F5344CB8AC3E}">
        <p14:creationId xmlns:p14="http://schemas.microsoft.com/office/powerpoint/2010/main" val="20735262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path" presetSubtype="0" accel="50000" decel="50000" fill="hold" grpId="0" nodeType="clickEffect">
                                  <p:stCondLst>
                                    <p:cond delay="0"/>
                                  </p:stCondLst>
                                  <p:childTnLst>
                                    <p:animMotion origin="layout" path="M -0.00078 2.96296E-6 L 0.17579 -0.27801 " pathEditMode="relative" rAng="0" ptsTypes="AA">
                                      <p:cBhvr>
                                        <p:cTn id="6" dur="2000" fill="hold"/>
                                        <p:tgtEl>
                                          <p:spTgt spid="27"/>
                                        </p:tgtEl>
                                        <p:attrNameLst>
                                          <p:attrName>ppt_x</p:attrName>
                                          <p:attrName>ppt_y</p:attrName>
                                        </p:attrNameLst>
                                      </p:cBhvr>
                                      <p:rCtr x="8828" y="-13912"/>
                                    </p:animMotion>
                                  </p:childTnLst>
                                </p:cTn>
                              </p:par>
                            </p:childTnLst>
                          </p:cTn>
                        </p:par>
                        <p:par>
                          <p:cTn id="7" fill="hold">
                            <p:stCondLst>
                              <p:cond delay="2000"/>
                            </p:stCondLst>
                            <p:childTnLst>
                              <p:par>
                                <p:cTn id="8" presetID="1" presetClass="entr" presetSubtype="0" fill="hold" grpId="0" nodeType="afterEffect">
                                  <p:stCondLst>
                                    <p:cond delay="0"/>
                                  </p:stCondLst>
                                  <p:childTnLst>
                                    <p:set>
                                      <p:cBhvr>
                                        <p:cTn id="9" dur="1" fill="hold">
                                          <p:stCondLst>
                                            <p:cond delay="0"/>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p:bldP spid="27"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1">
            <a:extLst>
              <a:ext uri="{FF2B5EF4-FFF2-40B4-BE49-F238E27FC236}">
                <a16:creationId xmlns:a16="http://schemas.microsoft.com/office/drawing/2014/main" id="{0DE034C2-779F-2369-7960-A71053F91F24}"/>
              </a:ext>
            </a:extLst>
          </p:cNvPr>
          <p:cNvSpPr/>
          <p:nvPr/>
        </p:nvSpPr>
        <p:spPr>
          <a:xfrm>
            <a:off x="381000" y="340034"/>
            <a:ext cx="11695828" cy="982916"/>
          </a:xfrm>
          <a:prstGeom prst="rect">
            <a:avLst/>
          </a:prstGeom>
          <a:noFill/>
          <a:ln/>
        </p:spPr>
        <p:txBody>
          <a:bodyPr wrap="square" lIns="0" tIns="0" rIns="0" bIns="0" rtlCol="0" anchor="t"/>
          <a:lstStyle/>
          <a:p>
            <a:pPr>
              <a:lnSpc>
                <a:spcPts val="6375"/>
              </a:lnSpc>
            </a:pPr>
            <a:r>
              <a:rPr lang="en-US" sz="5083" dirty="0" err="1">
                <a:solidFill>
                  <a:srgbClr val="00002E"/>
                </a:solidFill>
                <a:latin typeface="Nunito" pitchFamily="34" charset="0"/>
                <a:ea typeface="Nunito" pitchFamily="34" charset="-122"/>
                <a:cs typeface="Nunito" pitchFamily="34" charset="-120"/>
              </a:rPr>
              <a:t>Generell</a:t>
            </a:r>
            <a:r>
              <a:rPr lang="en-US" sz="5083" dirty="0">
                <a:solidFill>
                  <a:srgbClr val="00002E"/>
                </a:solidFill>
                <a:latin typeface="Nunito" pitchFamily="34" charset="0"/>
                <a:ea typeface="Nunito" pitchFamily="34" charset="-122"/>
                <a:cs typeface="Nunito" pitchFamily="34" charset="-120"/>
              </a:rPr>
              <a:t> version av minimax-</a:t>
            </a:r>
            <a:r>
              <a:rPr lang="en-US" sz="5083" dirty="0" err="1">
                <a:solidFill>
                  <a:srgbClr val="00002E"/>
                </a:solidFill>
                <a:latin typeface="Nunito" pitchFamily="34" charset="0"/>
                <a:ea typeface="Nunito" pitchFamily="34" charset="-122"/>
                <a:cs typeface="Nunito" pitchFamily="34" charset="-120"/>
              </a:rPr>
              <a:t>algoritmen</a:t>
            </a:r>
            <a:endParaRPr lang="en-US" sz="5083" dirty="0"/>
          </a:p>
        </p:txBody>
      </p:sp>
      <p:sp>
        <p:nvSpPr>
          <p:cNvPr id="161" name="Likbent triangel 160">
            <a:extLst>
              <a:ext uri="{FF2B5EF4-FFF2-40B4-BE49-F238E27FC236}">
                <a16:creationId xmlns:a16="http://schemas.microsoft.com/office/drawing/2014/main" id="{8EAD431C-1A26-9430-F45A-1166828E793D}"/>
              </a:ext>
            </a:extLst>
          </p:cNvPr>
          <p:cNvSpPr/>
          <p:nvPr/>
        </p:nvSpPr>
        <p:spPr>
          <a:xfrm>
            <a:off x="5724823" y="1659656"/>
            <a:ext cx="412498" cy="400110"/>
          </a:xfrm>
          <a:prstGeom prst="triangle">
            <a:avLst/>
          </a:prstGeom>
          <a:solidFill>
            <a:srgbClr val="4DFC24"/>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62" name="textruta 161">
            <a:extLst>
              <a:ext uri="{FF2B5EF4-FFF2-40B4-BE49-F238E27FC236}">
                <a16:creationId xmlns:a16="http://schemas.microsoft.com/office/drawing/2014/main" id="{A4D65BB6-B987-9E4F-D2F4-D71F2C3D8B9C}"/>
              </a:ext>
            </a:extLst>
          </p:cNvPr>
          <p:cNvSpPr txBox="1"/>
          <p:nvPr/>
        </p:nvSpPr>
        <p:spPr>
          <a:xfrm>
            <a:off x="5759940" y="1714739"/>
            <a:ext cx="527103" cy="400110"/>
          </a:xfrm>
          <a:prstGeom prst="rect">
            <a:avLst/>
          </a:prstGeom>
          <a:noFill/>
        </p:spPr>
        <p:txBody>
          <a:bodyPr wrap="square" rtlCol="0">
            <a:spAutoFit/>
          </a:bodyPr>
          <a:lstStyle/>
          <a:p>
            <a:r>
              <a:rPr lang="sv-SE" sz="2000" dirty="0"/>
              <a:t>5</a:t>
            </a:r>
          </a:p>
        </p:txBody>
      </p:sp>
      <p:sp>
        <p:nvSpPr>
          <p:cNvPr id="163" name="Likbent triangel 162">
            <a:extLst>
              <a:ext uri="{FF2B5EF4-FFF2-40B4-BE49-F238E27FC236}">
                <a16:creationId xmlns:a16="http://schemas.microsoft.com/office/drawing/2014/main" id="{30F2C7E1-D135-2D20-639B-C5130096F295}"/>
              </a:ext>
            </a:extLst>
          </p:cNvPr>
          <p:cNvSpPr/>
          <p:nvPr/>
        </p:nvSpPr>
        <p:spPr>
          <a:xfrm rot="10800000">
            <a:off x="2705044" y="3509141"/>
            <a:ext cx="489277" cy="443763"/>
          </a:xfrm>
          <a:prstGeom prst="triangle">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64" name="textruta 163">
            <a:extLst>
              <a:ext uri="{FF2B5EF4-FFF2-40B4-BE49-F238E27FC236}">
                <a16:creationId xmlns:a16="http://schemas.microsoft.com/office/drawing/2014/main" id="{67F49FB7-BCC6-577A-B425-72C4055AF3C3}"/>
              </a:ext>
            </a:extLst>
          </p:cNvPr>
          <p:cNvSpPr txBox="1"/>
          <p:nvPr/>
        </p:nvSpPr>
        <p:spPr>
          <a:xfrm>
            <a:off x="2803608" y="3473282"/>
            <a:ext cx="527103" cy="400110"/>
          </a:xfrm>
          <a:prstGeom prst="rect">
            <a:avLst/>
          </a:prstGeom>
          <a:noFill/>
        </p:spPr>
        <p:txBody>
          <a:bodyPr wrap="square" rtlCol="0">
            <a:spAutoFit/>
          </a:bodyPr>
          <a:lstStyle/>
          <a:p>
            <a:r>
              <a:rPr lang="sv-SE" sz="2000" dirty="0"/>
              <a:t>5</a:t>
            </a:r>
          </a:p>
        </p:txBody>
      </p:sp>
      <p:sp>
        <p:nvSpPr>
          <p:cNvPr id="165" name="Likbent triangel 164">
            <a:extLst>
              <a:ext uri="{FF2B5EF4-FFF2-40B4-BE49-F238E27FC236}">
                <a16:creationId xmlns:a16="http://schemas.microsoft.com/office/drawing/2014/main" id="{3DA6F6F3-693C-BFE9-6ECA-BC5718CCB4CA}"/>
              </a:ext>
            </a:extLst>
          </p:cNvPr>
          <p:cNvSpPr/>
          <p:nvPr/>
        </p:nvSpPr>
        <p:spPr>
          <a:xfrm rot="10800000">
            <a:off x="5724824" y="3473282"/>
            <a:ext cx="489277" cy="443763"/>
          </a:xfrm>
          <a:prstGeom prst="triangle">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66" name="textruta 165">
            <a:extLst>
              <a:ext uri="{FF2B5EF4-FFF2-40B4-BE49-F238E27FC236}">
                <a16:creationId xmlns:a16="http://schemas.microsoft.com/office/drawing/2014/main" id="{2F1A1659-F04C-9D45-3050-F213AE1803D7}"/>
              </a:ext>
            </a:extLst>
          </p:cNvPr>
          <p:cNvSpPr txBox="1"/>
          <p:nvPr/>
        </p:nvSpPr>
        <p:spPr>
          <a:xfrm>
            <a:off x="5823388" y="3437423"/>
            <a:ext cx="527103" cy="400110"/>
          </a:xfrm>
          <a:prstGeom prst="rect">
            <a:avLst/>
          </a:prstGeom>
          <a:noFill/>
        </p:spPr>
        <p:txBody>
          <a:bodyPr wrap="square" rtlCol="0">
            <a:spAutoFit/>
          </a:bodyPr>
          <a:lstStyle/>
          <a:p>
            <a:r>
              <a:rPr lang="sv-SE" sz="2000" dirty="0"/>
              <a:t>3</a:t>
            </a:r>
          </a:p>
        </p:txBody>
      </p:sp>
      <p:sp>
        <p:nvSpPr>
          <p:cNvPr id="167" name="Likbent triangel 166">
            <a:extLst>
              <a:ext uri="{FF2B5EF4-FFF2-40B4-BE49-F238E27FC236}">
                <a16:creationId xmlns:a16="http://schemas.microsoft.com/office/drawing/2014/main" id="{26653A2F-A4B4-7666-6816-E63A53117664}"/>
              </a:ext>
            </a:extLst>
          </p:cNvPr>
          <p:cNvSpPr/>
          <p:nvPr/>
        </p:nvSpPr>
        <p:spPr>
          <a:xfrm rot="10800000">
            <a:off x="8536500" y="3435691"/>
            <a:ext cx="489277" cy="443763"/>
          </a:xfrm>
          <a:prstGeom prst="triangle">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68" name="textruta 167">
            <a:extLst>
              <a:ext uri="{FF2B5EF4-FFF2-40B4-BE49-F238E27FC236}">
                <a16:creationId xmlns:a16="http://schemas.microsoft.com/office/drawing/2014/main" id="{1EAEC6EA-20B3-15DB-BED7-81B815AC9A8F}"/>
              </a:ext>
            </a:extLst>
          </p:cNvPr>
          <p:cNvSpPr txBox="1"/>
          <p:nvPr/>
        </p:nvSpPr>
        <p:spPr>
          <a:xfrm>
            <a:off x="8635064" y="3399832"/>
            <a:ext cx="527103" cy="400110"/>
          </a:xfrm>
          <a:prstGeom prst="rect">
            <a:avLst/>
          </a:prstGeom>
          <a:noFill/>
        </p:spPr>
        <p:txBody>
          <a:bodyPr wrap="square" rtlCol="0">
            <a:spAutoFit/>
          </a:bodyPr>
          <a:lstStyle/>
          <a:p>
            <a:r>
              <a:rPr lang="sv-SE" sz="2000" dirty="0"/>
              <a:t>2</a:t>
            </a:r>
          </a:p>
        </p:txBody>
      </p:sp>
      <p:sp>
        <p:nvSpPr>
          <p:cNvPr id="169" name="Likbent triangel 168">
            <a:extLst>
              <a:ext uri="{FF2B5EF4-FFF2-40B4-BE49-F238E27FC236}">
                <a16:creationId xmlns:a16="http://schemas.microsoft.com/office/drawing/2014/main" id="{A4F8E0FF-48BA-CC19-3949-DFCACE999859}"/>
              </a:ext>
            </a:extLst>
          </p:cNvPr>
          <p:cNvSpPr/>
          <p:nvPr/>
        </p:nvSpPr>
        <p:spPr>
          <a:xfrm>
            <a:off x="1992066" y="5237887"/>
            <a:ext cx="412498" cy="400110"/>
          </a:xfrm>
          <a:prstGeom prst="triangle">
            <a:avLst/>
          </a:prstGeom>
          <a:solidFill>
            <a:srgbClr val="4DFC24"/>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70" name="textruta 169">
            <a:extLst>
              <a:ext uri="{FF2B5EF4-FFF2-40B4-BE49-F238E27FC236}">
                <a16:creationId xmlns:a16="http://schemas.microsoft.com/office/drawing/2014/main" id="{45634E32-A9FD-8EB4-DAA5-377684ABA8DF}"/>
              </a:ext>
            </a:extLst>
          </p:cNvPr>
          <p:cNvSpPr txBox="1"/>
          <p:nvPr/>
        </p:nvSpPr>
        <p:spPr>
          <a:xfrm>
            <a:off x="2027183" y="5292970"/>
            <a:ext cx="527103" cy="400110"/>
          </a:xfrm>
          <a:prstGeom prst="rect">
            <a:avLst/>
          </a:prstGeom>
          <a:noFill/>
        </p:spPr>
        <p:txBody>
          <a:bodyPr wrap="square" rtlCol="0">
            <a:spAutoFit/>
          </a:bodyPr>
          <a:lstStyle/>
          <a:p>
            <a:r>
              <a:rPr lang="sv-SE" sz="2000" dirty="0"/>
              <a:t>8</a:t>
            </a:r>
          </a:p>
        </p:txBody>
      </p:sp>
      <p:sp>
        <p:nvSpPr>
          <p:cNvPr id="171" name="Likbent triangel 170">
            <a:extLst>
              <a:ext uri="{FF2B5EF4-FFF2-40B4-BE49-F238E27FC236}">
                <a16:creationId xmlns:a16="http://schemas.microsoft.com/office/drawing/2014/main" id="{FDFBE49A-C6CF-382F-6B51-3BED1CCAA4C3}"/>
              </a:ext>
            </a:extLst>
          </p:cNvPr>
          <p:cNvSpPr/>
          <p:nvPr/>
        </p:nvSpPr>
        <p:spPr>
          <a:xfrm>
            <a:off x="2746446" y="5237887"/>
            <a:ext cx="412498" cy="400110"/>
          </a:xfrm>
          <a:prstGeom prst="triangle">
            <a:avLst/>
          </a:prstGeom>
          <a:solidFill>
            <a:srgbClr val="4DFC24"/>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72" name="textruta 171">
            <a:extLst>
              <a:ext uri="{FF2B5EF4-FFF2-40B4-BE49-F238E27FC236}">
                <a16:creationId xmlns:a16="http://schemas.microsoft.com/office/drawing/2014/main" id="{3BE652EA-5489-B048-D492-A0A7AB176961}"/>
              </a:ext>
            </a:extLst>
          </p:cNvPr>
          <p:cNvSpPr txBox="1"/>
          <p:nvPr/>
        </p:nvSpPr>
        <p:spPr>
          <a:xfrm>
            <a:off x="2781563" y="5292970"/>
            <a:ext cx="527103" cy="400110"/>
          </a:xfrm>
          <a:prstGeom prst="rect">
            <a:avLst/>
          </a:prstGeom>
          <a:noFill/>
        </p:spPr>
        <p:txBody>
          <a:bodyPr wrap="square" rtlCol="0">
            <a:spAutoFit/>
          </a:bodyPr>
          <a:lstStyle/>
          <a:p>
            <a:r>
              <a:rPr lang="sv-SE" sz="2000" dirty="0"/>
              <a:t>5</a:t>
            </a:r>
          </a:p>
        </p:txBody>
      </p:sp>
      <p:sp>
        <p:nvSpPr>
          <p:cNvPr id="173" name="Likbent triangel 172">
            <a:extLst>
              <a:ext uri="{FF2B5EF4-FFF2-40B4-BE49-F238E27FC236}">
                <a16:creationId xmlns:a16="http://schemas.microsoft.com/office/drawing/2014/main" id="{8265A984-FE3D-137E-500F-84BC7A4D6217}"/>
              </a:ext>
            </a:extLst>
          </p:cNvPr>
          <p:cNvSpPr/>
          <p:nvPr/>
        </p:nvSpPr>
        <p:spPr>
          <a:xfrm>
            <a:off x="3535943" y="5237887"/>
            <a:ext cx="412498" cy="400110"/>
          </a:xfrm>
          <a:prstGeom prst="triangle">
            <a:avLst/>
          </a:prstGeom>
          <a:solidFill>
            <a:srgbClr val="4DFC24"/>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74" name="textruta 173">
            <a:extLst>
              <a:ext uri="{FF2B5EF4-FFF2-40B4-BE49-F238E27FC236}">
                <a16:creationId xmlns:a16="http://schemas.microsoft.com/office/drawing/2014/main" id="{F6527DE0-0B71-F5BA-E1B3-88A891FFDF30}"/>
              </a:ext>
            </a:extLst>
          </p:cNvPr>
          <p:cNvSpPr txBox="1"/>
          <p:nvPr/>
        </p:nvSpPr>
        <p:spPr>
          <a:xfrm>
            <a:off x="3571060" y="5292970"/>
            <a:ext cx="527103" cy="400110"/>
          </a:xfrm>
          <a:prstGeom prst="rect">
            <a:avLst/>
          </a:prstGeom>
          <a:noFill/>
        </p:spPr>
        <p:txBody>
          <a:bodyPr wrap="square" rtlCol="0">
            <a:spAutoFit/>
          </a:bodyPr>
          <a:lstStyle/>
          <a:p>
            <a:r>
              <a:rPr lang="sv-SE" sz="2000" dirty="0"/>
              <a:t>6</a:t>
            </a:r>
          </a:p>
        </p:txBody>
      </p:sp>
      <p:sp>
        <p:nvSpPr>
          <p:cNvPr id="175" name="Likbent triangel 174">
            <a:extLst>
              <a:ext uri="{FF2B5EF4-FFF2-40B4-BE49-F238E27FC236}">
                <a16:creationId xmlns:a16="http://schemas.microsoft.com/office/drawing/2014/main" id="{22AEC964-E46D-4F74-D677-F1DBFCD62EFE}"/>
              </a:ext>
            </a:extLst>
          </p:cNvPr>
          <p:cNvSpPr/>
          <p:nvPr/>
        </p:nvSpPr>
        <p:spPr>
          <a:xfrm>
            <a:off x="5033891" y="5237887"/>
            <a:ext cx="412498" cy="400110"/>
          </a:xfrm>
          <a:prstGeom prst="triangle">
            <a:avLst/>
          </a:prstGeom>
          <a:solidFill>
            <a:srgbClr val="4DFC24"/>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76" name="textruta 175">
            <a:extLst>
              <a:ext uri="{FF2B5EF4-FFF2-40B4-BE49-F238E27FC236}">
                <a16:creationId xmlns:a16="http://schemas.microsoft.com/office/drawing/2014/main" id="{532A4CA5-AFC5-2AEB-3C13-62CC3719D99E}"/>
              </a:ext>
            </a:extLst>
          </p:cNvPr>
          <p:cNvSpPr txBox="1"/>
          <p:nvPr/>
        </p:nvSpPr>
        <p:spPr>
          <a:xfrm>
            <a:off x="5069008" y="5292970"/>
            <a:ext cx="527103" cy="400110"/>
          </a:xfrm>
          <a:prstGeom prst="rect">
            <a:avLst/>
          </a:prstGeom>
          <a:noFill/>
        </p:spPr>
        <p:txBody>
          <a:bodyPr wrap="square" rtlCol="0">
            <a:spAutoFit/>
          </a:bodyPr>
          <a:lstStyle/>
          <a:p>
            <a:r>
              <a:rPr lang="sv-SE" sz="2000" dirty="0"/>
              <a:t>9</a:t>
            </a:r>
          </a:p>
        </p:txBody>
      </p:sp>
      <p:sp>
        <p:nvSpPr>
          <p:cNvPr id="177" name="Likbent triangel 176">
            <a:extLst>
              <a:ext uri="{FF2B5EF4-FFF2-40B4-BE49-F238E27FC236}">
                <a16:creationId xmlns:a16="http://schemas.microsoft.com/office/drawing/2014/main" id="{D3CA481A-1036-8E59-2CD0-7A41C92F674C}"/>
              </a:ext>
            </a:extLst>
          </p:cNvPr>
          <p:cNvSpPr/>
          <p:nvPr/>
        </p:nvSpPr>
        <p:spPr>
          <a:xfrm>
            <a:off x="5788271" y="5237887"/>
            <a:ext cx="412498" cy="400110"/>
          </a:xfrm>
          <a:prstGeom prst="triangle">
            <a:avLst/>
          </a:prstGeom>
          <a:solidFill>
            <a:srgbClr val="4DFC24"/>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78" name="textruta 177">
            <a:extLst>
              <a:ext uri="{FF2B5EF4-FFF2-40B4-BE49-F238E27FC236}">
                <a16:creationId xmlns:a16="http://schemas.microsoft.com/office/drawing/2014/main" id="{7E7A63A4-FA07-8D42-289C-C8775010DFC3}"/>
              </a:ext>
            </a:extLst>
          </p:cNvPr>
          <p:cNvSpPr txBox="1"/>
          <p:nvPr/>
        </p:nvSpPr>
        <p:spPr>
          <a:xfrm>
            <a:off x="5823388" y="5292970"/>
            <a:ext cx="527103" cy="400110"/>
          </a:xfrm>
          <a:prstGeom prst="rect">
            <a:avLst/>
          </a:prstGeom>
          <a:noFill/>
        </p:spPr>
        <p:txBody>
          <a:bodyPr wrap="square" rtlCol="0">
            <a:spAutoFit/>
          </a:bodyPr>
          <a:lstStyle/>
          <a:p>
            <a:r>
              <a:rPr lang="sv-SE" sz="2000" dirty="0"/>
              <a:t>3</a:t>
            </a:r>
          </a:p>
        </p:txBody>
      </p:sp>
      <p:sp>
        <p:nvSpPr>
          <p:cNvPr id="179" name="Likbent triangel 178">
            <a:extLst>
              <a:ext uri="{FF2B5EF4-FFF2-40B4-BE49-F238E27FC236}">
                <a16:creationId xmlns:a16="http://schemas.microsoft.com/office/drawing/2014/main" id="{53E5D5DA-9B54-40C1-A8A2-12A37C0F5F32}"/>
              </a:ext>
            </a:extLst>
          </p:cNvPr>
          <p:cNvSpPr/>
          <p:nvPr/>
        </p:nvSpPr>
        <p:spPr>
          <a:xfrm>
            <a:off x="6577768" y="5237887"/>
            <a:ext cx="412498" cy="400110"/>
          </a:xfrm>
          <a:prstGeom prst="triangle">
            <a:avLst/>
          </a:prstGeom>
          <a:solidFill>
            <a:srgbClr val="4DFC24"/>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80" name="textruta 179">
            <a:extLst>
              <a:ext uri="{FF2B5EF4-FFF2-40B4-BE49-F238E27FC236}">
                <a16:creationId xmlns:a16="http://schemas.microsoft.com/office/drawing/2014/main" id="{BC520E2E-2C56-8309-7ED1-17B44026870F}"/>
              </a:ext>
            </a:extLst>
          </p:cNvPr>
          <p:cNvSpPr txBox="1"/>
          <p:nvPr/>
        </p:nvSpPr>
        <p:spPr>
          <a:xfrm>
            <a:off x="6612885" y="5292970"/>
            <a:ext cx="527103" cy="400110"/>
          </a:xfrm>
          <a:prstGeom prst="rect">
            <a:avLst/>
          </a:prstGeom>
          <a:noFill/>
        </p:spPr>
        <p:txBody>
          <a:bodyPr wrap="square" rtlCol="0">
            <a:spAutoFit/>
          </a:bodyPr>
          <a:lstStyle/>
          <a:p>
            <a:r>
              <a:rPr lang="sv-SE" sz="2000" dirty="0"/>
              <a:t>7</a:t>
            </a:r>
          </a:p>
        </p:txBody>
      </p:sp>
      <p:sp>
        <p:nvSpPr>
          <p:cNvPr id="181" name="Likbent triangel 180">
            <a:extLst>
              <a:ext uri="{FF2B5EF4-FFF2-40B4-BE49-F238E27FC236}">
                <a16:creationId xmlns:a16="http://schemas.microsoft.com/office/drawing/2014/main" id="{AE9D378C-8ED8-7E47-6732-501F47A8A875}"/>
              </a:ext>
            </a:extLst>
          </p:cNvPr>
          <p:cNvSpPr/>
          <p:nvPr/>
        </p:nvSpPr>
        <p:spPr>
          <a:xfrm>
            <a:off x="7859466" y="5237887"/>
            <a:ext cx="412498" cy="400110"/>
          </a:xfrm>
          <a:prstGeom prst="triangle">
            <a:avLst/>
          </a:prstGeom>
          <a:solidFill>
            <a:srgbClr val="4DFC24"/>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82" name="textruta 181">
            <a:extLst>
              <a:ext uri="{FF2B5EF4-FFF2-40B4-BE49-F238E27FC236}">
                <a16:creationId xmlns:a16="http://schemas.microsoft.com/office/drawing/2014/main" id="{32E5849E-480A-730F-0693-5680E87AD217}"/>
              </a:ext>
            </a:extLst>
          </p:cNvPr>
          <p:cNvSpPr txBox="1"/>
          <p:nvPr/>
        </p:nvSpPr>
        <p:spPr>
          <a:xfrm>
            <a:off x="7894583" y="5292970"/>
            <a:ext cx="527103" cy="400110"/>
          </a:xfrm>
          <a:prstGeom prst="rect">
            <a:avLst/>
          </a:prstGeom>
          <a:noFill/>
        </p:spPr>
        <p:txBody>
          <a:bodyPr wrap="square" rtlCol="0">
            <a:spAutoFit/>
          </a:bodyPr>
          <a:lstStyle/>
          <a:p>
            <a:r>
              <a:rPr lang="sv-SE" sz="2000" dirty="0"/>
              <a:t>2</a:t>
            </a:r>
          </a:p>
        </p:txBody>
      </p:sp>
      <p:sp>
        <p:nvSpPr>
          <p:cNvPr id="183" name="Likbent triangel 182">
            <a:extLst>
              <a:ext uri="{FF2B5EF4-FFF2-40B4-BE49-F238E27FC236}">
                <a16:creationId xmlns:a16="http://schemas.microsoft.com/office/drawing/2014/main" id="{28113F76-1525-6F2C-BC2D-79DC73F73BCA}"/>
              </a:ext>
            </a:extLst>
          </p:cNvPr>
          <p:cNvSpPr/>
          <p:nvPr/>
        </p:nvSpPr>
        <p:spPr>
          <a:xfrm>
            <a:off x="8613846" y="5237887"/>
            <a:ext cx="412498" cy="400110"/>
          </a:xfrm>
          <a:prstGeom prst="triangle">
            <a:avLst/>
          </a:prstGeom>
          <a:solidFill>
            <a:srgbClr val="4DFC24"/>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84" name="textruta 183">
            <a:extLst>
              <a:ext uri="{FF2B5EF4-FFF2-40B4-BE49-F238E27FC236}">
                <a16:creationId xmlns:a16="http://schemas.microsoft.com/office/drawing/2014/main" id="{94C023BB-D0D4-6501-F2DB-7406D16C5C37}"/>
              </a:ext>
            </a:extLst>
          </p:cNvPr>
          <p:cNvSpPr txBox="1"/>
          <p:nvPr/>
        </p:nvSpPr>
        <p:spPr>
          <a:xfrm>
            <a:off x="8648963" y="5292970"/>
            <a:ext cx="527103" cy="400110"/>
          </a:xfrm>
          <a:prstGeom prst="rect">
            <a:avLst/>
          </a:prstGeom>
          <a:noFill/>
        </p:spPr>
        <p:txBody>
          <a:bodyPr wrap="square" rtlCol="0">
            <a:spAutoFit/>
          </a:bodyPr>
          <a:lstStyle/>
          <a:p>
            <a:r>
              <a:rPr lang="sv-SE" sz="2000" dirty="0"/>
              <a:t>4</a:t>
            </a:r>
          </a:p>
        </p:txBody>
      </p:sp>
      <p:sp>
        <p:nvSpPr>
          <p:cNvPr id="185" name="Likbent triangel 184">
            <a:extLst>
              <a:ext uri="{FF2B5EF4-FFF2-40B4-BE49-F238E27FC236}">
                <a16:creationId xmlns:a16="http://schemas.microsoft.com/office/drawing/2014/main" id="{3D31A302-B7ED-D6D9-623A-31845704AC03}"/>
              </a:ext>
            </a:extLst>
          </p:cNvPr>
          <p:cNvSpPr/>
          <p:nvPr/>
        </p:nvSpPr>
        <p:spPr>
          <a:xfrm>
            <a:off x="9403343" y="5237887"/>
            <a:ext cx="412498" cy="400110"/>
          </a:xfrm>
          <a:prstGeom prst="triangle">
            <a:avLst/>
          </a:prstGeom>
          <a:solidFill>
            <a:srgbClr val="4DFC24"/>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86" name="textruta 185">
            <a:extLst>
              <a:ext uri="{FF2B5EF4-FFF2-40B4-BE49-F238E27FC236}">
                <a16:creationId xmlns:a16="http://schemas.microsoft.com/office/drawing/2014/main" id="{1AB4668E-BD7E-81E2-8532-3C56B9A0B2B6}"/>
              </a:ext>
            </a:extLst>
          </p:cNvPr>
          <p:cNvSpPr txBox="1"/>
          <p:nvPr/>
        </p:nvSpPr>
        <p:spPr>
          <a:xfrm>
            <a:off x="9438460" y="5292970"/>
            <a:ext cx="527103" cy="400110"/>
          </a:xfrm>
          <a:prstGeom prst="rect">
            <a:avLst/>
          </a:prstGeom>
          <a:noFill/>
        </p:spPr>
        <p:txBody>
          <a:bodyPr wrap="square" rtlCol="0">
            <a:spAutoFit/>
          </a:bodyPr>
          <a:lstStyle/>
          <a:p>
            <a:r>
              <a:rPr lang="sv-SE" sz="2000" dirty="0"/>
              <a:t>6</a:t>
            </a:r>
          </a:p>
        </p:txBody>
      </p:sp>
      <p:cxnSp>
        <p:nvCxnSpPr>
          <p:cNvPr id="187" name="Rak pilkoppling 186">
            <a:extLst>
              <a:ext uri="{FF2B5EF4-FFF2-40B4-BE49-F238E27FC236}">
                <a16:creationId xmlns:a16="http://schemas.microsoft.com/office/drawing/2014/main" id="{CD792E9B-05D6-2C8A-34D8-96D06E81B102}"/>
              </a:ext>
            </a:extLst>
          </p:cNvPr>
          <p:cNvCxnSpPr>
            <a:cxnSpLocks/>
          </p:cNvCxnSpPr>
          <p:nvPr/>
        </p:nvCxnSpPr>
        <p:spPr>
          <a:xfrm flipH="1">
            <a:off x="3158944" y="2114849"/>
            <a:ext cx="2374228" cy="1222711"/>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189" name="Rak pilkoppling 188">
            <a:extLst>
              <a:ext uri="{FF2B5EF4-FFF2-40B4-BE49-F238E27FC236}">
                <a16:creationId xmlns:a16="http://schemas.microsoft.com/office/drawing/2014/main" id="{B7D4E74D-A248-1AAD-6B90-2C618405562C}"/>
              </a:ext>
            </a:extLst>
          </p:cNvPr>
          <p:cNvCxnSpPr>
            <a:cxnSpLocks/>
          </p:cNvCxnSpPr>
          <p:nvPr/>
        </p:nvCxnSpPr>
        <p:spPr>
          <a:xfrm>
            <a:off x="6472391" y="2114848"/>
            <a:ext cx="2176572" cy="1108429"/>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191" name="Rak pilkoppling 190">
            <a:extLst>
              <a:ext uri="{FF2B5EF4-FFF2-40B4-BE49-F238E27FC236}">
                <a16:creationId xmlns:a16="http://schemas.microsoft.com/office/drawing/2014/main" id="{E3A649F4-B070-F7D2-C742-CFAB76D0CD9D}"/>
              </a:ext>
            </a:extLst>
          </p:cNvPr>
          <p:cNvCxnSpPr>
            <a:cxnSpLocks/>
          </p:cNvCxnSpPr>
          <p:nvPr/>
        </p:nvCxnSpPr>
        <p:spPr>
          <a:xfrm>
            <a:off x="5944404" y="2182251"/>
            <a:ext cx="25058" cy="1198356"/>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196" name="Rak pilkoppling 195">
            <a:extLst>
              <a:ext uri="{FF2B5EF4-FFF2-40B4-BE49-F238E27FC236}">
                <a16:creationId xmlns:a16="http://schemas.microsoft.com/office/drawing/2014/main" id="{4D9FCE60-144D-2210-54A1-C66EE706BF4B}"/>
              </a:ext>
            </a:extLst>
          </p:cNvPr>
          <p:cNvCxnSpPr>
            <a:cxnSpLocks/>
          </p:cNvCxnSpPr>
          <p:nvPr/>
        </p:nvCxnSpPr>
        <p:spPr>
          <a:xfrm>
            <a:off x="2918320" y="4105492"/>
            <a:ext cx="25058" cy="979808"/>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197" name="Rak pilkoppling 196">
            <a:extLst>
              <a:ext uri="{FF2B5EF4-FFF2-40B4-BE49-F238E27FC236}">
                <a16:creationId xmlns:a16="http://schemas.microsoft.com/office/drawing/2014/main" id="{7BE169D4-50EC-74FC-0596-776DC36CD617}"/>
              </a:ext>
            </a:extLst>
          </p:cNvPr>
          <p:cNvCxnSpPr>
            <a:cxnSpLocks/>
          </p:cNvCxnSpPr>
          <p:nvPr/>
        </p:nvCxnSpPr>
        <p:spPr>
          <a:xfrm flipH="1">
            <a:off x="2215914" y="4105492"/>
            <a:ext cx="489129" cy="887072"/>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201" name="Rak pilkoppling 200">
            <a:extLst>
              <a:ext uri="{FF2B5EF4-FFF2-40B4-BE49-F238E27FC236}">
                <a16:creationId xmlns:a16="http://schemas.microsoft.com/office/drawing/2014/main" id="{FAEF5D94-1E74-48A0-2B18-A6B8BBDF8329}"/>
              </a:ext>
            </a:extLst>
          </p:cNvPr>
          <p:cNvCxnSpPr>
            <a:cxnSpLocks/>
          </p:cNvCxnSpPr>
          <p:nvPr/>
        </p:nvCxnSpPr>
        <p:spPr>
          <a:xfrm>
            <a:off x="3178932" y="4118063"/>
            <a:ext cx="480573" cy="929584"/>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203" name="Rak pilkoppling 202">
            <a:extLst>
              <a:ext uri="{FF2B5EF4-FFF2-40B4-BE49-F238E27FC236}">
                <a16:creationId xmlns:a16="http://schemas.microsoft.com/office/drawing/2014/main" id="{47827D6B-C45D-2CBD-15DA-7813664D9995}"/>
              </a:ext>
            </a:extLst>
          </p:cNvPr>
          <p:cNvCxnSpPr>
            <a:cxnSpLocks/>
          </p:cNvCxnSpPr>
          <p:nvPr/>
        </p:nvCxnSpPr>
        <p:spPr>
          <a:xfrm>
            <a:off x="5969462" y="4091806"/>
            <a:ext cx="25058" cy="979808"/>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204" name="Rak pilkoppling 203">
            <a:extLst>
              <a:ext uri="{FF2B5EF4-FFF2-40B4-BE49-F238E27FC236}">
                <a16:creationId xmlns:a16="http://schemas.microsoft.com/office/drawing/2014/main" id="{C0BA280E-0206-1AF0-8F20-62CBE32A726B}"/>
              </a:ext>
            </a:extLst>
          </p:cNvPr>
          <p:cNvCxnSpPr>
            <a:cxnSpLocks/>
          </p:cNvCxnSpPr>
          <p:nvPr/>
        </p:nvCxnSpPr>
        <p:spPr>
          <a:xfrm flipH="1">
            <a:off x="5267056" y="4091806"/>
            <a:ext cx="489129" cy="887072"/>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205" name="Rak pilkoppling 204">
            <a:extLst>
              <a:ext uri="{FF2B5EF4-FFF2-40B4-BE49-F238E27FC236}">
                <a16:creationId xmlns:a16="http://schemas.microsoft.com/office/drawing/2014/main" id="{48402C6A-6007-34F7-4850-EF3615158269}"/>
              </a:ext>
            </a:extLst>
          </p:cNvPr>
          <p:cNvCxnSpPr>
            <a:cxnSpLocks/>
          </p:cNvCxnSpPr>
          <p:nvPr/>
        </p:nvCxnSpPr>
        <p:spPr>
          <a:xfrm>
            <a:off x="6230074" y="4104377"/>
            <a:ext cx="480573" cy="929584"/>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206" name="Rak pilkoppling 205">
            <a:extLst>
              <a:ext uri="{FF2B5EF4-FFF2-40B4-BE49-F238E27FC236}">
                <a16:creationId xmlns:a16="http://schemas.microsoft.com/office/drawing/2014/main" id="{D35D0220-E2BC-FAA7-8F28-DF85A44668EB}"/>
              </a:ext>
            </a:extLst>
          </p:cNvPr>
          <p:cNvCxnSpPr>
            <a:cxnSpLocks/>
          </p:cNvCxnSpPr>
          <p:nvPr/>
        </p:nvCxnSpPr>
        <p:spPr>
          <a:xfrm>
            <a:off x="8787826" y="4081791"/>
            <a:ext cx="25058" cy="979808"/>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207" name="Rak pilkoppling 206">
            <a:extLst>
              <a:ext uri="{FF2B5EF4-FFF2-40B4-BE49-F238E27FC236}">
                <a16:creationId xmlns:a16="http://schemas.microsoft.com/office/drawing/2014/main" id="{A02A3ABD-A784-A233-8671-1F21FDDC797F}"/>
              </a:ext>
            </a:extLst>
          </p:cNvPr>
          <p:cNvCxnSpPr>
            <a:cxnSpLocks/>
          </p:cNvCxnSpPr>
          <p:nvPr/>
        </p:nvCxnSpPr>
        <p:spPr>
          <a:xfrm flipH="1">
            <a:off x="8085420" y="4081791"/>
            <a:ext cx="489129" cy="887072"/>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208" name="Rak pilkoppling 207">
            <a:extLst>
              <a:ext uri="{FF2B5EF4-FFF2-40B4-BE49-F238E27FC236}">
                <a16:creationId xmlns:a16="http://schemas.microsoft.com/office/drawing/2014/main" id="{4B3698FE-5C3E-0E08-395E-D470A7E8EA5E}"/>
              </a:ext>
            </a:extLst>
          </p:cNvPr>
          <p:cNvCxnSpPr>
            <a:cxnSpLocks/>
          </p:cNvCxnSpPr>
          <p:nvPr/>
        </p:nvCxnSpPr>
        <p:spPr>
          <a:xfrm>
            <a:off x="9048438" y="4094362"/>
            <a:ext cx="480573" cy="929584"/>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sp>
        <p:nvSpPr>
          <p:cNvPr id="209" name="textruta 208">
            <a:extLst>
              <a:ext uri="{FF2B5EF4-FFF2-40B4-BE49-F238E27FC236}">
                <a16:creationId xmlns:a16="http://schemas.microsoft.com/office/drawing/2014/main" id="{2B7981F6-7739-BB65-21A1-0485704DAA04}"/>
              </a:ext>
            </a:extLst>
          </p:cNvPr>
          <p:cNvSpPr txBox="1"/>
          <p:nvPr/>
        </p:nvSpPr>
        <p:spPr>
          <a:xfrm>
            <a:off x="2781562" y="5292970"/>
            <a:ext cx="527103" cy="400110"/>
          </a:xfrm>
          <a:prstGeom prst="rect">
            <a:avLst/>
          </a:prstGeom>
          <a:noFill/>
        </p:spPr>
        <p:txBody>
          <a:bodyPr wrap="square" rtlCol="0">
            <a:spAutoFit/>
          </a:bodyPr>
          <a:lstStyle/>
          <a:p>
            <a:r>
              <a:rPr lang="sv-SE" sz="2000" dirty="0"/>
              <a:t>5</a:t>
            </a:r>
          </a:p>
        </p:txBody>
      </p:sp>
      <p:sp>
        <p:nvSpPr>
          <p:cNvPr id="210" name="textruta 209">
            <a:extLst>
              <a:ext uri="{FF2B5EF4-FFF2-40B4-BE49-F238E27FC236}">
                <a16:creationId xmlns:a16="http://schemas.microsoft.com/office/drawing/2014/main" id="{A23AD837-9279-65D0-8D06-C906FC034653}"/>
              </a:ext>
            </a:extLst>
          </p:cNvPr>
          <p:cNvSpPr txBox="1"/>
          <p:nvPr/>
        </p:nvSpPr>
        <p:spPr>
          <a:xfrm>
            <a:off x="5823388" y="5297629"/>
            <a:ext cx="527103" cy="400110"/>
          </a:xfrm>
          <a:prstGeom prst="rect">
            <a:avLst/>
          </a:prstGeom>
          <a:noFill/>
        </p:spPr>
        <p:txBody>
          <a:bodyPr wrap="square" rtlCol="0">
            <a:spAutoFit/>
          </a:bodyPr>
          <a:lstStyle/>
          <a:p>
            <a:r>
              <a:rPr lang="sv-SE" sz="2000" dirty="0"/>
              <a:t>3</a:t>
            </a:r>
          </a:p>
        </p:txBody>
      </p:sp>
      <p:sp>
        <p:nvSpPr>
          <p:cNvPr id="211" name="textruta 210">
            <a:extLst>
              <a:ext uri="{FF2B5EF4-FFF2-40B4-BE49-F238E27FC236}">
                <a16:creationId xmlns:a16="http://schemas.microsoft.com/office/drawing/2014/main" id="{BEA453E6-2A15-8E24-B911-9EEB04B5D2FF}"/>
              </a:ext>
            </a:extLst>
          </p:cNvPr>
          <p:cNvSpPr txBox="1"/>
          <p:nvPr/>
        </p:nvSpPr>
        <p:spPr>
          <a:xfrm>
            <a:off x="7894583" y="5291279"/>
            <a:ext cx="527103" cy="400110"/>
          </a:xfrm>
          <a:prstGeom prst="rect">
            <a:avLst/>
          </a:prstGeom>
          <a:noFill/>
        </p:spPr>
        <p:txBody>
          <a:bodyPr wrap="square" rtlCol="0">
            <a:spAutoFit/>
          </a:bodyPr>
          <a:lstStyle/>
          <a:p>
            <a:r>
              <a:rPr lang="sv-SE" sz="2000" dirty="0"/>
              <a:t>2</a:t>
            </a:r>
          </a:p>
        </p:txBody>
      </p:sp>
      <p:sp>
        <p:nvSpPr>
          <p:cNvPr id="3" name="Platshållare för sidfot 1">
            <a:extLst>
              <a:ext uri="{FF2B5EF4-FFF2-40B4-BE49-F238E27FC236}">
                <a16:creationId xmlns:a16="http://schemas.microsoft.com/office/drawing/2014/main" id="{B69F6786-C3EC-A83D-F89F-99EAB530B9C8}"/>
              </a:ext>
            </a:extLst>
          </p:cNvPr>
          <p:cNvSpPr>
            <a:spLocks noGrp="1"/>
          </p:cNvSpPr>
          <p:nvPr/>
        </p:nvSpPr>
        <p:spPr>
          <a:xfrm>
            <a:off x="2768194" y="6419850"/>
            <a:ext cx="5588812" cy="438150"/>
          </a:xfrm>
          <a:prstGeom prst="rect">
            <a:avLst/>
          </a:prstGeom>
        </p:spPr>
        <p:txBody>
          <a:bodyPr vert="horz" lIns="91440" tIns="45720" rIns="91440" bIns="45720" rtlCol="0" anchor="ctr"/>
          <a:lstStyle>
            <a:defPPr>
              <a:defRPr lang="en-US"/>
            </a:defPPr>
            <a:lvl1pPr marL="0" algn="ctr" defTabSz="457200" rtl="0" eaLnBrk="1" latinLnBrk="0" hangingPunct="1">
              <a:defRPr sz="144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dirty="0"/>
              <a:t>Presentation av David Hedengren</a:t>
            </a:r>
          </a:p>
        </p:txBody>
      </p:sp>
    </p:spTree>
    <p:extLst>
      <p:ext uri="{BB962C8B-B14F-4D97-AF65-F5344CB8AC3E}">
        <p14:creationId xmlns:p14="http://schemas.microsoft.com/office/powerpoint/2010/main" val="18766822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path" presetSubtype="0" accel="50000" decel="50000" fill="hold" grpId="0" nodeType="clickEffect">
                                  <p:stCondLst>
                                    <p:cond delay="0"/>
                                  </p:stCondLst>
                                  <p:childTnLst>
                                    <p:animMotion origin="layout" path="M 4.16667E-7 4.07407E-6 L 0.00182 -0.26667 " pathEditMode="relative" rAng="0" ptsTypes="AA">
                                      <p:cBhvr>
                                        <p:cTn id="6" dur="2000" fill="hold"/>
                                        <p:tgtEl>
                                          <p:spTgt spid="209"/>
                                        </p:tgtEl>
                                        <p:attrNameLst>
                                          <p:attrName>ppt_x</p:attrName>
                                          <p:attrName>ppt_y</p:attrName>
                                        </p:attrNameLst>
                                      </p:cBhvr>
                                      <p:rCtr x="91" y="-13333"/>
                                    </p:animMotion>
                                  </p:childTnLst>
                                </p:cTn>
                              </p:par>
                            </p:childTnLst>
                          </p:cTn>
                        </p:par>
                        <p:par>
                          <p:cTn id="7" fill="hold">
                            <p:stCondLst>
                              <p:cond delay="2000"/>
                            </p:stCondLst>
                            <p:childTnLst>
                              <p:par>
                                <p:cTn id="8" presetID="1" presetClass="entr" presetSubtype="0" fill="hold" grpId="0" nodeType="afterEffect">
                                  <p:stCondLst>
                                    <p:cond delay="0"/>
                                  </p:stCondLst>
                                  <p:childTnLst>
                                    <p:set>
                                      <p:cBhvr>
                                        <p:cTn id="9" dur="1" fill="hold">
                                          <p:stCondLst>
                                            <p:cond delay="0"/>
                                          </p:stCondLst>
                                        </p:cTn>
                                        <p:tgtEl>
                                          <p:spTgt spid="164"/>
                                        </p:tgtEl>
                                        <p:attrNameLst>
                                          <p:attrName>style.visibility</p:attrName>
                                        </p:attrNameLst>
                                      </p:cBhvr>
                                      <p:to>
                                        <p:strVal val="visible"/>
                                      </p:to>
                                    </p:set>
                                  </p:childTnLst>
                                </p:cTn>
                              </p:par>
                            </p:childTnLst>
                          </p:cTn>
                        </p:par>
                      </p:childTnLst>
                    </p:cTn>
                  </p:par>
                  <p:par>
                    <p:cTn id="10" fill="hold">
                      <p:stCondLst>
                        <p:cond delay="indefinite"/>
                      </p:stCondLst>
                      <p:childTnLst>
                        <p:par>
                          <p:cTn id="11" fill="hold">
                            <p:stCondLst>
                              <p:cond delay="0"/>
                            </p:stCondLst>
                            <p:childTnLst>
                              <p:par>
                                <p:cTn id="12" presetID="42" presetClass="path" presetSubtype="0" accel="50000" decel="50000" fill="hold" grpId="0" nodeType="clickEffect">
                                  <p:stCondLst>
                                    <p:cond delay="0"/>
                                  </p:stCondLst>
                                  <p:childTnLst>
                                    <p:animMotion origin="layout" path="M 1.25E-6 -3.7037E-7 L -0.00052 -0.27106 " pathEditMode="relative" rAng="0" ptsTypes="AA">
                                      <p:cBhvr>
                                        <p:cTn id="13" dur="2000" fill="hold"/>
                                        <p:tgtEl>
                                          <p:spTgt spid="210"/>
                                        </p:tgtEl>
                                        <p:attrNameLst>
                                          <p:attrName>ppt_x</p:attrName>
                                          <p:attrName>ppt_y</p:attrName>
                                        </p:attrNameLst>
                                      </p:cBhvr>
                                      <p:rCtr x="-26" y="-13565"/>
                                    </p:animMotion>
                                  </p:childTnLst>
                                </p:cTn>
                              </p:par>
                            </p:childTnLst>
                          </p:cTn>
                        </p:par>
                        <p:par>
                          <p:cTn id="14" fill="hold">
                            <p:stCondLst>
                              <p:cond delay="2000"/>
                            </p:stCondLst>
                            <p:childTnLst>
                              <p:par>
                                <p:cTn id="15" presetID="1" presetClass="entr" presetSubtype="0" fill="hold" grpId="0" nodeType="afterEffect">
                                  <p:stCondLst>
                                    <p:cond delay="0"/>
                                  </p:stCondLst>
                                  <p:childTnLst>
                                    <p:set>
                                      <p:cBhvr>
                                        <p:cTn id="16" dur="1" fill="hold">
                                          <p:stCondLst>
                                            <p:cond delay="0"/>
                                          </p:stCondLst>
                                        </p:cTn>
                                        <p:tgtEl>
                                          <p:spTgt spid="16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42" presetClass="path" presetSubtype="0" accel="50000" decel="50000" fill="hold" grpId="0" nodeType="clickEffect">
                                  <p:stCondLst>
                                    <p:cond delay="0"/>
                                  </p:stCondLst>
                                  <p:childTnLst>
                                    <p:animMotion origin="layout" path="M -6.25E-7 -4.44444E-6 L 0.06055 -0.2743 " pathEditMode="relative" rAng="0" ptsTypes="AA">
                                      <p:cBhvr>
                                        <p:cTn id="20" dur="2000" fill="hold"/>
                                        <p:tgtEl>
                                          <p:spTgt spid="211"/>
                                        </p:tgtEl>
                                        <p:attrNameLst>
                                          <p:attrName>ppt_x</p:attrName>
                                          <p:attrName>ppt_y</p:attrName>
                                        </p:attrNameLst>
                                      </p:cBhvr>
                                      <p:rCtr x="3021" y="-13727"/>
                                    </p:animMotion>
                                  </p:childTnLst>
                                </p:cTn>
                              </p:par>
                            </p:childTnLst>
                          </p:cTn>
                        </p:par>
                        <p:par>
                          <p:cTn id="21" fill="hold">
                            <p:stCondLst>
                              <p:cond delay="2000"/>
                            </p:stCondLst>
                            <p:childTnLst>
                              <p:par>
                                <p:cTn id="22" presetID="1" presetClass="entr" presetSubtype="0" fill="hold" grpId="0" nodeType="afterEffect">
                                  <p:stCondLst>
                                    <p:cond delay="0"/>
                                  </p:stCondLst>
                                  <p:childTnLst>
                                    <p:set>
                                      <p:cBhvr>
                                        <p:cTn id="23" dur="1" fill="hold">
                                          <p:stCondLst>
                                            <p:cond delay="0"/>
                                          </p:stCondLst>
                                        </p:cTn>
                                        <p:tgtEl>
                                          <p:spTgt spid="168"/>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42" presetClass="path" presetSubtype="0" accel="50000" decel="50000" fill="hold" grpId="1" nodeType="clickEffect">
                                  <p:stCondLst>
                                    <p:cond delay="0"/>
                                  </p:stCondLst>
                                  <p:childTnLst>
                                    <p:animMotion origin="layout" path="M -0.00052 0.00092 L 0.24349 -0.25602 " pathEditMode="relative" rAng="0" ptsTypes="AA">
                                      <p:cBhvr>
                                        <p:cTn id="27" dur="2000" fill="hold"/>
                                        <p:tgtEl>
                                          <p:spTgt spid="164"/>
                                        </p:tgtEl>
                                        <p:attrNameLst>
                                          <p:attrName>ppt_x</p:attrName>
                                          <p:attrName>ppt_y</p:attrName>
                                        </p:attrNameLst>
                                      </p:cBhvr>
                                      <p:rCtr x="12201" y="-12847"/>
                                    </p:animMotion>
                                  </p:childTnLst>
                                </p:cTn>
                              </p:par>
                            </p:childTnLst>
                          </p:cTn>
                        </p:par>
                        <p:par>
                          <p:cTn id="28" fill="hold">
                            <p:stCondLst>
                              <p:cond delay="2000"/>
                            </p:stCondLst>
                            <p:childTnLst>
                              <p:par>
                                <p:cTn id="29" presetID="1" presetClass="entr" presetSubtype="0" fill="hold" grpId="0" nodeType="afterEffect">
                                  <p:stCondLst>
                                    <p:cond delay="0"/>
                                  </p:stCondLst>
                                  <p:childTnLst>
                                    <p:set>
                                      <p:cBhvr>
                                        <p:cTn id="30" dur="1" fill="hold">
                                          <p:stCondLst>
                                            <p:cond delay="0"/>
                                          </p:stCondLst>
                                        </p:cTn>
                                        <p:tgtEl>
                                          <p:spTgt spid="16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2" grpId="0"/>
      <p:bldP spid="164" grpId="0"/>
      <p:bldP spid="164" grpId="1"/>
      <p:bldP spid="166" grpId="0"/>
      <p:bldP spid="168" grpId="0"/>
      <p:bldP spid="209" grpId="0"/>
      <p:bldP spid="210" grpId="0"/>
      <p:bldP spid="211"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1">
            <a:extLst>
              <a:ext uri="{FF2B5EF4-FFF2-40B4-BE49-F238E27FC236}">
                <a16:creationId xmlns:a16="http://schemas.microsoft.com/office/drawing/2014/main" id="{0DE034C2-779F-2369-7960-A71053F91F24}"/>
              </a:ext>
            </a:extLst>
          </p:cNvPr>
          <p:cNvSpPr/>
          <p:nvPr/>
        </p:nvSpPr>
        <p:spPr>
          <a:xfrm>
            <a:off x="381000" y="340034"/>
            <a:ext cx="11695828" cy="982916"/>
          </a:xfrm>
          <a:prstGeom prst="rect">
            <a:avLst/>
          </a:prstGeom>
          <a:noFill/>
          <a:ln/>
        </p:spPr>
        <p:txBody>
          <a:bodyPr wrap="square" lIns="0" tIns="0" rIns="0" bIns="0" rtlCol="0" anchor="t"/>
          <a:lstStyle/>
          <a:p>
            <a:pPr>
              <a:lnSpc>
                <a:spcPts val="6375"/>
              </a:lnSpc>
            </a:pPr>
            <a:r>
              <a:rPr lang="en-US" sz="5083" dirty="0" err="1">
                <a:solidFill>
                  <a:srgbClr val="00002E"/>
                </a:solidFill>
                <a:latin typeface="Nunito" pitchFamily="34" charset="0"/>
              </a:rPr>
              <a:t>Uppgift</a:t>
            </a:r>
            <a:r>
              <a:rPr lang="en-US" sz="5083" dirty="0">
                <a:solidFill>
                  <a:srgbClr val="00002E"/>
                </a:solidFill>
                <a:latin typeface="Nunito" pitchFamily="34" charset="0"/>
              </a:rPr>
              <a:t> – </a:t>
            </a:r>
            <a:r>
              <a:rPr lang="en-US" sz="5083" dirty="0" err="1">
                <a:solidFill>
                  <a:srgbClr val="00002E"/>
                </a:solidFill>
                <a:latin typeface="Nunito" pitchFamily="34" charset="0"/>
              </a:rPr>
              <a:t>Vilket</a:t>
            </a:r>
            <a:r>
              <a:rPr lang="en-US" sz="5083" dirty="0">
                <a:solidFill>
                  <a:srgbClr val="00002E"/>
                </a:solidFill>
                <a:latin typeface="Nunito" pitchFamily="34" charset="0"/>
              </a:rPr>
              <a:t> </a:t>
            </a:r>
            <a:r>
              <a:rPr lang="en-US" sz="5083" dirty="0" err="1">
                <a:solidFill>
                  <a:srgbClr val="00002E"/>
                </a:solidFill>
                <a:latin typeface="Nunito" pitchFamily="34" charset="0"/>
              </a:rPr>
              <a:t>värde</a:t>
            </a:r>
            <a:r>
              <a:rPr lang="en-US" sz="5083" dirty="0">
                <a:solidFill>
                  <a:srgbClr val="00002E"/>
                </a:solidFill>
                <a:latin typeface="Nunito" pitchFamily="34" charset="0"/>
              </a:rPr>
              <a:t> </a:t>
            </a:r>
            <a:r>
              <a:rPr lang="en-US" sz="5083" dirty="0" err="1">
                <a:solidFill>
                  <a:srgbClr val="00002E"/>
                </a:solidFill>
                <a:latin typeface="Nunito" pitchFamily="34" charset="0"/>
              </a:rPr>
              <a:t>får</a:t>
            </a:r>
            <a:r>
              <a:rPr lang="en-US" sz="5083" dirty="0">
                <a:solidFill>
                  <a:srgbClr val="00002E"/>
                </a:solidFill>
                <a:latin typeface="Nunito" pitchFamily="34" charset="0"/>
              </a:rPr>
              <a:t> </a:t>
            </a:r>
            <a:r>
              <a:rPr lang="en-US" sz="5083" dirty="0" err="1">
                <a:solidFill>
                  <a:srgbClr val="00002E"/>
                </a:solidFill>
                <a:latin typeface="Nunito" pitchFamily="34" charset="0"/>
              </a:rPr>
              <a:t>rotnoden</a:t>
            </a:r>
            <a:r>
              <a:rPr lang="en-US" sz="5083" dirty="0">
                <a:solidFill>
                  <a:srgbClr val="00002E"/>
                </a:solidFill>
                <a:latin typeface="Nunito" pitchFamily="34" charset="0"/>
              </a:rPr>
              <a:t>?</a:t>
            </a:r>
            <a:endParaRPr lang="en-US" sz="5083" dirty="0"/>
          </a:p>
        </p:txBody>
      </p:sp>
      <p:sp>
        <p:nvSpPr>
          <p:cNvPr id="3" name="Likbent triangel 2">
            <a:extLst>
              <a:ext uri="{FF2B5EF4-FFF2-40B4-BE49-F238E27FC236}">
                <a16:creationId xmlns:a16="http://schemas.microsoft.com/office/drawing/2014/main" id="{0FEE1189-328F-E445-F125-3F3131EDD04D}"/>
              </a:ext>
            </a:extLst>
          </p:cNvPr>
          <p:cNvSpPr/>
          <p:nvPr/>
        </p:nvSpPr>
        <p:spPr>
          <a:xfrm>
            <a:off x="761461" y="4985767"/>
            <a:ext cx="412498" cy="400110"/>
          </a:xfrm>
          <a:prstGeom prst="triangle">
            <a:avLst/>
          </a:prstGeom>
          <a:solidFill>
            <a:srgbClr val="4DFC24"/>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4" name="Likbent triangel 3">
            <a:extLst>
              <a:ext uri="{FF2B5EF4-FFF2-40B4-BE49-F238E27FC236}">
                <a16:creationId xmlns:a16="http://schemas.microsoft.com/office/drawing/2014/main" id="{364CC5FF-9872-2485-6033-3BA5C341B722}"/>
              </a:ext>
            </a:extLst>
          </p:cNvPr>
          <p:cNvSpPr/>
          <p:nvPr/>
        </p:nvSpPr>
        <p:spPr>
          <a:xfrm rot="10800000">
            <a:off x="145042" y="5955574"/>
            <a:ext cx="489277" cy="443763"/>
          </a:xfrm>
          <a:prstGeom prst="triangle">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cxnSp>
        <p:nvCxnSpPr>
          <p:cNvPr id="7" name="Rak pilkoppling 6">
            <a:extLst>
              <a:ext uri="{FF2B5EF4-FFF2-40B4-BE49-F238E27FC236}">
                <a16:creationId xmlns:a16="http://schemas.microsoft.com/office/drawing/2014/main" id="{05E44D64-5C57-55E4-8AA5-362B1EE28652}"/>
              </a:ext>
            </a:extLst>
          </p:cNvPr>
          <p:cNvCxnSpPr>
            <a:cxnSpLocks/>
          </p:cNvCxnSpPr>
          <p:nvPr/>
        </p:nvCxnSpPr>
        <p:spPr>
          <a:xfrm flipH="1">
            <a:off x="389681" y="5441894"/>
            <a:ext cx="401227" cy="466986"/>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sp>
        <p:nvSpPr>
          <p:cNvPr id="20" name="textruta 19">
            <a:extLst>
              <a:ext uri="{FF2B5EF4-FFF2-40B4-BE49-F238E27FC236}">
                <a16:creationId xmlns:a16="http://schemas.microsoft.com/office/drawing/2014/main" id="{D6A2C0A6-98E8-035C-51B1-3FE4927EE382}"/>
              </a:ext>
            </a:extLst>
          </p:cNvPr>
          <p:cNvSpPr txBox="1"/>
          <p:nvPr/>
        </p:nvSpPr>
        <p:spPr>
          <a:xfrm>
            <a:off x="230606" y="5917474"/>
            <a:ext cx="527103" cy="400110"/>
          </a:xfrm>
          <a:prstGeom prst="rect">
            <a:avLst/>
          </a:prstGeom>
          <a:noFill/>
        </p:spPr>
        <p:txBody>
          <a:bodyPr wrap="square" rtlCol="0">
            <a:spAutoFit/>
          </a:bodyPr>
          <a:lstStyle/>
          <a:p>
            <a:r>
              <a:rPr lang="sv-SE" sz="2000" dirty="0"/>
              <a:t>4</a:t>
            </a:r>
          </a:p>
        </p:txBody>
      </p:sp>
      <p:sp>
        <p:nvSpPr>
          <p:cNvPr id="5" name="Likbent triangel 4">
            <a:extLst>
              <a:ext uri="{FF2B5EF4-FFF2-40B4-BE49-F238E27FC236}">
                <a16:creationId xmlns:a16="http://schemas.microsoft.com/office/drawing/2014/main" id="{A033EE5B-3CBE-817A-FCDF-7CA32F01B1C3}"/>
              </a:ext>
            </a:extLst>
          </p:cNvPr>
          <p:cNvSpPr/>
          <p:nvPr/>
        </p:nvSpPr>
        <p:spPr>
          <a:xfrm rot="10800000">
            <a:off x="719610" y="5955574"/>
            <a:ext cx="489277" cy="443763"/>
          </a:xfrm>
          <a:prstGeom prst="triangle">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6" name="textruta 5">
            <a:extLst>
              <a:ext uri="{FF2B5EF4-FFF2-40B4-BE49-F238E27FC236}">
                <a16:creationId xmlns:a16="http://schemas.microsoft.com/office/drawing/2014/main" id="{5122151F-3BF5-E7E2-CFAA-DE4698A00D07}"/>
              </a:ext>
            </a:extLst>
          </p:cNvPr>
          <p:cNvSpPr txBox="1"/>
          <p:nvPr/>
        </p:nvSpPr>
        <p:spPr>
          <a:xfrm>
            <a:off x="805174" y="5917474"/>
            <a:ext cx="527103" cy="400110"/>
          </a:xfrm>
          <a:prstGeom prst="rect">
            <a:avLst/>
          </a:prstGeom>
          <a:noFill/>
        </p:spPr>
        <p:txBody>
          <a:bodyPr wrap="square" rtlCol="0">
            <a:spAutoFit/>
          </a:bodyPr>
          <a:lstStyle/>
          <a:p>
            <a:r>
              <a:rPr lang="sv-SE" sz="2000" dirty="0"/>
              <a:t>3</a:t>
            </a:r>
          </a:p>
        </p:txBody>
      </p:sp>
      <p:sp>
        <p:nvSpPr>
          <p:cNvPr id="8" name="Likbent triangel 7">
            <a:extLst>
              <a:ext uri="{FF2B5EF4-FFF2-40B4-BE49-F238E27FC236}">
                <a16:creationId xmlns:a16="http://schemas.microsoft.com/office/drawing/2014/main" id="{6F68AB3C-B853-D321-F718-65EB47EC9734}"/>
              </a:ext>
            </a:extLst>
          </p:cNvPr>
          <p:cNvSpPr/>
          <p:nvPr/>
        </p:nvSpPr>
        <p:spPr>
          <a:xfrm rot="10800000">
            <a:off x="1275244" y="5955574"/>
            <a:ext cx="489277" cy="443763"/>
          </a:xfrm>
          <a:prstGeom prst="triangle">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 name="textruta 9">
            <a:extLst>
              <a:ext uri="{FF2B5EF4-FFF2-40B4-BE49-F238E27FC236}">
                <a16:creationId xmlns:a16="http://schemas.microsoft.com/office/drawing/2014/main" id="{D39696DF-4C65-3DF7-5D40-7D17A884474E}"/>
              </a:ext>
            </a:extLst>
          </p:cNvPr>
          <p:cNvSpPr txBox="1"/>
          <p:nvPr/>
        </p:nvSpPr>
        <p:spPr>
          <a:xfrm>
            <a:off x="1360808" y="5917474"/>
            <a:ext cx="527103" cy="400110"/>
          </a:xfrm>
          <a:prstGeom prst="rect">
            <a:avLst/>
          </a:prstGeom>
          <a:noFill/>
        </p:spPr>
        <p:txBody>
          <a:bodyPr wrap="square" rtlCol="0">
            <a:spAutoFit/>
          </a:bodyPr>
          <a:lstStyle/>
          <a:p>
            <a:r>
              <a:rPr lang="sv-SE" sz="2000" dirty="0"/>
              <a:t>2</a:t>
            </a:r>
          </a:p>
        </p:txBody>
      </p:sp>
      <p:cxnSp>
        <p:nvCxnSpPr>
          <p:cNvPr id="19" name="Rak pilkoppling 18">
            <a:extLst>
              <a:ext uri="{FF2B5EF4-FFF2-40B4-BE49-F238E27FC236}">
                <a16:creationId xmlns:a16="http://schemas.microsoft.com/office/drawing/2014/main" id="{AD266C09-7679-9B32-6CB1-7C02445012D9}"/>
              </a:ext>
            </a:extLst>
          </p:cNvPr>
          <p:cNvCxnSpPr>
            <a:cxnSpLocks/>
          </p:cNvCxnSpPr>
          <p:nvPr/>
        </p:nvCxnSpPr>
        <p:spPr>
          <a:xfrm>
            <a:off x="958322" y="5456620"/>
            <a:ext cx="0" cy="414160"/>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27" name="Rak pilkoppling 26">
            <a:extLst>
              <a:ext uri="{FF2B5EF4-FFF2-40B4-BE49-F238E27FC236}">
                <a16:creationId xmlns:a16="http://schemas.microsoft.com/office/drawing/2014/main" id="{DE165636-2994-7EC5-A468-02AE1B2CD399}"/>
              </a:ext>
            </a:extLst>
          </p:cNvPr>
          <p:cNvCxnSpPr>
            <a:cxnSpLocks/>
          </p:cNvCxnSpPr>
          <p:nvPr/>
        </p:nvCxnSpPr>
        <p:spPr>
          <a:xfrm>
            <a:off x="1183637" y="5456620"/>
            <a:ext cx="336245" cy="414160"/>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sp>
        <p:nvSpPr>
          <p:cNvPr id="29" name="Likbent triangel 28">
            <a:extLst>
              <a:ext uri="{FF2B5EF4-FFF2-40B4-BE49-F238E27FC236}">
                <a16:creationId xmlns:a16="http://schemas.microsoft.com/office/drawing/2014/main" id="{97FC844B-FA6E-8076-F48F-BCDAAF4EC8F7}"/>
              </a:ext>
            </a:extLst>
          </p:cNvPr>
          <p:cNvSpPr/>
          <p:nvPr/>
        </p:nvSpPr>
        <p:spPr>
          <a:xfrm>
            <a:off x="2529301" y="4985767"/>
            <a:ext cx="412498" cy="400110"/>
          </a:xfrm>
          <a:prstGeom prst="triangle">
            <a:avLst/>
          </a:prstGeom>
          <a:solidFill>
            <a:srgbClr val="4DFC24"/>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30" name="Likbent triangel 29">
            <a:extLst>
              <a:ext uri="{FF2B5EF4-FFF2-40B4-BE49-F238E27FC236}">
                <a16:creationId xmlns:a16="http://schemas.microsoft.com/office/drawing/2014/main" id="{486927EA-FB19-975B-FB3D-70D5A5B7D265}"/>
              </a:ext>
            </a:extLst>
          </p:cNvPr>
          <p:cNvSpPr/>
          <p:nvPr/>
        </p:nvSpPr>
        <p:spPr>
          <a:xfrm rot="10800000">
            <a:off x="1912882" y="5955574"/>
            <a:ext cx="489277" cy="443763"/>
          </a:xfrm>
          <a:prstGeom prst="triangle">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cxnSp>
        <p:nvCxnSpPr>
          <p:cNvPr id="31" name="Rak pilkoppling 30">
            <a:extLst>
              <a:ext uri="{FF2B5EF4-FFF2-40B4-BE49-F238E27FC236}">
                <a16:creationId xmlns:a16="http://schemas.microsoft.com/office/drawing/2014/main" id="{91194DCA-41D7-679E-F654-E689FE31D518}"/>
              </a:ext>
            </a:extLst>
          </p:cNvPr>
          <p:cNvCxnSpPr>
            <a:cxnSpLocks/>
          </p:cNvCxnSpPr>
          <p:nvPr/>
        </p:nvCxnSpPr>
        <p:spPr>
          <a:xfrm flipH="1">
            <a:off x="2157521" y="5441894"/>
            <a:ext cx="401227" cy="466986"/>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sp>
        <p:nvSpPr>
          <p:cNvPr id="32" name="textruta 31">
            <a:extLst>
              <a:ext uri="{FF2B5EF4-FFF2-40B4-BE49-F238E27FC236}">
                <a16:creationId xmlns:a16="http://schemas.microsoft.com/office/drawing/2014/main" id="{1B08CED6-ACEA-5AD6-BDF0-B480B5DA5690}"/>
              </a:ext>
            </a:extLst>
          </p:cNvPr>
          <p:cNvSpPr txBox="1"/>
          <p:nvPr/>
        </p:nvSpPr>
        <p:spPr>
          <a:xfrm>
            <a:off x="1998446" y="5917474"/>
            <a:ext cx="527103" cy="400110"/>
          </a:xfrm>
          <a:prstGeom prst="rect">
            <a:avLst/>
          </a:prstGeom>
          <a:noFill/>
        </p:spPr>
        <p:txBody>
          <a:bodyPr wrap="square" rtlCol="0">
            <a:spAutoFit/>
          </a:bodyPr>
          <a:lstStyle/>
          <a:p>
            <a:r>
              <a:rPr lang="sv-SE" sz="2000" dirty="0"/>
              <a:t>6</a:t>
            </a:r>
          </a:p>
        </p:txBody>
      </p:sp>
      <p:sp>
        <p:nvSpPr>
          <p:cNvPr id="33" name="textruta 32">
            <a:extLst>
              <a:ext uri="{FF2B5EF4-FFF2-40B4-BE49-F238E27FC236}">
                <a16:creationId xmlns:a16="http://schemas.microsoft.com/office/drawing/2014/main" id="{C053AC30-8666-3895-2944-92D7958126C3}"/>
              </a:ext>
            </a:extLst>
          </p:cNvPr>
          <p:cNvSpPr txBox="1"/>
          <p:nvPr/>
        </p:nvSpPr>
        <p:spPr>
          <a:xfrm>
            <a:off x="2564418" y="5040850"/>
            <a:ext cx="527103" cy="400110"/>
          </a:xfrm>
          <a:prstGeom prst="rect">
            <a:avLst/>
          </a:prstGeom>
          <a:noFill/>
        </p:spPr>
        <p:txBody>
          <a:bodyPr wrap="square" rtlCol="0">
            <a:spAutoFit/>
          </a:bodyPr>
          <a:lstStyle/>
          <a:p>
            <a:r>
              <a:rPr lang="sv-SE" sz="2000" dirty="0"/>
              <a:t>6</a:t>
            </a:r>
          </a:p>
        </p:txBody>
      </p:sp>
      <p:sp>
        <p:nvSpPr>
          <p:cNvPr id="34" name="Likbent triangel 33">
            <a:extLst>
              <a:ext uri="{FF2B5EF4-FFF2-40B4-BE49-F238E27FC236}">
                <a16:creationId xmlns:a16="http://schemas.microsoft.com/office/drawing/2014/main" id="{90562E59-DA2D-F143-2332-91F7CEF5C3C2}"/>
              </a:ext>
            </a:extLst>
          </p:cNvPr>
          <p:cNvSpPr/>
          <p:nvPr/>
        </p:nvSpPr>
        <p:spPr>
          <a:xfrm rot="10800000">
            <a:off x="2487450" y="5955574"/>
            <a:ext cx="489277" cy="443763"/>
          </a:xfrm>
          <a:prstGeom prst="triangle">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35" name="textruta 34">
            <a:extLst>
              <a:ext uri="{FF2B5EF4-FFF2-40B4-BE49-F238E27FC236}">
                <a16:creationId xmlns:a16="http://schemas.microsoft.com/office/drawing/2014/main" id="{EC19109E-2911-054E-27CD-003C7EBCB291}"/>
              </a:ext>
            </a:extLst>
          </p:cNvPr>
          <p:cNvSpPr txBox="1"/>
          <p:nvPr/>
        </p:nvSpPr>
        <p:spPr>
          <a:xfrm>
            <a:off x="2573014" y="5917474"/>
            <a:ext cx="527103" cy="400110"/>
          </a:xfrm>
          <a:prstGeom prst="rect">
            <a:avLst/>
          </a:prstGeom>
          <a:noFill/>
        </p:spPr>
        <p:txBody>
          <a:bodyPr wrap="square" rtlCol="0">
            <a:spAutoFit/>
          </a:bodyPr>
          <a:lstStyle/>
          <a:p>
            <a:r>
              <a:rPr lang="sv-SE" sz="2000" dirty="0"/>
              <a:t>1</a:t>
            </a:r>
          </a:p>
        </p:txBody>
      </p:sp>
      <p:sp>
        <p:nvSpPr>
          <p:cNvPr id="36" name="Likbent triangel 35">
            <a:extLst>
              <a:ext uri="{FF2B5EF4-FFF2-40B4-BE49-F238E27FC236}">
                <a16:creationId xmlns:a16="http://schemas.microsoft.com/office/drawing/2014/main" id="{8F03A21E-0216-B621-0A30-2E9E2EAD063E}"/>
              </a:ext>
            </a:extLst>
          </p:cNvPr>
          <p:cNvSpPr/>
          <p:nvPr/>
        </p:nvSpPr>
        <p:spPr>
          <a:xfrm rot="10800000">
            <a:off x="3043084" y="5955574"/>
            <a:ext cx="489277" cy="443763"/>
          </a:xfrm>
          <a:prstGeom prst="triangle">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37" name="textruta 36">
            <a:extLst>
              <a:ext uri="{FF2B5EF4-FFF2-40B4-BE49-F238E27FC236}">
                <a16:creationId xmlns:a16="http://schemas.microsoft.com/office/drawing/2014/main" id="{D6324D8F-131B-EE39-DB17-77940F716A1F}"/>
              </a:ext>
            </a:extLst>
          </p:cNvPr>
          <p:cNvSpPr txBox="1"/>
          <p:nvPr/>
        </p:nvSpPr>
        <p:spPr>
          <a:xfrm>
            <a:off x="3128648" y="5917474"/>
            <a:ext cx="527103" cy="400110"/>
          </a:xfrm>
          <a:prstGeom prst="rect">
            <a:avLst/>
          </a:prstGeom>
          <a:noFill/>
        </p:spPr>
        <p:txBody>
          <a:bodyPr wrap="square" rtlCol="0">
            <a:spAutoFit/>
          </a:bodyPr>
          <a:lstStyle/>
          <a:p>
            <a:r>
              <a:rPr lang="sv-SE" sz="2000" dirty="0"/>
              <a:t>5</a:t>
            </a:r>
          </a:p>
        </p:txBody>
      </p:sp>
      <p:cxnSp>
        <p:nvCxnSpPr>
          <p:cNvPr id="38" name="Rak pilkoppling 37">
            <a:extLst>
              <a:ext uri="{FF2B5EF4-FFF2-40B4-BE49-F238E27FC236}">
                <a16:creationId xmlns:a16="http://schemas.microsoft.com/office/drawing/2014/main" id="{2371D322-0469-3AA2-F835-BC35F3D69623}"/>
              </a:ext>
            </a:extLst>
          </p:cNvPr>
          <p:cNvCxnSpPr>
            <a:cxnSpLocks/>
          </p:cNvCxnSpPr>
          <p:nvPr/>
        </p:nvCxnSpPr>
        <p:spPr>
          <a:xfrm>
            <a:off x="2726162" y="5456620"/>
            <a:ext cx="0" cy="414160"/>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39" name="Rak pilkoppling 38">
            <a:extLst>
              <a:ext uri="{FF2B5EF4-FFF2-40B4-BE49-F238E27FC236}">
                <a16:creationId xmlns:a16="http://schemas.microsoft.com/office/drawing/2014/main" id="{B65CDCBD-F0F7-DEEE-17D5-D94672DF5463}"/>
              </a:ext>
            </a:extLst>
          </p:cNvPr>
          <p:cNvCxnSpPr>
            <a:cxnSpLocks/>
          </p:cNvCxnSpPr>
          <p:nvPr/>
        </p:nvCxnSpPr>
        <p:spPr>
          <a:xfrm>
            <a:off x="2951477" y="5456620"/>
            <a:ext cx="336245" cy="414160"/>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sp>
        <p:nvSpPr>
          <p:cNvPr id="40" name="Likbent triangel 39">
            <a:extLst>
              <a:ext uri="{FF2B5EF4-FFF2-40B4-BE49-F238E27FC236}">
                <a16:creationId xmlns:a16="http://schemas.microsoft.com/office/drawing/2014/main" id="{06F11587-92AD-0B5D-C6BA-BBDED338D07B}"/>
              </a:ext>
            </a:extLst>
          </p:cNvPr>
          <p:cNvSpPr/>
          <p:nvPr/>
        </p:nvSpPr>
        <p:spPr>
          <a:xfrm>
            <a:off x="4747285" y="4992963"/>
            <a:ext cx="412498" cy="400110"/>
          </a:xfrm>
          <a:prstGeom prst="triangle">
            <a:avLst/>
          </a:prstGeom>
          <a:solidFill>
            <a:srgbClr val="4DFC24"/>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41" name="Likbent triangel 40">
            <a:extLst>
              <a:ext uri="{FF2B5EF4-FFF2-40B4-BE49-F238E27FC236}">
                <a16:creationId xmlns:a16="http://schemas.microsoft.com/office/drawing/2014/main" id="{BE2979F8-1968-001D-9FC3-84A0A8D16992}"/>
              </a:ext>
            </a:extLst>
          </p:cNvPr>
          <p:cNvSpPr/>
          <p:nvPr/>
        </p:nvSpPr>
        <p:spPr>
          <a:xfrm rot="10800000">
            <a:off x="4130866" y="5962770"/>
            <a:ext cx="489277" cy="443763"/>
          </a:xfrm>
          <a:prstGeom prst="triangle">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cxnSp>
        <p:nvCxnSpPr>
          <p:cNvPr id="42" name="Rak pilkoppling 41">
            <a:extLst>
              <a:ext uri="{FF2B5EF4-FFF2-40B4-BE49-F238E27FC236}">
                <a16:creationId xmlns:a16="http://schemas.microsoft.com/office/drawing/2014/main" id="{46FF7C96-3364-F399-195A-5BB902FB9DE8}"/>
              </a:ext>
            </a:extLst>
          </p:cNvPr>
          <p:cNvCxnSpPr>
            <a:cxnSpLocks/>
          </p:cNvCxnSpPr>
          <p:nvPr/>
        </p:nvCxnSpPr>
        <p:spPr>
          <a:xfrm flipH="1">
            <a:off x="4375505" y="5449090"/>
            <a:ext cx="401227" cy="466986"/>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sp>
        <p:nvSpPr>
          <p:cNvPr id="43" name="textruta 42">
            <a:extLst>
              <a:ext uri="{FF2B5EF4-FFF2-40B4-BE49-F238E27FC236}">
                <a16:creationId xmlns:a16="http://schemas.microsoft.com/office/drawing/2014/main" id="{1A9347D1-6972-8388-DA00-F4B6A8DC3467}"/>
              </a:ext>
            </a:extLst>
          </p:cNvPr>
          <p:cNvSpPr txBox="1"/>
          <p:nvPr/>
        </p:nvSpPr>
        <p:spPr>
          <a:xfrm>
            <a:off x="4216430" y="5924670"/>
            <a:ext cx="527103" cy="400110"/>
          </a:xfrm>
          <a:prstGeom prst="rect">
            <a:avLst/>
          </a:prstGeom>
          <a:noFill/>
        </p:spPr>
        <p:txBody>
          <a:bodyPr wrap="square" rtlCol="0">
            <a:spAutoFit/>
          </a:bodyPr>
          <a:lstStyle/>
          <a:p>
            <a:r>
              <a:rPr lang="sv-SE" sz="2000" dirty="0"/>
              <a:t>2</a:t>
            </a:r>
          </a:p>
        </p:txBody>
      </p:sp>
      <p:sp>
        <p:nvSpPr>
          <p:cNvPr id="45" name="Likbent triangel 44">
            <a:extLst>
              <a:ext uri="{FF2B5EF4-FFF2-40B4-BE49-F238E27FC236}">
                <a16:creationId xmlns:a16="http://schemas.microsoft.com/office/drawing/2014/main" id="{2CBB9DD3-5B17-ECF0-757D-99DD90C14B4F}"/>
              </a:ext>
            </a:extLst>
          </p:cNvPr>
          <p:cNvSpPr/>
          <p:nvPr/>
        </p:nvSpPr>
        <p:spPr>
          <a:xfrm rot="10800000">
            <a:off x="4705434" y="5962770"/>
            <a:ext cx="489277" cy="443763"/>
          </a:xfrm>
          <a:prstGeom prst="triangle">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46" name="textruta 45">
            <a:extLst>
              <a:ext uri="{FF2B5EF4-FFF2-40B4-BE49-F238E27FC236}">
                <a16:creationId xmlns:a16="http://schemas.microsoft.com/office/drawing/2014/main" id="{ED32FE7F-B26D-2DC7-C1C4-DCA73F5CD928}"/>
              </a:ext>
            </a:extLst>
          </p:cNvPr>
          <p:cNvSpPr txBox="1"/>
          <p:nvPr/>
        </p:nvSpPr>
        <p:spPr>
          <a:xfrm>
            <a:off x="4790998" y="5924670"/>
            <a:ext cx="527103" cy="400110"/>
          </a:xfrm>
          <a:prstGeom prst="rect">
            <a:avLst/>
          </a:prstGeom>
          <a:noFill/>
        </p:spPr>
        <p:txBody>
          <a:bodyPr wrap="square" rtlCol="0">
            <a:spAutoFit/>
          </a:bodyPr>
          <a:lstStyle/>
          <a:p>
            <a:r>
              <a:rPr lang="sv-SE" sz="2000" dirty="0"/>
              <a:t>2</a:t>
            </a:r>
          </a:p>
        </p:txBody>
      </p:sp>
      <p:sp>
        <p:nvSpPr>
          <p:cNvPr id="47" name="Likbent triangel 46">
            <a:extLst>
              <a:ext uri="{FF2B5EF4-FFF2-40B4-BE49-F238E27FC236}">
                <a16:creationId xmlns:a16="http://schemas.microsoft.com/office/drawing/2014/main" id="{0D63A412-1BB3-40C0-6599-DBDD422C5899}"/>
              </a:ext>
            </a:extLst>
          </p:cNvPr>
          <p:cNvSpPr/>
          <p:nvPr/>
        </p:nvSpPr>
        <p:spPr>
          <a:xfrm rot="10800000">
            <a:off x="5261068" y="5962770"/>
            <a:ext cx="489277" cy="443763"/>
          </a:xfrm>
          <a:prstGeom prst="triangle">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48" name="textruta 47">
            <a:extLst>
              <a:ext uri="{FF2B5EF4-FFF2-40B4-BE49-F238E27FC236}">
                <a16:creationId xmlns:a16="http://schemas.microsoft.com/office/drawing/2014/main" id="{745E4ABB-11F0-3B31-F2FF-C86DAE75C0E2}"/>
              </a:ext>
            </a:extLst>
          </p:cNvPr>
          <p:cNvSpPr txBox="1"/>
          <p:nvPr/>
        </p:nvSpPr>
        <p:spPr>
          <a:xfrm>
            <a:off x="5346632" y="5924670"/>
            <a:ext cx="527103" cy="400110"/>
          </a:xfrm>
          <a:prstGeom prst="rect">
            <a:avLst/>
          </a:prstGeom>
          <a:noFill/>
        </p:spPr>
        <p:txBody>
          <a:bodyPr wrap="square" rtlCol="0">
            <a:spAutoFit/>
          </a:bodyPr>
          <a:lstStyle/>
          <a:p>
            <a:r>
              <a:rPr lang="sv-SE" sz="2000" dirty="0"/>
              <a:t>3</a:t>
            </a:r>
          </a:p>
        </p:txBody>
      </p:sp>
      <p:cxnSp>
        <p:nvCxnSpPr>
          <p:cNvPr id="49" name="Rak pilkoppling 48">
            <a:extLst>
              <a:ext uri="{FF2B5EF4-FFF2-40B4-BE49-F238E27FC236}">
                <a16:creationId xmlns:a16="http://schemas.microsoft.com/office/drawing/2014/main" id="{C890CCAF-C5DB-D34A-162B-0BD8BAB2E982}"/>
              </a:ext>
            </a:extLst>
          </p:cNvPr>
          <p:cNvCxnSpPr>
            <a:cxnSpLocks/>
          </p:cNvCxnSpPr>
          <p:nvPr/>
        </p:nvCxnSpPr>
        <p:spPr>
          <a:xfrm>
            <a:off x="4944146" y="5463816"/>
            <a:ext cx="0" cy="414160"/>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50" name="Rak pilkoppling 49">
            <a:extLst>
              <a:ext uri="{FF2B5EF4-FFF2-40B4-BE49-F238E27FC236}">
                <a16:creationId xmlns:a16="http://schemas.microsoft.com/office/drawing/2014/main" id="{361B581C-1D7E-3D26-D4DF-2F599C5F1938}"/>
              </a:ext>
            </a:extLst>
          </p:cNvPr>
          <p:cNvCxnSpPr>
            <a:cxnSpLocks/>
          </p:cNvCxnSpPr>
          <p:nvPr/>
        </p:nvCxnSpPr>
        <p:spPr>
          <a:xfrm>
            <a:off x="5169461" y="5463816"/>
            <a:ext cx="336245" cy="414160"/>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sp>
        <p:nvSpPr>
          <p:cNvPr id="51" name="Likbent triangel 50">
            <a:extLst>
              <a:ext uri="{FF2B5EF4-FFF2-40B4-BE49-F238E27FC236}">
                <a16:creationId xmlns:a16="http://schemas.microsoft.com/office/drawing/2014/main" id="{D473BCF0-CA97-0B4E-72EB-4EBA718566F9}"/>
              </a:ext>
            </a:extLst>
          </p:cNvPr>
          <p:cNvSpPr/>
          <p:nvPr/>
        </p:nvSpPr>
        <p:spPr>
          <a:xfrm>
            <a:off x="6453198" y="4995649"/>
            <a:ext cx="412498" cy="400110"/>
          </a:xfrm>
          <a:prstGeom prst="triangle">
            <a:avLst/>
          </a:prstGeom>
          <a:solidFill>
            <a:srgbClr val="4DFC24"/>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52" name="Likbent triangel 51">
            <a:extLst>
              <a:ext uri="{FF2B5EF4-FFF2-40B4-BE49-F238E27FC236}">
                <a16:creationId xmlns:a16="http://schemas.microsoft.com/office/drawing/2014/main" id="{CAA4EA5B-AF8A-5668-D3EA-C390CE42B112}"/>
              </a:ext>
            </a:extLst>
          </p:cNvPr>
          <p:cNvSpPr/>
          <p:nvPr/>
        </p:nvSpPr>
        <p:spPr>
          <a:xfrm rot="10800000">
            <a:off x="5836779" y="5965456"/>
            <a:ext cx="489277" cy="443763"/>
          </a:xfrm>
          <a:prstGeom prst="triangle">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cxnSp>
        <p:nvCxnSpPr>
          <p:cNvPr id="53" name="Rak pilkoppling 52">
            <a:extLst>
              <a:ext uri="{FF2B5EF4-FFF2-40B4-BE49-F238E27FC236}">
                <a16:creationId xmlns:a16="http://schemas.microsoft.com/office/drawing/2014/main" id="{8E0E32CA-A6B3-ACE8-718E-646876ABF5C4}"/>
              </a:ext>
            </a:extLst>
          </p:cNvPr>
          <p:cNvCxnSpPr>
            <a:cxnSpLocks/>
          </p:cNvCxnSpPr>
          <p:nvPr/>
        </p:nvCxnSpPr>
        <p:spPr>
          <a:xfrm flipH="1">
            <a:off x="6081418" y="5451776"/>
            <a:ext cx="401227" cy="466986"/>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sp>
        <p:nvSpPr>
          <p:cNvPr id="54" name="textruta 53">
            <a:extLst>
              <a:ext uri="{FF2B5EF4-FFF2-40B4-BE49-F238E27FC236}">
                <a16:creationId xmlns:a16="http://schemas.microsoft.com/office/drawing/2014/main" id="{9520FEFF-77C8-670F-A1FB-619175B14214}"/>
              </a:ext>
            </a:extLst>
          </p:cNvPr>
          <p:cNvSpPr txBox="1"/>
          <p:nvPr/>
        </p:nvSpPr>
        <p:spPr>
          <a:xfrm>
            <a:off x="5922343" y="5927356"/>
            <a:ext cx="527103" cy="400110"/>
          </a:xfrm>
          <a:prstGeom prst="rect">
            <a:avLst/>
          </a:prstGeom>
          <a:noFill/>
        </p:spPr>
        <p:txBody>
          <a:bodyPr wrap="square" rtlCol="0">
            <a:spAutoFit/>
          </a:bodyPr>
          <a:lstStyle/>
          <a:p>
            <a:r>
              <a:rPr lang="sv-SE" sz="2000" dirty="0"/>
              <a:t>6</a:t>
            </a:r>
          </a:p>
        </p:txBody>
      </p:sp>
      <p:sp>
        <p:nvSpPr>
          <p:cNvPr id="55" name="textruta 54">
            <a:extLst>
              <a:ext uri="{FF2B5EF4-FFF2-40B4-BE49-F238E27FC236}">
                <a16:creationId xmlns:a16="http://schemas.microsoft.com/office/drawing/2014/main" id="{D30940B1-5CD9-9720-1DB5-0E4003017B1D}"/>
              </a:ext>
            </a:extLst>
          </p:cNvPr>
          <p:cNvSpPr txBox="1"/>
          <p:nvPr/>
        </p:nvSpPr>
        <p:spPr>
          <a:xfrm>
            <a:off x="6496704" y="5050732"/>
            <a:ext cx="527103" cy="400110"/>
          </a:xfrm>
          <a:prstGeom prst="rect">
            <a:avLst/>
          </a:prstGeom>
          <a:noFill/>
        </p:spPr>
        <p:txBody>
          <a:bodyPr wrap="square" rtlCol="0">
            <a:spAutoFit/>
          </a:bodyPr>
          <a:lstStyle/>
          <a:p>
            <a:r>
              <a:rPr lang="sv-SE" sz="2000" dirty="0"/>
              <a:t>9</a:t>
            </a:r>
          </a:p>
        </p:txBody>
      </p:sp>
      <p:sp>
        <p:nvSpPr>
          <p:cNvPr id="56" name="Likbent triangel 55">
            <a:extLst>
              <a:ext uri="{FF2B5EF4-FFF2-40B4-BE49-F238E27FC236}">
                <a16:creationId xmlns:a16="http://schemas.microsoft.com/office/drawing/2014/main" id="{620BDF0B-63D9-4D0D-397A-5A0895BDAD9B}"/>
              </a:ext>
            </a:extLst>
          </p:cNvPr>
          <p:cNvSpPr/>
          <p:nvPr/>
        </p:nvSpPr>
        <p:spPr>
          <a:xfrm rot="10800000">
            <a:off x="6411347" y="5965456"/>
            <a:ext cx="489277" cy="443763"/>
          </a:xfrm>
          <a:prstGeom prst="triangle">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57" name="textruta 56">
            <a:extLst>
              <a:ext uri="{FF2B5EF4-FFF2-40B4-BE49-F238E27FC236}">
                <a16:creationId xmlns:a16="http://schemas.microsoft.com/office/drawing/2014/main" id="{F66E7FDD-C5C3-0F68-259A-43D08F163C3C}"/>
              </a:ext>
            </a:extLst>
          </p:cNvPr>
          <p:cNvSpPr txBox="1"/>
          <p:nvPr/>
        </p:nvSpPr>
        <p:spPr>
          <a:xfrm>
            <a:off x="6496911" y="5927356"/>
            <a:ext cx="527103" cy="400110"/>
          </a:xfrm>
          <a:prstGeom prst="rect">
            <a:avLst/>
          </a:prstGeom>
          <a:noFill/>
        </p:spPr>
        <p:txBody>
          <a:bodyPr wrap="square" rtlCol="0">
            <a:spAutoFit/>
          </a:bodyPr>
          <a:lstStyle/>
          <a:p>
            <a:r>
              <a:rPr lang="sv-SE" sz="2000" dirty="0"/>
              <a:t>9</a:t>
            </a:r>
          </a:p>
        </p:txBody>
      </p:sp>
      <p:sp>
        <p:nvSpPr>
          <p:cNvPr id="58" name="Likbent triangel 57">
            <a:extLst>
              <a:ext uri="{FF2B5EF4-FFF2-40B4-BE49-F238E27FC236}">
                <a16:creationId xmlns:a16="http://schemas.microsoft.com/office/drawing/2014/main" id="{DAF0EC4B-F5D8-1B14-E632-0D694833BE9B}"/>
              </a:ext>
            </a:extLst>
          </p:cNvPr>
          <p:cNvSpPr/>
          <p:nvPr/>
        </p:nvSpPr>
        <p:spPr>
          <a:xfrm rot="10800000">
            <a:off x="7007988" y="5965457"/>
            <a:ext cx="489277" cy="443763"/>
          </a:xfrm>
          <a:prstGeom prst="triangle">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59" name="textruta 58">
            <a:extLst>
              <a:ext uri="{FF2B5EF4-FFF2-40B4-BE49-F238E27FC236}">
                <a16:creationId xmlns:a16="http://schemas.microsoft.com/office/drawing/2014/main" id="{81780697-7427-EBB0-B974-543CA4640150}"/>
              </a:ext>
            </a:extLst>
          </p:cNvPr>
          <p:cNvSpPr txBox="1"/>
          <p:nvPr/>
        </p:nvSpPr>
        <p:spPr>
          <a:xfrm>
            <a:off x="7093552" y="5927357"/>
            <a:ext cx="527103" cy="400110"/>
          </a:xfrm>
          <a:prstGeom prst="rect">
            <a:avLst/>
          </a:prstGeom>
          <a:noFill/>
        </p:spPr>
        <p:txBody>
          <a:bodyPr wrap="square" rtlCol="0">
            <a:spAutoFit/>
          </a:bodyPr>
          <a:lstStyle/>
          <a:p>
            <a:r>
              <a:rPr lang="sv-SE" sz="2000" dirty="0"/>
              <a:t>2</a:t>
            </a:r>
          </a:p>
        </p:txBody>
      </p:sp>
      <p:cxnSp>
        <p:nvCxnSpPr>
          <p:cNvPr id="60" name="Rak pilkoppling 59">
            <a:extLst>
              <a:ext uri="{FF2B5EF4-FFF2-40B4-BE49-F238E27FC236}">
                <a16:creationId xmlns:a16="http://schemas.microsoft.com/office/drawing/2014/main" id="{C06C248E-3179-805A-3B8D-672C02F1491B}"/>
              </a:ext>
            </a:extLst>
          </p:cNvPr>
          <p:cNvCxnSpPr>
            <a:cxnSpLocks/>
          </p:cNvCxnSpPr>
          <p:nvPr/>
        </p:nvCxnSpPr>
        <p:spPr>
          <a:xfrm>
            <a:off x="6650059" y="5466502"/>
            <a:ext cx="0" cy="414160"/>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61" name="Rak pilkoppling 60">
            <a:extLst>
              <a:ext uri="{FF2B5EF4-FFF2-40B4-BE49-F238E27FC236}">
                <a16:creationId xmlns:a16="http://schemas.microsoft.com/office/drawing/2014/main" id="{2EC1E912-F2D9-4FB8-7D11-0F803A36DACB}"/>
              </a:ext>
            </a:extLst>
          </p:cNvPr>
          <p:cNvCxnSpPr>
            <a:cxnSpLocks/>
          </p:cNvCxnSpPr>
          <p:nvPr/>
        </p:nvCxnSpPr>
        <p:spPr>
          <a:xfrm>
            <a:off x="6875374" y="5466502"/>
            <a:ext cx="336245" cy="414160"/>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sp>
        <p:nvSpPr>
          <p:cNvPr id="62" name="Likbent triangel 61">
            <a:extLst>
              <a:ext uri="{FF2B5EF4-FFF2-40B4-BE49-F238E27FC236}">
                <a16:creationId xmlns:a16="http://schemas.microsoft.com/office/drawing/2014/main" id="{16EFAFBC-722B-B19F-6B0F-D2D02CE23DAE}"/>
              </a:ext>
            </a:extLst>
          </p:cNvPr>
          <p:cNvSpPr/>
          <p:nvPr/>
        </p:nvSpPr>
        <p:spPr>
          <a:xfrm>
            <a:off x="9261355" y="5015723"/>
            <a:ext cx="412498" cy="400110"/>
          </a:xfrm>
          <a:prstGeom prst="triangle">
            <a:avLst/>
          </a:prstGeom>
          <a:solidFill>
            <a:srgbClr val="4DFC24"/>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63" name="Likbent triangel 62">
            <a:extLst>
              <a:ext uri="{FF2B5EF4-FFF2-40B4-BE49-F238E27FC236}">
                <a16:creationId xmlns:a16="http://schemas.microsoft.com/office/drawing/2014/main" id="{F742A489-4013-BEB0-A83C-DDFF77DE812E}"/>
              </a:ext>
            </a:extLst>
          </p:cNvPr>
          <p:cNvSpPr/>
          <p:nvPr/>
        </p:nvSpPr>
        <p:spPr>
          <a:xfrm rot="10800000">
            <a:off x="8667624" y="5986819"/>
            <a:ext cx="489277" cy="443763"/>
          </a:xfrm>
          <a:prstGeom prst="triangle">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cxnSp>
        <p:nvCxnSpPr>
          <p:cNvPr id="64" name="Rak pilkoppling 63">
            <a:extLst>
              <a:ext uri="{FF2B5EF4-FFF2-40B4-BE49-F238E27FC236}">
                <a16:creationId xmlns:a16="http://schemas.microsoft.com/office/drawing/2014/main" id="{5DFAD921-483D-2E2A-2C45-3080C296B48D}"/>
              </a:ext>
            </a:extLst>
          </p:cNvPr>
          <p:cNvCxnSpPr>
            <a:cxnSpLocks/>
          </p:cNvCxnSpPr>
          <p:nvPr/>
        </p:nvCxnSpPr>
        <p:spPr>
          <a:xfrm flipH="1">
            <a:off x="8912263" y="5473139"/>
            <a:ext cx="401227" cy="466986"/>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sp>
        <p:nvSpPr>
          <p:cNvPr id="65" name="textruta 64">
            <a:extLst>
              <a:ext uri="{FF2B5EF4-FFF2-40B4-BE49-F238E27FC236}">
                <a16:creationId xmlns:a16="http://schemas.microsoft.com/office/drawing/2014/main" id="{B613E835-5C8E-416F-0225-FBE4AF69F6D8}"/>
              </a:ext>
            </a:extLst>
          </p:cNvPr>
          <p:cNvSpPr txBox="1"/>
          <p:nvPr/>
        </p:nvSpPr>
        <p:spPr>
          <a:xfrm>
            <a:off x="8753188" y="5948719"/>
            <a:ext cx="527103" cy="400110"/>
          </a:xfrm>
          <a:prstGeom prst="rect">
            <a:avLst/>
          </a:prstGeom>
          <a:noFill/>
        </p:spPr>
        <p:txBody>
          <a:bodyPr wrap="square" rtlCol="0">
            <a:spAutoFit/>
          </a:bodyPr>
          <a:lstStyle/>
          <a:p>
            <a:r>
              <a:rPr lang="sv-SE" sz="2000" dirty="0"/>
              <a:t>2</a:t>
            </a:r>
          </a:p>
        </p:txBody>
      </p:sp>
      <p:sp>
        <p:nvSpPr>
          <p:cNvPr id="67" name="Likbent triangel 66">
            <a:extLst>
              <a:ext uri="{FF2B5EF4-FFF2-40B4-BE49-F238E27FC236}">
                <a16:creationId xmlns:a16="http://schemas.microsoft.com/office/drawing/2014/main" id="{03CD2C3F-9A95-9CA0-8640-0D42887A58A8}"/>
              </a:ext>
            </a:extLst>
          </p:cNvPr>
          <p:cNvSpPr/>
          <p:nvPr/>
        </p:nvSpPr>
        <p:spPr>
          <a:xfrm rot="10800000">
            <a:off x="9242192" y="5986819"/>
            <a:ext cx="489277" cy="443763"/>
          </a:xfrm>
          <a:prstGeom prst="triangle">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68" name="textruta 67">
            <a:extLst>
              <a:ext uri="{FF2B5EF4-FFF2-40B4-BE49-F238E27FC236}">
                <a16:creationId xmlns:a16="http://schemas.microsoft.com/office/drawing/2014/main" id="{0C7F3B05-FE0A-23C4-7A6B-FBCAECC0A40F}"/>
              </a:ext>
            </a:extLst>
          </p:cNvPr>
          <p:cNvSpPr txBox="1"/>
          <p:nvPr/>
        </p:nvSpPr>
        <p:spPr>
          <a:xfrm>
            <a:off x="9327756" y="5948719"/>
            <a:ext cx="527103" cy="400110"/>
          </a:xfrm>
          <a:prstGeom prst="rect">
            <a:avLst/>
          </a:prstGeom>
          <a:noFill/>
        </p:spPr>
        <p:txBody>
          <a:bodyPr wrap="square" rtlCol="0">
            <a:spAutoFit/>
          </a:bodyPr>
          <a:lstStyle/>
          <a:p>
            <a:r>
              <a:rPr lang="sv-SE" sz="2000" dirty="0"/>
              <a:t>1</a:t>
            </a:r>
          </a:p>
        </p:txBody>
      </p:sp>
      <p:sp>
        <p:nvSpPr>
          <p:cNvPr id="69" name="Likbent triangel 68">
            <a:extLst>
              <a:ext uri="{FF2B5EF4-FFF2-40B4-BE49-F238E27FC236}">
                <a16:creationId xmlns:a16="http://schemas.microsoft.com/office/drawing/2014/main" id="{14E9590C-F37A-F407-D02F-1B131A0B771F}"/>
              </a:ext>
            </a:extLst>
          </p:cNvPr>
          <p:cNvSpPr/>
          <p:nvPr/>
        </p:nvSpPr>
        <p:spPr>
          <a:xfrm rot="10800000">
            <a:off x="9797826" y="5986819"/>
            <a:ext cx="489277" cy="443763"/>
          </a:xfrm>
          <a:prstGeom prst="triangle">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70" name="textruta 69">
            <a:extLst>
              <a:ext uri="{FF2B5EF4-FFF2-40B4-BE49-F238E27FC236}">
                <a16:creationId xmlns:a16="http://schemas.microsoft.com/office/drawing/2014/main" id="{68735BDE-CCA4-60B2-B92F-842FF3CA6BE2}"/>
              </a:ext>
            </a:extLst>
          </p:cNvPr>
          <p:cNvSpPr txBox="1"/>
          <p:nvPr/>
        </p:nvSpPr>
        <p:spPr>
          <a:xfrm>
            <a:off x="9883390" y="5948719"/>
            <a:ext cx="527103" cy="400110"/>
          </a:xfrm>
          <a:prstGeom prst="rect">
            <a:avLst/>
          </a:prstGeom>
          <a:noFill/>
        </p:spPr>
        <p:txBody>
          <a:bodyPr wrap="square" rtlCol="0">
            <a:spAutoFit/>
          </a:bodyPr>
          <a:lstStyle/>
          <a:p>
            <a:r>
              <a:rPr lang="sv-SE" sz="2000" dirty="0"/>
              <a:t>0</a:t>
            </a:r>
          </a:p>
        </p:txBody>
      </p:sp>
      <p:cxnSp>
        <p:nvCxnSpPr>
          <p:cNvPr id="71" name="Rak pilkoppling 70">
            <a:extLst>
              <a:ext uri="{FF2B5EF4-FFF2-40B4-BE49-F238E27FC236}">
                <a16:creationId xmlns:a16="http://schemas.microsoft.com/office/drawing/2014/main" id="{6B449F2F-1CC8-9C35-BB35-60C84B1CA67D}"/>
              </a:ext>
            </a:extLst>
          </p:cNvPr>
          <p:cNvCxnSpPr>
            <a:cxnSpLocks/>
          </p:cNvCxnSpPr>
          <p:nvPr/>
        </p:nvCxnSpPr>
        <p:spPr>
          <a:xfrm>
            <a:off x="9480904" y="5487865"/>
            <a:ext cx="0" cy="414160"/>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72" name="Rak pilkoppling 71">
            <a:extLst>
              <a:ext uri="{FF2B5EF4-FFF2-40B4-BE49-F238E27FC236}">
                <a16:creationId xmlns:a16="http://schemas.microsoft.com/office/drawing/2014/main" id="{57820D20-B6D8-CE02-2706-19A7A8D13204}"/>
              </a:ext>
            </a:extLst>
          </p:cNvPr>
          <p:cNvCxnSpPr>
            <a:cxnSpLocks/>
          </p:cNvCxnSpPr>
          <p:nvPr/>
        </p:nvCxnSpPr>
        <p:spPr>
          <a:xfrm>
            <a:off x="9706219" y="5487865"/>
            <a:ext cx="336245" cy="414160"/>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sp>
        <p:nvSpPr>
          <p:cNvPr id="73" name="Likbent triangel 72">
            <a:extLst>
              <a:ext uri="{FF2B5EF4-FFF2-40B4-BE49-F238E27FC236}">
                <a16:creationId xmlns:a16="http://schemas.microsoft.com/office/drawing/2014/main" id="{0977948B-052C-DC3B-27DE-7831F6D2EA23}"/>
              </a:ext>
            </a:extLst>
          </p:cNvPr>
          <p:cNvSpPr/>
          <p:nvPr/>
        </p:nvSpPr>
        <p:spPr>
          <a:xfrm>
            <a:off x="11065550" y="5025606"/>
            <a:ext cx="412498" cy="400110"/>
          </a:xfrm>
          <a:prstGeom prst="triangle">
            <a:avLst/>
          </a:prstGeom>
          <a:solidFill>
            <a:srgbClr val="4DFC24"/>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74" name="Likbent triangel 73">
            <a:extLst>
              <a:ext uri="{FF2B5EF4-FFF2-40B4-BE49-F238E27FC236}">
                <a16:creationId xmlns:a16="http://schemas.microsoft.com/office/drawing/2014/main" id="{86D8433A-C076-93C2-3EB1-6C3CC2F302F6}"/>
              </a:ext>
            </a:extLst>
          </p:cNvPr>
          <p:cNvSpPr/>
          <p:nvPr/>
        </p:nvSpPr>
        <p:spPr>
          <a:xfrm rot="10800000">
            <a:off x="10449131" y="5995413"/>
            <a:ext cx="489277" cy="443763"/>
          </a:xfrm>
          <a:prstGeom prst="triangle">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cxnSp>
        <p:nvCxnSpPr>
          <p:cNvPr id="75" name="Rak pilkoppling 74">
            <a:extLst>
              <a:ext uri="{FF2B5EF4-FFF2-40B4-BE49-F238E27FC236}">
                <a16:creationId xmlns:a16="http://schemas.microsoft.com/office/drawing/2014/main" id="{61F4F36E-FFC7-F4B8-28D8-8EB67D09A689}"/>
              </a:ext>
            </a:extLst>
          </p:cNvPr>
          <p:cNvCxnSpPr>
            <a:cxnSpLocks/>
          </p:cNvCxnSpPr>
          <p:nvPr/>
        </p:nvCxnSpPr>
        <p:spPr>
          <a:xfrm flipH="1">
            <a:off x="10693770" y="5481733"/>
            <a:ext cx="401227" cy="466986"/>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sp>
        <p:nvSpPr>
          <p:cNvPr id="76" name="textruta 75">
            <a:extLst>
              <a:ext uri="{FF2B5EF4-FFF2-40B4-BE49-F238E27FC236}">
                <a16:creationId xmlns:a16="http://schemas.microsoft.com/office/drawing/2014/main" id="{F9A7B4BD-5721-7292-51F8-BC3D41E98E5A}"/>
              </a:ext>
            </a:extLst>
          </p:cNvPr>
          <p:cNvSpPr txBox="1"/>
          <p:nvPr/>
        </p:nvSpPr>
        <p:spPr>
          <a:xfrm>
            <a:off x="10534695" y="5957313"/>
            <a:ext cx="527103" cy="400110"/>
          </a:xfrm>
          <a:prstGeom prst="rect">
            <a:avLst/>
          </a:prstGeom>
          <a:noFill/>
        </p:spPr>
        <p:txBody>
          <a:bodyPr wrap="square" rtlCol="0">
            <a:spAutoFit/>
          </a:bodyPr>
          <a:lstStyle/>
          <a:p>
            <a:r>
              <a:rPr lang="sv-SE" sz="2000" dirty="0"/>
              <a:t>4</a:t>
            </a:r>
          </a:p>
        </p:txBody>
      </p:sp>
      <p:sp>
        <p:nvSpPr>
          <p:cNvPr id="77" name="textruta 76">
            <a:extLst>
              <a:ext uri="{FF2B5EF4-FFF2-40B4-BE49-F238E27FC236}">
                <a16:creationId xmlns:a16="http://schemas.microsoft.com/office/drawing/2014/main" id="{80F7EDE2-99C5-654B-0646-C2E1873D12BB}"/>
              </a:ext>
            </a:extLst>
          </p:cNvPr>
          <p:cNvSpPr txBox="1"/>
          <p:nvPr/>
        </p:nvSpPr>
        <p:spPr>
          <a:xfrm>
            <a:off x="11100667" y="5080689"/>
            <a:ext cx="527103" cy="400110"/>
          </a:xfrm>
          <a:prstGeom prst="rect">
            <a:avLst/>
          </a:prstGeom>
          <a:noFill/>
        </p:spPr>
        <p:txBody>
          <a:bodyPr wrap="square" rtlCol="0">
            <a:spAutoFit/>
          </a:bodyPr>
          <a:lstStyle/>
          <a:p>
            <a:r>
              <a:rPr lang="sv-SE" sz="2000" dirty="0"/>
              <a:t>8</a:t>
            </a:r>
          </a:p>
        </p:txBody>
      </p:sp>
      <p:sp>
        <p:nvSpPr>
          <p:cNvPr id="78" name="Likbent triangel 77">
            <a:extLst>
              <a:ext uri="{FF2B5EF4-FFF2-40B4-BE49-F238E27FC236}">
                <a16:creationId xmlns:a16="http://schemas.microsoft.com/office/drawing/2014/main" id="{3B31F7F1-D1C6-800E-826A-67B97DEBEB30}"/>
              </a:ext>
            </a:extLst>
          </p:cNvPr>
          <p:cNvSpPr/>
          <p:nvPr/>
        </p:nvSpPr>
        <p:spPr>
          <a:xfrm rot="10800000">
            <a:off x="11023699" y="5995413"/>
            <a:ext cx="489277" cy="443763"/>
          </a:xfrm>
          <a:prstGeom prst="triangle">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79" name="textruta 78">
            <a:extLst>
              <a:ext uri="{FF2B5EF4-FFF2-40B4-BE49-F238E27FC236}">
                <a16:creationId xmlns:a16="http://schemas.microsoft.com/office/drawing/2014/main" id="{4C7C2C43-67BB-0434-F968-A7628E2373AD}"/>
              </a:ext>
            </a:extLst>
          </p:cNvPr>
          <p:cNvSpPr txBox="1"/>
          <p:nvPr/>
        </p:nvSpPr>
        <p:spPr>
          <a:xfrm>
            <a:off x="11109263" y="5957313"/>
            <a:ext cx="527103" cy="400110"/>
          </a:xfrm>
          <a:prstGeom prst="rect">
            <a:avLst/>
          </a:prstGeom>
          <a:noFill/>
        </p:spPr>
        <p:txBody>
          <a:bodyPr wrap="square" rtlCol="0">
            <a:spAutoFit/>
          </a:bodyPr>
          <a:lstStyle/>
          <a:p>
            <a:r>
              <a:rPr lang="sv-SE" sz="2000" dirty="0"/>
              <a:t>8</a:t>
            </a:r>
          </a:p>
        </p:txBody>
      </p:sp>
      <p:sp>
        <p:nvSpPr>
          <p:cNvPr id="80" name="Likbent triangel 79">
            <a:extLst>
              <a:ext uri="{FF2B5EF4-FFF2-40B4-BE49-F238E27FC236}">
                <a16:creationId xmlns:a16="http://schemas.microsoft.com/office/drawing/2014/main" id="{8147DAAC-0415-53D0-E163-AB60EC52A0BC}"/>
              </a:ext>
            </a:extLst>
          </p:cNvPr>
          <p:cNvSpPr/>
          <p:nvPr/>
        </p:nvSpPr>
        <p:spPr>
          <a:xfrm rot="10800000">
            <a:off x="11579333" y="5995413"/>
            <a:ext cx="489277" cy="443763"/>
          </a:xfrm>
          <a:prstGeom prst="triangle">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81" name="textruta 80">
            <a:extLst>
              <a:ext uri="{FF2B5EF4-FFF2-40B4-BE49-F238E27FC236}">
                <a16:creationId xmlns:a16="http://schemas.microsoft.com/office/drawing/2014/main" id="{34F7919F-D7EB-2839-9303-84F57B853E18}"/>
              </a:ext>
            </a:extLst>
          </p:cNvPr>
          <p:cNvSpPr txBox="1"/>
          <p:nvPr/>
        </p:nvSpPr>
        <p:spPr>
          <a:xfrm>
            <a:off x="11664897" y="5957313"/>
            <a:ext cx="527103" cy="400110"/>
          </a:xfrm>
          <a:prstGeom prst="rect">
            <a:avLst/>
          </a:prstGeom>
          <a:noFill/>
        </p:spPr>
        <p:txBody>
          <a:bodyPr wrap="square" rtlCol="0">
            <a:spAutoFit/>
          </a:bodyPr>
          <a:lstStyle/>
          <a:p>
            <a:r>
              <a:rPr lang="sv-SE" sz="2000" dirty="0"/>
              <a:t>6</a:t>
            </a:r>
          </a:p>
        </p:txBody>
      </p:sp>
      <p:cxnSp>
        <p:nvCxnSpPr>
          <p:cNvPr id="82" name="Rak pilkoppling 81">
            <a:extLst>
              <a:ext uri="{FF2B5EF4-FFF2-40B4-BE49-F238E27FC236}">
                <a16:creationId xmlns:a16="http://schemas.microsoft.com/office/drawing/2014/main" id="{CED0495E-D86B-2CA2-FE03-DF2443C743D0}"/>
              </a:ext>
            </a:extLst>
          </p:cNvPr>
          <p:cNvCxnSpPr>
            <a:cxnSpLocks/>
          </p:cNvCxnSpPr>
          <p:nvPr/>
        </p:nvCxnSpPr>
        <p:spPr>
          <a:xfrm>
            <a:off x="11262411" y="5496459"/>
            <a:ext cx="0" cy="414160"/>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83" name="Rak pilkoppling 82">
            <a:extLst>
              <a:ext uri="{FF2B5EF4-FFF2-40B4-BE49-F238E27FC236}">
                <a16:creationId xmlns:a16="http://schemas.microsoft.com/office/drawing/2014/main" id="{31A7788F-695A-A90A-3DB7-CF36965AB813}"/>
              </a:ext>
            </a:extLst>
          </p:cNvPr>
          <p:cNvCxnSpPr>
            <a:cxnSpLocks/>
          </p:cNvCxnSpPr>
          <p:nvPr/>
        </p:nvCxnSpPr>
        <p:spPr>
          <a:xfrm>
            <a:off x="11487726" y="5496459"/>
            <a:ext cx="336245" cy="414160"/>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sp>
        <p:nvSpPr>
          <p:cNvPr id="84" name="Likbent triangel 83">
            <a:extLst>
              <a:ext uri="{FF2B5EF4-FFF2-40B4-BE49-F238E27FC236}">
                <a16:creationId xmlns:a16="http://schemas.microsoft.com/office/drawing/2014/main" id="{0AD3BCAF-DDE6-96A6-FAEC-02B426CB7006}"/>
              </a:ext>
            </a:extLst>
          </p:cNvPr>
          <p:cNvSpPr/>
          <p:nvPr/>
        </p:nvSpPr>
        <p:spPr>
          <a:xfrm rot="10800000">
            <a:off x="2489596" y="3893748"/>
            <a:ext cx="489277" cy="443763"/>
          </a:xfrm>
          <a:prstGeom prst="triangle">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86" name="Likbent triangel 85">
            <a:extLst>
              <a:ext uri="{FF2B5EF4-FFF2-40B4-BE49-F238E27FC236}">
                <a16:creationId xmlns:a16="http://schemas.microsoft.com/office/drawing/2014/main" id="{3E56FB3E-84A8-5D6A-662C-31FE79DC9458}"/>
              </a:ext>
            </a:extLst>
          </p:cNvPr>
          <p:cNvSpPr/>
          <p:nvPr/>
        </p:nvSpPr>
        <p:spPr>
          <a:xfrm rot="10800000">
            <a:off x="9225207" y="3935687"/>
            <a:ext cx="489277" cy="443763"/>
          </a:xfrm>
          <a:prstGeom prst="triangle">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cxnSp>
        <p:nvCxnSpPr>
          <p:cNvPr id="88" name="Rak pilkoppling 87">
            <a:extLst>
              <a:ext uri="{FF2B5EF4-FFF2-40B4-BE49-F238E27FC236}">
                <a16:creationId xmlns:a16="http://schemas.microsoft.com/office/drawing/2014/main" id="{EBF497F1-CA3C-D196-FBE9-F8D2CB407ADA}"/>
              </a:ext>
            </a:extLst>
          </p:cNvPr>
          <p:cNvCxnSpPr>
            <a:cxnSpLocks/>
          </p:cNvCxnSpPr>
          <p:nvPr/>
        </p:nvCxnSpPr>
        <p:spPr>
          <a:xfrm flipH="1">
            <a:off x="1208888" y="4337511"/>
            <a:ext cx="1315191" cy="527848"/>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91" name="Rak pilkoppling 90">
            <a:extLst>
              <a:ext uri="{FF2B5EF4-FFF2-40B4-BE49-F238E27FC236}">
                <a16:creationId xmlns:a16="http://schemas.microsoft.com/office/drawing/2014/main" id="{26D69192-8E56-8083-304D-5FC765B65C65}"/>
              </a:ext>
            </a:extLst>
          </p:cNvPr>
          <p:cNvCxnSpPr>
            <a:cxnSpLocks/>
          </p:cNvCxnSpPr>
          <p:nvPr/>
        </p:nvCxnSpPr>
        <p:spPr>
          <a:xfrm>
            <a:off x="2734235" y="4436767"/>
            <a:ext cx="0" cy="414160"/>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95" name="Rak pilkoppling 94">
            <a:extLst>
              <a:ext uri="{FF2B5EF4-FFF2-40B4-BE49-F238E27FC236}">
                <a16:creationId xmlns:a16="http://schemas.microsoft.com/office/drawing/2014/main" id="{39615482-CBC0-5B31-8838-40ADC61CF37B}"/>
              </a:ext>
            </a:extLst>
          </p:cNvPr>
          <p:cNvCxnSpPr>
            <a:cxnSpLocks/>
          </p:cNvCxnSpPr>
          <p:nvPr/>
        </p:nvCxnSpPr>
        <p:spPr>
          <a:xfrm>
            <a:off x="9465664" y="4497857"/>
            <a:ext cx="0" cy="414160"/>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96" name="Rak pilkoppling 95">
            <a:extLst>
              <a:ext uri="{FF2B5EF4-FFF2-40B4-BE49-F238E27FC236}">
                <a16:creationId xmlns:a16="http://schemas.microsoft.com/office/drawing/2014/main" id="{6F99E3A2-4968-FB0B-6733-6F1CE41086DF}"/>
              </a:ext>
            </a:extLst>
          </p:cNvPr>
          <p:cNvCxnSpPr>
            <a:cxnSpLocks/>
          </p:cNvCxnSpPr>
          <p:nvPr/>
        </p:nvCxnSpPr>
        <p:spPr>
          <a:xfrm>
            <a:off x="9759422" y="4433658"/>
            <a:ext cx="1131649" cy="463927"/>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sp>
        <p:nvSpPr>
          <p:cNvPr id="97" name="Likbent triangel 96">
            <a:extLst>
              <a:ext uri="{FF2B5EF4-FFF2-40B4-BE49-F238E27FC236}">
                <a16:creationId xmlns:a16="http://schemas.microsoft.com/office/drawing/2014/main" id="{9C2B38C8-D35F-3575-816F-138581227F1B}"/>
              </a:ext>
            </a:extLst>
          </p:cNvPr>
          <p:cNvSpPr/>
          <p:nvPr/>
        </p:nvSpPr>
        <p:spPr>
          <a:xfrm rot="10800000">
            <a:off x="5539907" y="3895675"/>
            <a:ext cx="489277" cy="443763"/>
          </a:xfrm>
          <a:prstGeom prst="triangle">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cxnSp>
        <p:nvCxnSpPr>
          <p:cNvPr id="99" name="Rak pilkoppling 98">
            <a:extLst>
              <a:ext uri="{FF2B5EF4-FFF2-40B4-BE49-F238E27FC236}">
                <a16:creationId xmlns:a16="http://schemas.microsoft.com/office/drawing/2014/main" id="{57307726-590A-7898-7F60-8765C98FA399}"/>
              </a:ext>
            </a:extLst>
          </p:cNvPr>
          <p:cNvCxnSpPr>
            <a:cxnSpLocks/>
          </p:cNvCxnSpPr>
          <p:nvPr/>
        </p:nvCxnSpPr>
        <p:spPr>
          <a:xfrm flipH="1">
            <a:off x="5169461" y="4420417"/>
            <a:ext cx="401227" cy="466986"/>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100" name="Rak pilkoppling 99">
            <a:extLst>
              <a:ext uri="{FF2B5EF4-FFF2-40B4-BE49-F238E27FC236}">
                <a16:creationId xmlns:a16="http://schemas.microsoft.com/office/drawing/2014/main" id="{42E00E28-4F09-FCBB-6E6A-688FAB228028}"/>
              </a:ext>
            </a:extLst>
          </p:cNvPr>
          <p:cNvCxnSpPr>
            <a:cxnSpLocks/>
          </p:cNvCxnSpPr>
          <p:nvPr/>
        </p:nvCxnSpPr>
        <p:spPr>
          <a:xfrm>
            <a:off x="6111278" y="4451199"/>
            <a:ext cx="336245" cy="414160"/>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sp>
        <p:nvSpPr>
          <p:cNvPr id="101" name="Likbent triangel 100">
            <a:extLst>
              <a:ext uri="{FF2B5EF4-FFF2-40B4-BE49-F238E27FC236}">
                <a16:creationId xmlns:a16="http://schemas.microsoft.com/office/drawing/2014/main" id="{B7649B82-6F11-A6B4-57EE-07CA2BE79BD6}"/>
              </a:ext>
            </a:extLst>
          </p:cNvPr>
          <p:cNvSpPr/>
          <p:nvPr/>
        </p:nvSpPr>
        <p:spPr>
          <a:xfrm>
            <a:off x="4062801" y="2616508"/>
            <a:ext cx="412498" cy="400110"/>
          </a:xfrm>
          <a:prstGeom prst="triangle">
            <a:avLst/>
          </a:prstGeom>
          <a:solidFill>
            <a:srgbClr val="4DFC24"/>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02" name="textruta 101">
            <a:extLst>
              <a:ext uri="{FF2B5EF4-FFF2-40B4-BE49-F238E27FC236}">
                <a16:creationId xmlns:a16="http://schemas.microsoft.com/office/drawing/2014/main" id="{451F866C-2080-363A-066D-D9C45AAED8E1}"/>
              </a:ext>
            </a:extLst>
          </p:cNvPr>
          <p:cNvSpPr txBox="1"/>
          <p:nvPr/>
        </p:nvSpPr>
        <p:spPr>
          <a:xfrm>
            <a:off x="4097918" y="2671591"/>
            <a:ext cx="527103" cy="400110"/>
          </a:xfrm>
          <a:prstGeom prst="rect">
            <a:avLst/>
          </a:prstGeom>
          <a:noFill/>
        </p:spPr>
        <p:txBody>
          <a:bodyPr wrap="square" rtlCol="0">
            <a:spAutoFit/>
          </a:bodyPr>
          <a:lstStyle/>
          <a:p>
            <a:r>
              <a:rPr lang="sv-SE" sz="2000" dirty="0"/>
              <a:t>4</a:t>
            </a:r>
          </a:p>
        </p:txBody>
      </p:sp>
      <p:sp>
        <p:nvSpPr>
          <p:cNvPr id="103" name="Likbent triangel 102">
            <a:extLst>
              <a:ext uri="{FF2B5EF4-FFF2-40B4-BE49-F238E27FC236}">
                <a16:creationId xmlns:a16="http://schemas.microsoft.com/office/drawing/2014/main" id="{DF3E760B-BC88-F8B9-E077-E5C0E5DDF669}"/>
              </a:ext>
            </a:extLst>
          </p:cNvPr>
          <p:cNvSpPr/>
          <p:nvPr/>
        </p:nvSpPr>
        <p:spPr>
          <a:xfrm>
            <a:off x="6901002" y="2668764"/>
            <a:ext cx="412498" cy="400110"/>
          </a:xfrm>
          <a:prstGeom prst="triangle">
            <a:avLst/>
          </a:prstGeom>
          <a:solidFill>
            <a:srgbClr val="4DFC24"/>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05" name="Likbent triangel 104">
            <a:extLst>
              <a:ext uri="{FF2B5EF4-FFF2-40B4-BE49-F238E27FC236}">
                <a16:creationId xmlns:a16="http://schemas.microsoft.com/office/drawing/2014/main" id="{A3F8A9E0-DBA3-B90F-A8FA-E81AF5A30280}"/>
              </a:ext>
            </a:extLst>
          </p:cNvPr>
          <p:cNvSpPr/>
          <p:nvPr/>
        </p:nvSpPr>
        <p:spPr>
          <a:xfrm rot="10800000">
            <a:off x="5380832" y="1563955"/>
            <a:ext cx="489277" cy="443763"/>
          </a:xfrm>
          <a:prstGeom prst="triangle">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 name="textruta 105">
            <a:extLst>
              <a:ext uri="{FF2B5EF4-FFF2-40B4-BE49-F238E27FC236}">
                <a16:creationId xmlns:a16="http://schemas.microsoft.com/office/drawing/2014/main" id="{B9A1B777-8674-9D35-B815-B187221A8527}"/>
              </a:ext>
            </a:extLst>
          </p:cNvPr>
          <p:cNvSpPr txBox="1"/>
          <p:nvPr/>
        </p:nvSpPr>
        <p:spPr>
          <a:xfrm>
            <a:off x="5466396" y="1525855"/>
            <a:ext cx="527103" cy="400110"/>
          </a:xfrm>
          <a:prstGeom prst="rect">
            <a:avLst/>
          </a:prstGeom>
          <a:noFill/>
        </p:spPr>
        <p:txBody>
          <a:bodyPr wrap="square" rtlCol="0">
            <a:spAutoFit/>
          </a:bodyPr>
          <a:lstStyle/>
          <a:p>
            <a:r>
              <a:rPr lang="sv-SE" sz="2000" dirty="0"/>
              <a:t>2</a:t>
            </a:r>
          </a:p>
        </p:txBody>
      </p:sp>
      <p:cxnSp>
        <p:nvCxnSpPr>
          <p:cNvPr id="107" name="Rak pilkoppling 106">
            <a:extLst>
              <a:ext uri="{FF2B5EF4-FFF2-40B4-BE49-F238E27FC236}">
                <a16:creationId xmlns:a16="http://schemas.microsoft.com/office/drawing/2014/main" id="{974BA9B5-A9A5-2946-5C00-BA7E48742D71}"/>
              </a:ext>
            </a:extLst>
          </p:cNvPr>
          <p:cNvCxnSpPr>
            <a:cxnSpLocks/>
          </p:cNvCxnSpPr>
          <p:nvPr/>
        </p:nvCxnSpPr>
        <p:spPr>
          <a:xfrm flipH="1">
            <a:off x="3063021" y="3231396"/>
            <a:ext cx="799215" cy="553554"/>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109" name="Rak pilkoppling 108">
            <a:extLst>
              <a:ext uri="{FF2B5EF4-FFF2-40B4-BE49-F238E27FC236}">
                <a16:creationId xmlns:a16="http://schemas.microsoft.com/office/drawing/2014/main" id="{67FECFF3-67CA-55F3-E066-570859D01666}"/>
              </a:ext>
            </a:extLst>
          </p:cNvPr>
          <p:cNvCxnSpPr>
            <a:cxnSpLocks/>
          </p:cNvCxnSpPr>
          <p:nvPr/>
        </p:nvCxnSpPr>
        <p:spPr>
          <a:xfrm>
            <a:off x="4576118" y="3245100"/>
            <a:ext cx="890278" cy="522298"/>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111" name="Rak pilkoppling 110">
            <a:extLst>
              <a:ext uri="{FF2B5EF4-FFF2-40B4-BE49-F238E27FC236}">
                <a16:creationId xmlns:a16="http://schemas.microsoft.com/office/drawing/2014/main" id="{B72AB624-247A-8095-CA20-A3001C956A9A}"/>
              </a:ext>
            </a:extLst>
          </p:cNvPr>
          <p:cNvCxnSpPr>
            <a:cxnSpLocks/>
          </p:cNvCxnSpPr>
          <p:nvPr/>
        </p:nvCxnSpPr>
        <p:spPr>
          <a:xfrm flipH="1">
            <a:off x="4607943" y="2007718"/>
            <a:ext cx="799215" cy="553554"/>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112" name="Rak pilkoppling 111">
            <a:extLst>
              <a:ext uri="{FF2B5EF4-FFF2-40B4-BE49-F238E27FC236}">
                <a16:creationId xmlns:a16="http://schemas.microsoft.com/office/drawing/2014/main" id="{44A248FC-F207-393E-A7C7-F66C64FADC97}"/>
              </a:ext>
            </a:extLst>
          </p:cNvPr>
          <p:cNvCxnSpPr>
            <a:cxnSpLocks/>
          </p:cNvCxnSpPr>
          <p:nvPr/>
        </p:nvCxnSpPr>
        <p:spPr>
          <a:xfrm>
            <a:off x="5953801" y="2064883"/>
            <a:ext cx="921573" cy="603880"/>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114" name="Rak pilkoppling 113">
            <a:extLst>
              <a:ext uri="{FF2B5EF4-FFF2-40B4-BE49-F238E27FC236}">
                <a16:creationId xmlns:a16="http://schemas.microsoft.com/office/drawing/2014/main" id="{E421CB2A-C361-0DB2-0F95-924C6907745A}"/>
              </a:ext>
            </a:extLst>
          </p:cNvPr>
          <p:cNvCxnSpPr>
            <a:cxnSpLocks/>
          </p:cNvCxnSpPr>
          <p:nvPr/>
        </p:nvCxnSpPr>
        <p:spPr>
          <a:xfrm>
            <a:off x="7620655" y="3142996"/>
            <a:ext cx="1536246" cy="593726"/>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sp>
        <p:nvSpPr>
          <p:cNvPr id="117" name="Likbent triangel 116">
            <a:extLst>
              <a:ext uri="{FF2B5EF4-FFF2-40B4-BE49-F238E27FC236}">
                <a16:creationId xmlns:a16="http://schemas.microsoft.com/office/drawing/2014/main" id="{627AF03E-2711-44B5-7532-1AC9A2515DA9}"/>
              </a:ext>
            </a:extLst>
          </p:cNvPr>
          <p:cNvSpPr/>
          <p:nvPr/>
        </p:nvSpPr>
        <p:spPr>
          <a:xfrm rot="10800000">
            <a:off x="7620655" y="3947278"/>
            <a:ext cx="489277" cy="443763"/>
          </a:xfrm>
          <a:prstGeom prst="triangle">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8" name="textruta 117">
            <a:extLst>
              <a:ext uri="{FF2B5EF4-FFF2-40B4-BE49-F238E27FC236}">
                <a16:creationId xmlns:a16="http://schemas.microsoft.com/office/drawing/2014/main" id="{47CEA501-2345-53CE-E961-61CF8E750148}"/>
              </a:ext>
            </a:extLst>
          </p:cNvPr>
          <p:cNvSpPr txBox="1"/>
          <p:nvPr/>
        </p:nvSpPr>
        <p:spPr>
          <a:xfrm>
            <a:off x="7706219" y="3909178"/>
            <a:ext cx="527103" cy="400110"/>
          </a:xfrm>
          <a:prstGeom prst="rect">
            <a:avLst/>
          </a:prstGeom>
          <a:noFill/>
        </p:spPr>
        <p:txBody>
          <a:bodyPr wrap="square" rtlCol="0">
            <a:spAutoFit/>
          </a:bodyPr>
          <a:lstStyle/>
          <a:p>
            <a:r>
              <a:rPr lang="sv-SE" sz="2000" dirty="0"/>
              <a:t>1</a:t>
            </a:r>
          </a:p>
        </p:txBody>
      </p:sp>
      <p:cxnSp>
        <p:nvCxnSpPr>
          <p:cNvPr id="119" name="Rak pilkoppling 118">
            <a:extLst>
              <a:ext uri="{FF2B5EF4-FFF2-40B4-BE49-F238E27FC236}">
                <a16:creationId xmlns:a16="http://schemas.microsoft.com/office/drawing/2014/main" id="{808CDBDC-CA64-639E-8AC5-1A3A18A98C80}"/>
              </a:ext>
            </a:extLst>
          </p:cNvPr>
          <p:cNvCxnSpPr>
            <a:cxnSpLocks/>
          </p:cNvCxnSpPr>
          <p:nvPr/>
        </p:nvCxnSpPr>
        <p:spPr>
          <a:xfrm>
            <a:off x="7211619" y="3231396"/>
            <a:ext cx="345313" cy="586410"/>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sp>
        <p:nvSpPr>
          <p:cNvPr id="122" name="Likbent triangel 121">
            <a:extLst>
              <a:ext uri="{FF2B5EF4-FFF2-40B4-BE49-F238E27FC236}">
                <a16:creationId xmlns:a16="http://schemas.microsoft.com/office/drawing/2014/main" id="{A50D0D77-78BD-1F2B-62C6-C8FDBE334209}"/>
              </a:ext>
            </a:extLst>
          </p:cNvPr>
          <p:cNvSpPr/>
          <p:nvPr/>
        </p:nvSpPr>
        <p:spPr>
          <a:xfrm>
            <a:off x="7762789" y="4999804"/>
            <a:ext cx="412498" cy="400110"/>
          </a:xfrm>
          <a:prstGeom prst="triangle">
            <a:avLst/>
          </a:prstGeom>
          <a:solidFill>
            <a:srgbClr val="4DFC24"/>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23" name="textruta 122">
            <a:extLst>
              <a:ext uri="{FF2B5EF4-FFF2-40B4-BE49-F238E27FC236}">
                <a16:creationId xmlns:a16="http://schemas.microsoft.com/office/drawing/2014/main" id="{D8995EB5-0AB0-927F-F912-AD39CC61E4FF}"/>
              </a:ext>
            </a:extLst>
          </p:cNvPr>
          <p:cNvSpPr txBox="1"/>
          <p:nvPr/>
        </p:nvSpPr>
        <p:spPr>
          <a:xfrm>
            <a:off x="7809693" y="5046195"/>
            <a:ext cx="527103" cy="400110"/>
          </a:xfrm>
          <a:prstGeom prst="rect">
            <a:avLst/>
          </a:prstGeom>
          <a:noFill/>
        </p:spPr>
        <p:txBody>
          <a:bodyPr wrap="square" rtlCol="0">
            <a:spAutoFit/>
          </a:bodyPr>
          <a:lstStyle/>
          <a:p>
            <a:r>
              <a:rPr lang="sv-SE" sz="2000" dirty="0"/>
              <a:t>1</a:t>
            </a:r>
          </a:p>
        </p:txBody>
      </p:sp>
      <p:cxnSp>
        <p:nvCxnSpPr>
          <p:cNvPr id="124" name="Rak pilkoppling 123">
            <a:extLst>
              <a:ext uri="{FF2B5EF4-FFF2-40B4-BE49-F238E27FC236}">
                <a16:creationId xmlns:a16="http://schemas.microsoft.com/office/drawing/2014/main" id="{C6972D5D-6D92-C0EA-1C17-611F0F677431}"/>
              </a:ext>
            </a:extLst>
          </p:cNvPr>
          <p:cNvCxnSpPr>
            <a:cxnSpLocks/>
          </p:cNvCxnSpPr>
          <p:nvPr/>
        </p:nvCxnSpPr>
        <p:spPr>
          <a:xfrm>
            <a:off x="7857652" y="4491035"/>
            <a:ext cx="73164" cy="396368"/>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126" name="Rak pilkoppling 125">
            <a:extLst>
              <a:ext uri="{FF2B5EF4-FFF2-40B4-BE49-F238E27FC236}">
                <a16:creationId xmlns:a16="http://schemas.microsoft.com/office/drawing/2014/main" id="{C3103BD5-6D3B-4552-5C27-18D5853283A9}"/>
              </a:ext>
            </a:extLst>
          </p:cNvPr>
          <p:cNvCxnSpPr>
            <a:cxnSpLocks/>
          </p:cNvCxnSpPr>
          <p:nvPr/>
        </p:nvCxnSpPr>
        <p:spPr>
          <a:xfrm>
            <a:off x="7990375" y="5465516"/>
            <a:ext cx="0" cy="405264"/>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sp>
        <p:nvSpPr>
          <p:cNvPr id="128" name="Likbent triangel 127">
            <a:extLst>
              <a:ext uri="{FF2B5EF4-FFF2-40B4-BE49-F238E27FC236}">
                <a16:creationId xmlns:a16="http://schemas.microsoft.com/office/drawing/2014/main" id="{C547FCA7-4848-AAE9-1A5C-0D74FCFE07E5}"/>
              </a:ext>
            </a:extLst>
          </p:cNvPr>
          <p:cNvSpPr/>
          <p:nvPr/>
        </p:nvSpPr>
        <p:spPr>
          <a:xfrm rot="10800000">
            <a:off x="7773950" y="5978225"/>
            <a:ext cx="489277" cy="443763"/>
          </a:xfrm>
          <a:prstGeom prst="triangle">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29" name="textruta 128">
            <a:extLst>
              <a:ext uri="{FF2B5EF4-FFF2-40B4-BE49-F238E27FC236}">
                <a16:creationId xmlns:a16="http://schemas.microsoft.com/office/drawing/2014/main" id="{A884A7A4-8495-D789-3C4C-688C01B902B7}"/>
              </a:ext>
            </a:extLst>
          </p:cNvPr>
          <p:cNvSpPr txBox="1"/>
          <p:nvPr/>
        </p:nvSpPr>
        <p:spPr>
          <a:xfrm>
            <a:off x="7859514" y="5940125"/>
            <a:ext cx="527103" cy="400110"/>
          </a:xfrm>
          <a:prstGeom prst="rect">
            <a:avLst/>
          </a:prstGeom>
          <a:noFill/>
        </p:spPr>
        <p:txBody>
          <a:bodyPr wrap="square" rtlCol="0">
            <a:spAutoFit/>
          </a:bodyPr>
          <a:lstStyle/>
          <a:p>
            <a:r>
              <a:rPr lang="sv-SE" sz="2000" dirty="0"/>
              <a:t>1</a:t>
            </a:r>
          </a:p>
        </p:txBody>
      </p:sp>
      <p:sp>
        <p:nvSpPr>
          <p:cNvPr id="133" name="textruta 132">
            <a:extLst>
              <a:ext uri="{FF2B5EF4-FFF2-40B4-BE49-F238E27FC236}">
                <a16:creationId xmlns:a16="http://schemas.microsoft.com/office/drawing/2014/main" id="{45E43B93-5491-B727-4D79-899B59E58444}"/>
              </a:ext>
            </a:extLst>
          </p:cNvPr>
          <p:cNvSpPr txBox="1"/>
          <p:nvPr/>
        </p:nvSpPr>
        <p:spPr>
          <a:xfrm>
            <a:off x="231192" y="5918405"/>
            <a:ext cx="527103" cy="400110"/>
          </a:xfrm>
          <a:prstGeom prst="rect">
            <a:avLst/>
          </a:prstGeom>
          <a:noFill/>
        </p:spPr>
        <p:txBody>
          <a:bodyPr wrap="square" rtlCol="0">
            <a:spAutoFit/>
          </a:bodyPr>
          <a:lstStyle/>
          <a:p>
            <a:r>
              <a:rPr lang="sv-SE" sz="2000" dirty="0"/>
              <a:t>4</a:t>
            </a:r>
          </a:p>
        </p:txBody>
      </p:sp>
      <p:sp>
        <p:nvSpPr>
          <p:cNvPr id="134" name="textruta 133">
            <a:extLst>
              <a:ext uri="{FF2B5EF4-FFF2-40B4-BE49-F238E27FC236}">
                <a16:creationId xmlns:a16="http://schemas.microsoft.com/office/drawing/2014/main" id="{48453850-E580-1B0C-187A-B48389636083}"/>
              </a:ext>
            </a:extLst>
          </p:cNvPr>
          <p:cNvSpPr txBox="1"/>
          <p:nvPr/>
        </p:nvSpPr>
        <p:spPr>
          <a:xfrm>
            <a:off x="807404" y="5916076"/>
            <a:ext cx="527103" cy="400110"/>
          </a:xfrm>
          <a:prstGeom prst="rect">
            <a:avLst/>
          </a:prstGeom>
          <a:noFill/>
        </p:spPr>
        <p:txBody>
          <a:bodyPr wrap="square" rtlCol="0">
            <a:spAutoFit/>
          </a:bodyPr>
          <a:lstStyle/>
          <a:p>
            <a:r>
              <a:rPr lang="sv-SE" sz="2000" dirty="0"/>
              <a:t>3</a:t>
            </a:r>
          </a:p>
        </p:txBody>
      </p:sp>
      <p:sp>
        <p:nvSpPr>
          <p:cNvPr id="135" name="textruta 134">
            <a:extLst>
              <a:ext uri="{FF2B5EF4-FFF2-40B4-BE49-F238E27FC236}">
                <a16:creationId xmlns:a16="http://schemas.microsoft.com/office/drawing/2014/main" id="{720491D2-013C-7D0A-6672-21DFAA2B1F58}"/>
              </a:ext>
            </a:extLst>
          </p:cNvPr>
          <p:cNvSpPr txBox="1"/>
          <p:nvPr/>
        </p:nvSpPr>
        <p:spPr>
          <a:xfrm>
            <a:off x="1358578" y="5920032"/>
            <a:ext cx="527103" cy="400110"/>
          </a:xfrm>
          <a:prstGeom prst="rect">
            <a:avLst/>
          </a:prstGeom>
          <a:noFill/>
        </p:spPr>
        <p:txBody>
          <a:bodyPr wrap="square" rtlCol="0">
            <a:spAutoFit/>
          </a:bodyPr>
          <a:lstStyle/>
          <a:p>
            <a:r>
              <a:rPr lang="sv-SE" sz="2000" dirty="0"/>
              <a:t>2</a:t>
            </a:r>
          </a:p>
        </p:txBody>
      </p:sp>
      <p:sp>
        <p:nvSpPr>
          <p:cNvPr id="136" name="textruta 135">
            <a:extLst>
              <a:ext uri="{FF2B5EF4-FFF2-40B4-BE49-F238E27FC236}">
                <a16:creationId xmlns:a16="http://schemas.microsoft.com/office/drawing/2014/main" id="{B789687C-B679-0878-6D47-094322167D22}"/>
              </a:ext>
            </a:extLst>
          </p:cNvPr>
          <p:cNvSpPr txBox="1"/>
          <p:nvPr/>
        </p:nvSpPr>
        <p:spPr>
          <a:xfrm>
            <a:off x="1999023" y="5918343"/>
            <a:ext cx="527103" cy="400110"/>
          </a:xfrm>
          <a:prstGeom prst="rect">
            <a:avLst/>
          </a:prstGeom>
          <a:noFill/>
        </p:spPr>
        <p:txBody>
          <a:bodyPr wrap="square" rtlCol="0">
            <a:spAutoFit/>
          </a:bodyPr>
          <a:lstStyle/>
          <a:p>
            <a:r>
              <a:rPr lang="sv-SE" sz="2000" dirty="0"/>
              <a:t>6</a:t>
            </a:r>
          </a:p>
        </p:txBody>
      </p:sp>
      <p:sp>
        <p:nvSpPr>
          <p:cNvPr id="137" name="textruta 136">
            <a:extLst>
              <a:ext uri="{FF2B5EF4-FFF2-40B4-BE49-F238E27FC236}">
                <a16:creationId xmlns:a16="http://schemas.microsoft.com/office/drawing/2014/main" id="{4D82B38C-1491-BF28-E178-C029612E34CC}"/>
              </a:ext>
            </a:extLst>
          </p:cNvPr>
          <p:cNvSpPr txBox="1"/>
          <p:nvPr/>
        </p:nvSpPr>
        <p:spPr>
          <a:xfrm>
            <a:off x="2573075" y="5918317"/>
            <a:ext cx="527103" cy="400110"/>
          </a:xfrm>
          <a:prstGeom prst="rect">
            <a:avLst/>
          </a:prstGeom>
          <a:noFill/>
        </p:spPr>
        <p:txBody>
          <a:bodyPr wrap="square" rtlCol="0">
            <a:spAutoFit/>
          </a:bodyPr>
          <a:lstStyle/>
          <a:p>
            <a:r>
              <a:rPr lang="sv-SE" sz="2000" dirty="0"/>
              <a:t>1</a:t>
            </a:r>
          </a:p>
        </p:txBody>
      </p:sp>
      <p:sp>
        <p:nvSpPr>
          <p:cNvPr id="138" name="textruta 137">
            <a:extLst>
              <a:ext uri="{FF2B5EF4-FFF2-40B4-BE49-F238E27FC236}">
                <a16:creationId xmlns:a16="http://schemas.microsoft.com/office/drawing/2014/main" id="{17CBE19E-FE2D-9C7E-6EE4-CAB54C388B52}"/>
              </a:ext>
            </a:extLst>
          </p:cNvPr>
          <p:cNvSpPr txBox="1"/>
          <p:nvPr/>
        </p:nvSpPr>
        <p:spPr>
          <a:xfrm>
            <a:off x="3128977" y="5916076"/>
            <a:ext cx="527103" cy="400110"/>
          </a:xfrm>
          <a:prstGeom prst="rect">
            <a:avLst/>
          </a:prstGeom>
          <a:noFill/>
        </p:spPr>
        <p:txBody>
          <a:bodyPr wrap="square" rtlCol="0">
            <a:spAutoFit/>
          </a:bodyPr>
          <a:lstStyle/>
          <a:p>
            <a:r>
              <a:rPr lang="sv-SE" sz="2000" dirty="0"/>
              <a:t>5</a:t>
            </a:r>
          </a:p>
        </p:txBody>
      </p:sp>
      <p:sp>
        <p:nvSpPr>
          <p:cNvPr id="139" name="textruta 138">
            <a:extLst>
              <a:ext uri="{FF2B5EF4-FFF2-40B4-BE49-F238E27FC236}">
                <a16:creationId xmlns:a16="http://schemas.microsoft.com/office/drawing/2014/main" id="{D989B49A-7DE6-1F18-EA18-AC979179F8AA}"/>
              </a:ext>
            </a:extLst>
          </p:cNvPr>
          <p:cNvSpPr txBox="1"/>
          <p:nvPr/>
        </p:nvSpPr>
        <p:spPr>
          <a:xfrm>
            <a:off x="4216563" y="5924670"/>
            <a:ext cx="527103" cy="400110"/>
          </a:xfrm>
          <a:prstGeom prst="rect">
            <a:avLst/>
          </a:prstGeom>
          <a:noFill/>
        </p:spPr>
        <p:txBody>
          <a:bodyPr wrap="square" rtlCol="0">
            <a:spAutoFit/>
          </a:bodyPr>
          <a:lstStyle/>
          <a:p>
            <a:r>
              <a:rPr lang="sv-SE" sz="2000" dirty="0"/>
              <a:t>2</a:t>
            </a:r>
          </a:p>
        </p:txBody>
      </p:sp>
      <p:sp>
        <p:nvSpPr>
          <p:cNvPr id="140" name="textruta 139">
            <a:extLst>
              <a:ext uri="{FF2B5EF4-FFF2-40B4-BE49-F238E27FC236}">
                <a16:creationId xmlns:a16="http://schemas.microsoft.com/office/drawing/2014/main" id="{85C2C038-C984-842B-4FB8-519BDAE2F7EF}"/>
              </a:ext>
            </a:extLst>
          </p:cNvPr>
          <p:cNvSpPr txBox="1"/>
          <p:nvPr/>
        </p:nvSpPr>
        <p:spPr>
          <a:xfrm>
            <a:off x="4792050" y="5923918"/>
            <a:ext cx="527103" cy="400110"/>
          </a:xfrm>
          <a:prstGeom prst="rect">
            <a:avLst/>
          </a:prstGeom>
          <a:noFill/>
        </p:spPr>
        <p:txBody>
          <a:bodyPr wrap="square" rtlCol="0">
            <a:spAutoFit/>
          </a:bodyPr>
          <a:lstStyle/>
          <a:p>
            <a:r>
              <a:rPr lang="sv-SE" sz="2000" dirty="0"/>
              <a:t>2</a:t>
            </a:r>
          </a:p>
        </p:txBody>
      </p:sp>
      <p:sp>
        <p:nvSpPr>
          <p:cNvPr id="141" name="textruta 140">
            <a:extLst>
              <a:ext uri="{FF2B5EF4-FFF2-40B4-BE49-F238E27FC236}">
                <a16:creationId xmlns:a16="http://schemas.microsoft.com/office/drawing/2014/main" id="{7E000A52-1F7F-A6FE-BC9D-117050093A46}"/>
              </a:ext>
            </a:extLst>
          </p:cNvPr>
          <p:cNvSpPr txBox="1"/>
          <p:nvPr/>
        </p:nvSpPr>
        <p:spPr>
          <a:xfrm>
            <a:off x="5346364" y="5924054"/>
            <a:ext cx="527103" cy="400110"/>
          </a:xfrm>
          <a:prstGeom prst="rect">
            <a:avLst/>
          </a:prstGeom>
          <a:noFill/>
        </p:spPr>
        <p:txBody>
          <a:bodyPr wrap="square" rtlCol="0">
            <a:spAutoFit/>
          </a:bodyPr>
          <a:lstStyle/>
          <a:p>
            <a:r>
              <a:rPr lang="sv-SE" sz="2000" dirty="0"/>
              <a:t>3</a:t>
            </a:r>
          </a:p>
        </p:txBody>
      </p:sp>
      <p:sp>
        <p:nvSpPr>
          <p:cNvPr id="142" name="textruta 141">
            <a:extLst>
              <a:ext uri="{FF2B5EF4-FFF2-40B4-BE49-F238E27FC236}">
                <a16:creationId xmlns:a16="http://schemas.microsoft.com/office/drawing/2014/main" id="{2592FC3A-7B79-15A7-CBEE-2557B461AE27}"/>
              </a:ext>
            </a:extLst>
          </p:cNvPr>
          <p:cNvSpPr txBox="1"/>
          <p:nvPr/>
        </p:nvSpPr>
        <p:spPr>
          <a:xfrm>
            <a:off x="5922971" y="5925852"/>
            <a:ext cx="527103" cy="400110"/>
          </a:xfrm>
          <a:prstGeom prst="rect">
            <a:avLst/>
          </a:prstGeom>
          <a:noFill/>
        </p:spPr>
        <p:txBody>
          <a:bodyPr wrap="square" rtlCol="0">
            <a:spAutoFit/>
          </a:bodyPr>
          <a:lstStyle/>
          <a:p>
            <a:r>
              <a:rPr lang="sv-SE" sz="2000" dirty="0"/>
              <a:t>6</a:t>
            </a:r>
          </a:p>
        </p:txBody>
      </p:sp>
      <p:sp>
        <p:nvSpPr>
          <p:cNvPr id="143" name="textruta 142">
            <a:extLst>
              <a:ext uri="{FF2B5EF4-FFF2-40B4-BE49-F238E27FC236}">
                <a16:creationId xmlns:a16="http://schemas.microsoft.com/office/drawing/2014/main" id="{9C8594DC-F751-794F-E728-A5FCD825E839}"/>
              </a:ext>
            </a:extLst>
          </p:cNvPr>
          <p:cNvSpPr txBox="1"/>
          <p:nvPr/>
        </p:nvSpPr>
        <p:spPr>
          <a:xfrm>
            <a:off x="6499458" y="5927093"/>
            <a:ext cx="527103" cy="400110"/>
          </a:xfrm>
          <a:prstGeom prst="rect">
            <a:avLst/>
          </a:prstGeom>
          <a:noFill/>
        </p:spPr>
        <p:txBody>
          <a:bodyPr wrap="square" rtlCol="0">
            <a:spAutoFit/>
          </a:bodyPr>
          <a:lstStyle/>
          <a:p>
            <a:r>
              <a:rPr lang="sv-SE" sz="2000" dirty="0"/>
              <a:t>9</a:t>
            </a:r>
          </a:p>
        </p:txBody>
      </p:sp>
      <p:sp>
        <p:nvSpPr>
          <p:cNvPr id="144" name="textruta 143">
            <a:extLst>
              <a:ext uri="{FF2B5EF4-FFF2-40B4-BE49-F238E27FC236}">
                <a16:creationId xmlns:a16="http://schemas.microsoft.com/office/drawing/2014/main" id="{0FAB2BD1-5549-F63C-2FCD-7E63A6C8240A}"/>
              </a:ext>
            </a:extLst>
          </p:cNvPr>
          <p:cNvSpPr txBox="1"/>
          <p:nvPr/>
        </p:nvSpPr>
        <p:spPr>
          <a:xfrm>
            <a:off x="7094402" y="5927093"/>
            <a:ext cx="527103" cy="400110"/>
          </a:xfrm>
          <a:prstGeom prst="rect">
            <a:avLst/>
          </a:prstGeom>
          <a:noFill/>
        </p:spPr>
        <p:txBody>
          <a:bodyPr wrap="square" rtlCol="0">
            <a:spAutoFit/>
          </a:bodyPr>
          <a:lstStyle/>
          <a:p>
            <a:r>
              <a:rPr lang="sv-SE" sz="2000" dirty="0"/>
              <a:t>2</a:t>
            </a:r>
          </a:p>
        </p:txBody>
      </p:sp>
      <p:sp>
        <p:nvSpPr>
          <p:cNvPr id="145" name="textruta 144">
            <a:extLst>
              <a:ext uri="{FF2B5EF4-FFF2-40B4-BE49-F238E27FC236}">
                <a16:creationId xmlns:a16="http://schemas.microsoft.com/office/drawing/2014/main" id="{29ED4C41-609F-71EA-30C8-0A4054A8C889}"/>
              </a:ext>
            </a:extLst>
          </p:cNvPr>
          <p:cNvSpPr txBox="1"/>
          <p:nvPr/>
        </p:nvSpPr>
        <p:spPr>
          <a:xfrm>
            <a:off x="7859513" y="5940125"/>
            <a:ext cx="527103" cy="400110"/>
          </a:xfrm>
          <a:prstGeom prst="rect">
            <a:avLst/>
          </a:prstGeom>
          <a:noFill/>
        </p:spPr>
        <p:txBody>
          <a:bodyPr wrap="square" rtlCol="0">
            <a:spAutoFit/>
          </a:bodyPr>
          <a:lstStyle/>
          <a:p>
            <a:r>
              <a:rPr lang="sv-SE" sz="2000" dirty="0"/>
              <a:t>1</a:t>
            </a:r>
          </a:p>
        </p:txBody>
      </p:sp>
      <p:sp>
        <p:nvSpPr>
          <p:cNvPr id="146" name="textruta 145">
            <a:extLst>
              <a:ext uri="{FF2B5EF4-FFF2-40B4-BE49-F238E27FC236}">
                <a16:creationId xmlns:a16="http://schemas.microsoft.com/office/drawing/2014/main" id="{83B970C4-23BF-6C99-6CA5-39F3E1FD35CB}"/>
              </a:ext>
            </a:extLst>
          </p:cNvPr>
          <p:cNvSpPr txBox="1"/>
          <p:nvPr/>
        </p:nvSpPr>
        <p:spPr>
          <a:xfrm>
            <a:off x="8753029" y="5949341"/>
            <a:ext cx="527103" cy="400110"/>
          </a:xfrm>
          <a:prstGeom prst="rect">
            <a:avLst/>
          </a:prstGeom>
          <a:noFill/>
        </p:spPr>
        <p:txBody>
          <a:bodyPr wrap="square" rtlCol="0">
            <a:spAutoFit/>
          </a:bodyPr>
          <a:lstStyle/>
          <a:p>
            <a:r>
              <a:rPr lang="sv-SE" sz="2000" dirty="0"/>
              <a:t>2</a:t>
            </a:r>
          </a:p>
        </p:txBody>
      </p:sp>
      <p:sp>
        <p:nvSpPr>
          <p:cNvPr id="149" name="textruta 148">
            <a:extLst>
              <a:ext uri="{FF2B5EF4-FFF2-40B4-BE49-F238E27FC236}">
                <a16:creationId xmlns:a16="http://schemas.microsoft.com/office/drawing/2014/main" id="{2D8C45BF-8A59-1129-F26C-8E937CA3F501}"/>
              </a:ext>
            </a:extLst>
          </p:cNvPr>
          <p:cNvSpPr txBox="1"/>
          <p:nvPr/>
        </p:nvSpPr>
        <p:spPr>
          <a:xfrm>
            <a:off x="10534835" y="5958440"/>
            <a:ext cx="527103" cy="400110"/>
          </a:xfrm>
          <a:prstGeom prst="rect">
            <a:avLst/>
          </a:prstGeom>
          <a:noFill/>
        </p:spPr>
        <p:txBody>
          <a:bodyPr wrap="square" rtlCol="0">
            <a:spAutoFit/>
          </a:bodyPr>
          <a:lstStyle/>
          <a:p>
            <a:r>
              <a:rPr lang="sv-SE" sz="2000" dirty="0"/>
              <a:t>4</a:t>
            </a:r>
          </a:p>
        </p:txBody>
      </p:sp>
      <p:sp>
        <p:nvSpPr>
          <p:cNvPr id="150" name="textruta 149">
            <a:extLst>
              <a:ext uri="{FF2B5EF4-FFF2-40B4-BE49-F238E27FC236}">
                <a16:creationId xmlns:a16="http://schemas.microsoft.com/office/drawing/2014/main" id="{B2EE08B3-21F9-CCC6-6067-09926D6435C9}"/>
              </a:ext>
            </a:extLst>
          </p:cNvPr>
          <p:cNvSpPr txBox="1"/>
          <p:nvPr/>
        </p:nvSpPr>
        <p:spPr>
          <a:xfrm>
            <a:off x="11108935" y="5959595"/>
            <a:ext cx="527103" cy="400110"/>
          </a:xfrm>
          <a:prstGeom prst="rect">
            <a:avLst/>
          </a:prstGeom>
          <a:noFill/>
        </p:spPr>
        <p:txBody>
          <a:bodyPr wrap="square" rtlCol="0">
            <a:spAutoFit/>
          </a:bodyPr>
          <a:lstStyle/>
          <a:p>
            <a:r>
              <a:rPr lang="sv-SE" sz="2000" dirty="0"/>
              <a:t>8</a:t>
            </a:r>
          </a:p>
        </p:txBody>
      </p:sp>
      <p:sp>
        <p:nvSpPr>
          <p:cNvPr id="151" name="textruta 150">
            <a:extLst>
              <a:ext uri="{FF2B5EF4-FFF2-40B4-BE49-F238E27FC236}">
                <a16:creationId xmlns:a16="http://schemas.microsoft.com/office/drawing/2014/main" id="{136E7BCF-A4D9-1EE0-4AE7-91978F379111}"/>
              </a:ext>
            </a:extLst>
          </p:cNvPr>
          <p:cNvSpPr txBox="1"/>
          <p:nvPr/>
        </p:nvSpPr>
        <p:spPr>
          <a:xfrm>
            <a:off x="11665956" y="5957004"/>
            <a:ext cx="527103" cy="400110"/>
          </a:xfrm>
          <a:prstGeom prst="rect">
            <a:avLst/>
          </a:prstGeom>
          <a:noFill/>
        </p:spPr>
        <p:txBody>
          <a:bodyPr wrap="square" rtlCol="0">
            <a:spAutoFit/>
          </a:bodyPr>
          <a:lstStyle/>
          <a:p>
            <a:r>
              <a:rPr lang="sv-SE" sz="2000" dirty="0"/>
              <a:t>6</a:t>
            </a:r>
          </a:p>
        </p:txBody>
      </p:sp>
      <p:sp>
        <p:nvSpPr>
          <p:cNvPr id="153" name="textruta 152">
            <a:extLst>
              <a:ext uri="{FF2B5EF4-FFF2-40B4-BE49-F238E27FC236}">
                <a16:creationId xmlns:a16="http://schemas.microsoft.com/office/drawing/2014/main" id="{5200EB87-B119-CF9A-0535-92C15E08BC89}"/>
              </a:ext>
            </a:extLst>
          </p:cNvPr>
          <p:cNvSpPr txBox="1"/>
          <p:nvPr/>
        </p:nvSpPr>
        <p:spPr>
          <a:xfrm>
            <a:off x="5627953" y="3847061"/>
            <a:ext cx="527103" cy="400110"/>
          </a:xfrm>
          <a:prstGeom prst="rect">
            <a:avLst/>
          </a:prstGeom>
          <a:noFill/>
        </p:spPr>
        <p:txBody>
          <a:bodyPr wrap="square" rtlCol="0">
            <a:spAutoFit/>
          </a:bodyPr>
          <a:lstStyle/>
          <a:p>
            <a:r>
              <a:rPr lang="sv-SE" sz="2000" dirty="0"/>
              <a:t>3</a:t>
            </a:r>
          </a:p>
        </p:txBody>
      </p:sp>
      <p:sp>
        <p:nvSpPr>
          <p:cNvPr id="155" name="textruta 154">
            <a:extLst>
              <a:ext uri="{FF2B5EF4-FFF2-40B4-BE49-F238E27FC236}">
                <a16:creationId xmlns:a16="http://schemas.microsoft.com/office/drawing/2014/main" id="{A49A8199-1DAA-05B9-B316-F18E5CBBC005}"/>
              </a:ext>
            </a:extLst>
          </p:cNvPr>
          <p:cNvSpPr txBox="1"/>
          <p:nvPr/>
        </p:nvSpPr>
        <p:spPr>
          <a:xfrm>
            <a:off x="7809692" y="5045524"/>
            <a:ext cx="527103" cy="400110"/>
          </a:xfrm>
          <a:prstGeom prst="rect">
            <a:avLst/>
          </a:prstGeom>
          <a:noFill/>
        </p:spPr>
        <p:txBody>
          <a:bodyPr wrap="square" rtlCol="0">
            <a:spAutoFit/>
          </a:bodyPr>
          <a:lstStyle/>
          <a:p>
            <a:r>
              <a:rPr lang="sv-SE" sz="2000" dirty="0"/>
              <a:t>1</a:t>
            </a:r>
          </a:p>
        </p:txBody>
      </p:sp>
      <p:sp>
        <p:nvSpPr>
          <p:cNvPr id="26" name="textruta 25">
            <a:extLst>
              <a:ext uri="{FF2B5EF4-FFF2-40B4-BE49-F238E27FC236}">
                <a16:creationId xmlns:a16="http://schemas.microsoft.com/office/drawing/2014/main" id="{517368BA-B99E-66C8-7C0E-5DCB1AD0E1AA}"/>
              </a:ext>
            </a:extLst>
          </p:cNvPr>
          <p:cNvSpPr txBox="1"/>
          <p:nvPr/>
        </p:nvSpPr>
        <p:spPr>
          <a:xfrm>
            <a:off x="796578" y="5040850"/>
            <a:ext cx="527103" cy="400110"/>
          </a:xfrm>
          <a:prstGeom prst="rect">
            <a:avLst/>
          </a:prstGeom>
          <a:noFill/>
        </p:spPr>
        <p:txBody>
          <a:bodyPr wrap="square" rtlCol="0">
            <a:spAutoFit/>
          </a:bodyPr>
          <a:lstStyle/>
          <a:p>
            <a:r>
              <a:rPr lang="sv-SE" sz="2000" dirty="0"/>
              <a:t>4</a:t>
            </a:r>
          </a:p>
        </p:txBody>
      </p:sp>
      <p:sp>
        <p:nvSpPr>
          <p:cNvPr id="44" name="textruta 43">
            <a:extLst>
              <a:ext uri="{FF2B5EF4-FFF2-40B4-BE49-F238E27FC236}">
                <a16:creationId xmlns:a16="http://schemas.microsoft.com/office/drawing/2014/main" id="{C463E6D9-7185-3140-A04B-983CF167C6A1}"/>
              </a:ext>
            </a:extLst>
          </p:cNvPr>
          <p:cNvSpPr txBox="1"/>
          <p:nvPr/>
        </p:nvSpPr>
        <p:spPr>
          <a:xfrm>
            <a:off x="4782402" y="5048046"/>
            <a:ext cx="527103" cy="400110"/>
          </a:xfrm>
          <a:prstGeom prst="rect">
            <a:avLst/>
          </a:prstGeom>
          <a:noFill/>
        </p:spPr>
        <p:txBody>
          <a:bodyPr wrap="square" rtlCol="0">
            <a:spAutoFit/>
          </a:bodyPr>
          <a:lstStyle/>
          <a:p>
            <a:r>
              <a:rPr lang="sv-SE" sz="2000" dirty="0"/>
              <a:t>3</a:t>
            </a:r>
          </a:p>
        </p:txBody>
      </p:sp>
      <p:sp>
        <p:nvSpPr>
          <p:cNvPr id="66" name="textruta 65">
            <a:extLst>
              <a:ext uri="{FF2B5EF4-FFF2-40B4-BE49-F238E27FC236}">
                <a16:creationId xmlns:a16="http://schemas.microsoft.com/office/drawing/2014/main" id="{3E61A0D9-75ED-C9AD-ED17-158349E7FE59}"/>
              </a:ext>
            </a:extLst>
          </p:cNvPr>
          <p:cNvSpPr txBox="1"/>
          <p:nvPr/>
        </p:nvSpPr>
        <p:spPr>
          <a:xfrm>
            <a:off x="9310771" y="5063706"/>
            <a:ext cx="527103" cy="400110"/>
          </a:xfrm>
          <a:prstGeom prst="rect">
            <a:avLst/>
          </a:prstGeom>
          <a:noFill/>
        </p:spPr>
        <p:txBody>
          <a:bodyPr wrap="square" rtlCol="0">
            <a:spAutoFit/>
          </a:bodyPr>
          <a:lstStyle/>
          <a:p>
            <a:r>
              <a:rPr lang="sv-SE" sz="2000" dirty="0"/>
              <a:t>2</a:t>
            </a:r>
          </a:p>
        </p:txBody>
      </p:sp>
      <p:sp>
        <p:nvSpPr>
          <p:cNvPr id="152" name="textruta 151">
            <a:extLst>
              <a:ext uri="{FF2B5EF4-FFF2-40B4-BE49-F238E27FC236}">
                <a16:creationId xmlns:a16="http://schemas.microsoft.com/office/drawing/2014/main" id="{F3C1D833-91C1-AD2E-4060-B59299489AA7}"/>
              </a:ext>
            </a:extLst>
          </p:cNvPr>
          <p:cNvSpPr txBox="1"/>
          <p:nvPr/>
        </p:nvSpPr>
        <p:spPr>
          <a:xfrm>
            <a:off x="2588160" y="3857889"/>
            <a:ext cx="527103" cy="400110"/>
          </a:xfrm>
          <a:prstGeom prst="rect">
            <a:avLst/>
          </a:prstGeom>
          <a:noFill/>
        </p:spPr>
        <p:txBody>
          <a:bodyPr wrap="square" rtlCol="0">
            <a:spAutoFit/>
          </a:bodyPr>
          <a:lstStyle/>
          <a:p>
            <a:r>
              <a:rPr lang="sv-SE" sz="2000" dirty="0"/>
              <a:t>4</a:t>
            </a:r>
          </a:p>
        </p:txBody>
      </p:sp>
      <p:sp>
        <p:nvSpPr>
          <p:cNvPr id="154" name="textruta 153">
            <a:extLst>
              <a:ext uri="{FF2B5EF4-FFF2-40B4-BE49-F238E27FC236}">
                <a16:creationId xmlns:a16="http://schemas.microsoft.com/office/drawing/2014/main" id="{14E84BEF-DE2D-0ED0-1293-705D8497D35E}"/>
              </a:ext>
            </a:extLst>
          </p:cNvPr>
          <p:cNvSpPr txBox="1"/>
          <p:nvPr/>
        </p:nvSpPr>
        <p:spPr>
          <a:xfrm>
            <a:off x="9327755" y="3895675"/>
            <a:ext cx="527103" cy="400110"/>
          </a:xfrm>
          <a:prstGeom prst="rect">
            <a:avLst/>
          </a:prstGeom>
          <a:noFill/>
        </p:spPr>
        <p:txBody>
          <a:bodyPr wrap="square" rtlCol="0">
            <a:spAutoFit/>
          </a:bodyPr>
          <a:lstStyle/>
          <a:p>
            <a:r>
              <a:rPr lang="sv-SE" sz="2000" dirty="0"/>
              <a:t>2</a:t>
            </a:r>
          </a:p>
        </p:txBody>
      </p:sp>
      <p:sp>
        <p:nvSpPr>
          <p:cNvPr id="104" name="textruta 103">
            <a:extLst>
              <a:ext uri="{FF2B5EF4-FFF2-40B4-BE49-F238E27FC236}">
                <a16:creationId xmlns:a16="http://schemas.microsoft.com/office/drawing/2014/main" id="{1A0F1FDF-0547-91DE-57E5-E409919570D7}"/>
              </a:ext>
            </a:extLst>
          </p:cNvPr>
          <p:cNvSpPr txBox="1"/>
          <p:nvPr/>
        </p:nvSpPr>
        <p:spPr>
          <a:xfrm>
            <a:off x="6936119" y="2723847"/>
            <a:ext cx="527103" cy="400110"/>
          </a:xfrm>
          <a:prstGeom prst="rect">
            <a:avLst/>
          </a:prstGeom>
          <a:noFill/>
        </p:spPr>
        <p:txBody>
          <a:bodyPr wrap="square" rtlCol="0">
            <a:spAutoFit/>
          </a:bodyPr>
          <a:lstStyle/>
          <a:p>
            <a:r>
              <a:rPr lang="sv-SE" sz="2000" dirty="0"/>
              <a:t>2</a:t>
            </a:r>
          </a:p>
        </p:txBody>
      </p:sp>
      <p:sp>
        <p:nvSpPr>
          <p:cNvPr id="9" name="Platshållare för sidfot 1">
            <a:extLst>
              <a:ext uri="{FF2B5EF4-FFF2-40B4-BE49-F238E27FC236}">
                <a16:creationId xmlns:a16="http://schemas.microsoft.com/office/drawing/2014/main" id="{2453B94D-4742-54CA-9D21-8C71DCED946C}"/>
              </a:ext>
            </a:extLst>
          </p:cNvPr>
          <p:cNvSpPr>
            <a:spLocks noGrp="1"/>
          </p:cNvSpPr>
          <p:nvPr/>
        </p:nvSpPr>
        <p:spPr>
          <a:xfrm>
            <a:off x="2768194" y="6419850"/>
            <a:ext cx="5588812" cy="438150"/>
          </a:xfrm>
          <a:prstGeom prst="rect">
            <a:avLst/>
          </a:prstGeom>
        </p:spPr>
        <p:txBody>
          <a:bodyPr vert="horz" lIns="91440" tIns="45720" rIns="91440" bIns="45720" rtlCol="0" anchor="ctr"/>
          <a:lstStyle>
            <a:defPPr>
              <a:defRPr lang="en-US"/>
            </a:defPPr>
            <a:lvl1pPr marL="0" algn="ctr" defTabSz="457200" rtl="0" eaLnBrk="1" latinLnBrk="0" hangingPunct="1">
              <a:defRPr sz="144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dirty="0"/>
              <a:t>Presentation av David Hedengren</a:t>
            </a:r>
          </a:p>
        </p:txBody>
      </p:sp>
    </p:spTree>
    <p:extLst>
      <p:ext uri="{BB962C8B-B14F-4D97-AF65-F5344CB8AC3E}">
        <p14:creationId xmlns:p14="http://schemas.microsoft.com/office/powerpoint/2010/main" val="38055880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path" presetSubtype="0" accel="50000" decel="50000" fill="hold" grpId="0" nodeType="clickEffect">
                                  <p:stCondLst>
                                    <p:cond delay="0"/>
                                  </p:stCondLst>
                                  <p:childTnLst>
                                    <p:animMotion origin="layout" path="M 5E-6 3.7037E-7 L 0.0461 -0.12824 " pathEditMode="relative" rAng="0" ptsTypes="AA">
                                      <p:cBhvr>
                                        <p:cTn id="6" dur="2000" fill="hold"/>
                                        <p:tgtEl>
                                          <p:spTgt spid="133"/>
                                        </p:tgtEl>
                                        <p:attrNameLst>
                                          <p:attrName>ppt_x</p:attrName>
                                          <p:attrName>ppt_y</p:attrName>
                                        </p:attrNameLst>
                                      </p:cBhvr>
                                      <p:rCtr x="2305" y="-6412"/>
                                    </p:animMotion>
                                  </p:childTnLst>
                                </p:cTn>
                              </p:par>
                            </p:childTnLst>
                          </p:cTn>
                        </p:par>
                        <p:par>
                          <p:cTn id="7" fill="hold">
                            <p:stCondLst>
                              <p:cond delay="2000"/>
                            </p:stCondLst>
                            <p:childTnLst>
                              <p:par>
                                <p:cTn id="8" presetID="1" presetClass="entr" presetSubtype="0" fill="hold" grpId="0" nodeType="afterEffect">
                                  <p:stCondLst>
                                    <p:cond delay="0"/>
                                  </p:stCondLst>
                                  <p:childTnLst>
                                    <p:set>
                                      <p:cBhvr>
                                        <p:cTn id="9" dur="1" fill="hold">
                                          <p:stCondLst>
                                            <p:cond delay="0"/>
                                          </p:stCondLst>
                                        </p:cTn>
                                        <p:tgtEl>
                                          <p:spTgt spid="26"/>
                                        </p:tgtEl>
                                        <p:attrNameLst>
                                          <p:attrName>style.visibility</p:attrName>
                                        </p:attrNameLst>
                                      </p:cBhvr>
                                      <p:to>
                                        <p:strVal val="visible"/>
                                      </p:to>
                                    </p:set>
                                  </p:childTnLst>
                                </p:cTn>
                              </p:par>
                            </p:childTnLst>
                          </p:cTn>
                        </p:par>
                      </p:childTnLst>
                    </p:cTn>
                  </p:par>
                  <p:par>
                    <p:cTn id="10" fill="hold">
                      <p:stCondLst>
                        <p:cond delay="indefinite"/>
                      </p:stCondLst>
                      <p:childTnLst>
                        <p:par>
                          <p:cTn id="11" fill="hold">
                            <p:stCondLst>
                              <p:cond delay="0"/>
                            </p:stCondLst>
                            <p:childTnLst>
                              <p:par>
                                <p:cTn id="12" presetID="42" presetClass="path" presetSubtype="0" accel="50000" decel="50000" fill="hold" grpId="0" nodeType="clickEffect">
                                  <p:stCondLst>
                                    <p:cond delay="0"/>
                                  </p:stCondLst>
                                  <p:childTnLst>
                                    <p:animMotion origin="layout" path="M 0.0013 0.00116 L 0.04635 -0.12847 " pathEditMode="relative" rAng="0" ptsTypes="AA">
                                      <p:cBhvr>
                                        <p:cTn id="13" dur="2000" fill="hold"/>
                                        <p:tgtEl>
                                          <p:spTgt spid="136"/>
                                        </p:tgtEl>
                                        <p:attrNameLst>
                                          <p:attrName>ppt_x</p:attrName>
                                          <p:attrName>ppt_y</p:attrName>
                                        </p:attrNameLst>
                                      </p:cBhvr>
                                      <p:rCtr x="2253" y="-6481"/>
                                    </p:animMotion>
                                  </p:childTnLst>
                                </p:cTn>
                              </p:par>
                            </p:childTnLst>
                          </p:cTn>
                        </p:par>
                        <p:par>
                          <p:cTn id="14" fill="hold">
                            <p:stCondLst>
                              <p:cond delay="2000"/>
                            </p:stCondLst>
                            <p:childTnLst>
                              <p:par>
                                <p:cTn id="15" presetID="1" presetClass="entr" presetSubtype="0" fill="hold" grpId="0" nodeType="afterEffect">
                                  <p:stCondLst>
                                    <p:cond delay="0"/>
                                  </p:stCondLst>
                                  <p:childTnLst>
                                    <p:set>
                                      <p:cBhvr>
                                        <p:cTn id="16" dur="1" fill="hold">
                                          <p:stCondLst>
                                            <p:cond delay="0"/>
                                          </p:stCondLst>
                                        </p:cTn>
                                        <p:tgtEl>
                                          <p:spTgt spid="33"/>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42" presetClass="path" presetSubtype="0" accel="50000" decel="50000" fill="hold" grpId="0" nodeType="clickEffect">
                                  <p:stCondLst>
                                    <p:cond delay="0"/>
                                  </p:stCondLst>
                                  <p:childTnLst>
                                    <p:animMotion origin="layout" path="M 0.00065 0.00115 L -0.04597 -0.12848 " pathEditMode="relative" rAng="0" ptsTypes="AA">
                                      <p:cBhvr>
                                        <p:cTn id="20" dur="2000" fill="hold"/>
                                        <p:tgtEl>
                                          <p:spTgt spid="141"/>
                                        </p:tgtEl>
                                        <p:attrNameLst>
                                          <p:attrName>ppt_x</p:attrName>
                                          <p:attrName>ppt_y</p:attrName>
                                        </p:attrNameLst>
                                      </p:cBhvr>
                                      <p:rCtr x="-2331" y="-6481"/>
                                    </p:animMotion>
                                  </p:childTnLst>
                                </p:cTn>
                              </p:par>
                            </p:childTnLst>
                          </p:cTn>
                        </p:par>
                        <p:par>
                          <p:cTn id="21" fill="hold">
                            <p:stCondLst>
                              <p:cond delay="2000"/>
                            </p:stCondLst>
                            <p:childTnLst>
                              <p:par>
                                <p:cTn id="22" presetID="1" presetClass="entr" presetSubtype="0" fill="hold" grpId="0" nodeType="afterEffect">
                                  <p:stCondLst>
                                    <p:cond delay="0"/>
                                  </p:stCondLst>
                                  <p:childTnLst>
                                    <p:set>
                                      <p:cBhvr>
                                        <p:cTn id="23" dur="1" fill="hold">
                                          <p:stCondLst>
                                            <p:cond delay="0"/>
                                          </p:stCondLst>
                                        </p:cTn>
                                        <p:tgtEl>
                                          <p:spTgt spid="44"/>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42" presetClass="path" presetSubtype="0" accel="50000" decel="50000" fill="hold" grpId="0" nodeType="clickEffect">
                                  <p:stCondLst>
                                    <p:cond delay="0"/>
                                  </p:stCondLst>
                                  <p:childTnLst>
                                    <p:animMotion origin="layout" path="M -0.00065 0.00116 L -0.00039 -0.12801 " pathEditMode="relative" rAng="0" ptsTypes="AA">
                                      <p:cBhvr>
                                        <p:cTn id="27" dur="2000" fill="hold"/>
                                        <p:tgtEl>
                                          <p:spTgt spid="143"/>
                                        </p:tgtEl>
                                        <p:attrNameLst>
                                          <p:attrName>ppt_x</p:attrName>
                                          <p:attrName>ppt_y</p:attrName>
                                        </p:attrNameLst>
                                      </p:cBhvr>
                                      <p:rCtr x="13" y="-6458"/>
                                    </p:animMotion>
                                  </p:childTnLst>
                                </p:cTn>
                              </p:par>
                            </p:childTnLst>
                          </p:cTn>
                        </p:par>
                        <p:par>
                          <p:cTn id="28" fill="hold">
                            <p:stCondLst>
                              <p:cond delay="2000"/>
                            </p:stCondLst>
                            <p:childTnLst>
                              <p:par>
                                <p:cTn id="29" presetID="1" presetClass="entr" presetSubtype="0" fill="hold" grpId="0" nodeType="afterEffect">
                                  <p:stCondLst>
                                    <p:cond delay="0"/>
                                  </p:stCondLst>
                                  <p:childTnLst>
                                    <p:set>
                                      <p:cBhvr>
                                        <p:cTn id="30" dur="1" fill="hold">
                                          <p:stCondLst>
                                            <p:cond delay="0"/>
                                          </p:stCondLst>
                                        </p:cTn>
                                        <p:tgtEl>
                                          <p:spTgt spid="55"/>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42" presetClass="path" presetSubtype="0" accel="50000" decel="50000" fill="hold" grpId="0" nodeType="clickEffect">
                                  <p:stCondLst>
                                    <p:cond delay="0"/>
                                  </p:stCondLst>
                                  <p:childTnLst>
                                    <p:animMotion origin="layout" path="M 0.00065 0.00232 L -0.0043 -0.12963 " pathEditMode="relative" rAng="0" ptsTypes="AA">
                                      <p:cBhvr>
                                        <p:cTn id="34" dur="2000" fill="hold"/>
                                        <p:tgtEl>
                                          <p:spTgt spid="145"/>
                                        </p:tgtEl>
                                        <p:attrNameLst>
                                          <p:attrName>ppt_x</p:attrName>
                                          <p:attrName>ppt_y</p:attrName>
                                        </p:attrNameLst>
                                      </p:cBhvr>
                                      <p:rCtr x="-247" y="-6597"/>
                                    </p:animMotion>
                                  </p:childTnLst>
                                </p:cTn>
                              </p:par>
                            </p:childTnLst>
                          </p:cTn>
                        </p:par>
                        <p:par>
                          <p:cTn id="35" fill="hold">
                            <p:stCondLst>
                              <p:cond delay="2000"/>
                            </p:stCondLst>
                            <p:childTnLst>
                              <p:par>
                                <p:cTn id="36" presetID="1" presetClass="entr" presetSubtype="0" fill="hold" grpId="0" nodeType="afterEffect">
                                  <p:stCondLst>
                                    <p:cond delay="0"/>
                                  </p:stCondLst>
                                  <p:childTnLst>
                                    <p:set>
                                      <p:cBhvr>
                                        <p:cTn id="37" dur="1" fill="hold">
                                          <p:stCondLst>
                                            <p:cond delay="0"/>
                                          </p:stCondLst>
                                        </p:cTn>
                                        <p:tgtEl>
                                          <p:spTgt spid="155"/>
                                        </p:tgtEl>
                                        <p:attrNameLst>
                                          <p:attrName>style.visibility</p:attrName>
                                        </p:attrNameLst>
                                      </p:cBhvr>
                                      <p:to>
                                        <p:strVal val="visible"/>
                                      </p:to>
                                    </p:set>
                                  </p:childTnLst>
                                </p:cTn>
                              </p:par>
                            </p:childTnLst>
                          </p:cTn>
                        </p:par>
                        <p:par>
                          <p:cTn id="38" fill="hold">
                            <p:stCondLst>
                              <p:cond delay="2000"/>
                            </p:stCondLst>
                            <p:childTnLst>
                              <p:par>
                                <p:cTn id="39" presetID="1" presetClass="entr" presetSubtype="0" fill="hold" grpId="0" nodeType="afterEffect">
                                  <p:stCondLst>
                                    <p:cond delay="0"/>
                                  </p:stCondLst>
                                  <p:childTnLst>
                                    <p:set>
                                      <p:cBhvr>
                                        <p:cTn id="40" dur="1" fill="hold">
                                          <p:stCondLst>
                                            <p:cond delay="0"/>
                                          </p:stCondLst>
                                        </p:cTn>
                                        <p:tgtEl>
                                          <p:spTgt spid="123"/>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42" presetClass="path" presetSubtype="0" accel="50000" decel="50000" fill="hold" grpId="1" nodeType="clickEffect">
                                  <p:stCondLst>
                                    <p:cond delay="0"/>
                                  </p:stCondLst>
                                  <p:childTnLst>
                                    <p:animMotion origin="layout" path="M -0.00065 0.00115 L -0.00898 -0.16621 " pathEditMode="relative" rAng="0" ptsTypes="AA">
                                      <p:cBhvr>
                                        <p:cTn id="44" dur="2000" fill="hold"/>
                                        <p:tgtEl>
                                          <p:spTgt spid="123"/>
                                        </p:tgtEl>
                                        <p:attrNameLst>
                                          <p:attrName>ppt_x</p:attrName>
                                          <p:attrName>ppt_y</p:attrName>
                                        </p:attrNameLst>
                                      </p:cBhvr>
                                      <p:rCtr x="-417" y="-8380"/>
                                    </p:animMotion>
                                  </p:childTnLst>
                                </p:cTn>
                              </p:par>
                            </p:childTnLst>
                          </p:cTn>
                        </p:par>
                        <p:par>
                          <p:cTn id="45" fill="hold">
                            <p:stCondLst>
                              <p:cond delay="2000"/>
                            </p:stCondLst>
                            <p:childTnLst>
                              <p:par>
                                <p:cTn id="46" presetID="1" presetClass="entr" presetSubtype="0" fill="hold" grpId="0" nodeType="afterEffect">
                                  <p:stCondLst>
                                    <p:cond delay="0"/>
                                  </p:stCondLst>
                                  <p:childTnLst>
                                    <p:set>
                                      <p:cBhvr>
                                        <p:cTn id="47" dur="1" fill="hold">
                                          <p:stCondLst>
                                            <p:cond delay="0"/>
                                          </p:stCondLst>
                                        </p:cTn>
                                        <p:tgtEl>
                                          <p:spTgt spid="118"/>
                                        </p:tgtEl>
                                        <p:attrNameLst>
                                          <p:attrName>style.visibility</p:attrName>
                                        </p:attrNameLst>
                                      </p:cBhvr>
                                      <p:to>
                                        <p:strVal val="visible"/>
                                      </p:to>
                                    </p:set>
                                  </p:childTnLst>
                                </p:cTn>
                              </p:par>
                            </p:childTnLst>
                          </p:cTn>
                        </p:par>
                      </p:childTnLst>
                    </p:cTn>
                  </p:par>
                  <p:par>
                    <p:cTn id="48" fill="hold">
                      <p:stCondLst>
                        <p:cond delay="indefinite"/>
                      </p:stCondLst>
                      <p:childTnLst>
                        <p:par>
                          <p:cTn id="49" fill="hold">
                            <p:stCondLst>
                              <p:cond delay="0"/>
                            </p:stCondLst>
                            <p:childTnLst>
                              <p:par>
                                <p:cTn id="50" presetID="42" presetClass="path" presetSubtype="0" accel="50000" decel="50000" fill="hold" grpId="0" nodeType="clickEffect">
                                  <p:stCondLst>
                                    <p:cond delay="0"/>
                                  </p:stCondLst>
                                  <p:childTnLst>
                                    <p:animMotion origin="layout" path="M -0.00065 -0.00116 L 0.04571 -0.12894 " pathEditMode="relative" rAng="0" ptsTypes="AA">
                                      <p:cBhvr>
                                        <p:cTn id="51" dur="2000" fill="hold"/>
                                        <p:tgtEl>
                                          <p:spTgt spid="146"/>
                                        </p:tgtEl>
                                        <p:attrNameLst>
                                          <p:attrName>ppt_x</p:attrName>
                                          <p:attrName>ppt_y</p:attrName>
                                        </p:attrNameLst>
                                      </p:cBhvr>
                                      <p:rCtr x="2318" y="-6389"/>
                                    </p:animMotion>
                                  </p:childTnLst>
                                </p:cTn>
                              </p:par>
                            </p:childTnLst>
                          </p:cTn>
                        </p:par>
                        <p:par>
                          <p:cTn id="52" fill="hold">
                            <p:stCondLst>
                              <p:cond delay="2000"/>
                            </p:stCondLst>
                            <p:childTnLst>
                              <p:par>
                                <p:cTn id="53" presetID="1" presetClass="entr" presetSubtype="0" fill="hold" grpId="0" nodeType="afterEffect">
                                  <p:stCondLst>
                                    <p:cond delay="0"/>
                                  </p:stCondLst>
                                  <p:childTnLst>
                                    <p:set>
                                      <p:cBhvr>
                                        <p:cTn id="54" dur="1" fill="hold">
                                          <p:stCondLst>
                                            <p:cond delay="0"/>
                                          </p:stCondLst>
                                        </p:cTn>
                                        <p:tgtEl>
                                          <p:spTgt spid="66"/>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42" presetClass="path" presetSubtype="0" accel="50000" decel="50000" fill="hold" grpId="0" nodeType="clickEffect">
                                  <p:stCondLst>
                                    <p:cond delay="0"/>
                                  </p:stCondLst>
                                  <p:childTnLst>
                                    <p:animMotion origin="layout" path="M -2.5E-6 0.00231 L -0.00078 -0.12801 " pathEditMode="relative" rAng="0" ptsTypes="AA">
                                      <p:cBhvr>
                                        <p:cTn id="58" dur="2000" fill="hold"/>
                                        <p:tgtEl>
                                          <p:spTgt spid="150"/>
                                        </p:tgtEl>
                                        <p:attrNameLst>
                                          <p:attrName>ppt_x</p:attrName>
                                          <p:attrName>ppt_y</p:attrName>
                                        </p:attrNameLst>
                                      </p:cBhvr>
                                      <p:rCtr x="-39" y="-6528"/>
                                    </p:animMotion>
                                  </p:childTnLst>
                                </p:cTn>
                              </p:par>
                            </p:childTnLst>
                          </p:cTn>
                        </p:par>
                        <p:par>
                          <p:cTn id="59" fill="hold">
                            <p:stCondLst>
                              <p:cond delay="2000"/>
                            </p:stCondLst>
                            <p:childTnLst>
                              <p:par>
                                <p:cTn id="60" presetID="1" presetClass="entr" presetSubtype="0" fill="hold" grpId="0" nodeType="afterEffect">
                                  <p:stCondLst>
                                    <p:cond delay="0"/>
                                  </p:stCondLst>
                                  <p:childTnLst>
                                    <p:set>
                                      <p:cBhvr>
                                        <p:cTn id="61" dur="1" fill="hold">
                                          <p:stCondLst>
                                            <p:cond delay="0"/>
                                          </p:stCondLst>
                                        </p:cTn>
                                        <p:tgtEl>
                                          <p:spTgt spid="77"/>
                                        </p:tgtEl>
                                        <p:attrNameLst>
                                          <p:attrName>style.visibility</p:attrName>
                                        </p:attrNameLst>
                                      </p:cBhvr>
                                      <p:to>
                                        <p:strVal val="visible"/>
                                      </p:to>
                                    </p:set>
                                  </p:childTnLst>
                                </p:cTn>
                              </p:par>
                            </p:childTnLst>
                          </p:cTn>
                        </p:par>
                      </p:childTnLst>
                    </p:cTn>
                  </p:par>
                  <p:par>
                    <p:cTn id="62" fill="hold">
                      <p:stCondLst>
                        <p:cond delay="indefinite"/>
                      </p:stCondLst>
                      <p:childTnLst>
                        <p:par>
                          <p:cTn id="63" fill="hold">
                            <p:stCondLst>
                              <p:cond delay="0"/>
                            </p:stCondLst>
                            <p:childTnLst>
                              <p:par>
                                <p:cTn id="64" presetID="42" presetClass="path" presetSubtype="0" accel="50000" decel="50000" fill="hold" grpId="1" nodeType="clickEffect">
                                  <p:stCondLst>
                                    <p:cond delay="0"/>
                                  </p:stCondLst>
                                  <p:childTnLst>
                                    <p:animMotion origin="layout" path="M -0.00065 0.00116 L 0.14687 -0.17292 " pathEditMode="relative" rAng="0" ptsTypes="AA">
                                      <p:cBhvr>
                                        <p:cTn id="65" dur="2000" fill="hold"/>
                                        <p:tgtEl>
                                          <p:spTgt spid="26"/>
                                        </p:tgtEl>
                                        <p:attrNameLst>
                                          <p:attrName>ppt_x</p:attrName>
                                          <p:attrName>ppt_y</p:attrName>
                                        </p:attrNameLst>
                                      </p:cBhvr>
                                      <p:rCtr x="7370" y="-8704"/>
                                    </p:animMotion>
                                  </p:childTnLst>
                                </p:cTn>
                              </p:par>
                            </p:childTnLst>
                          </p:cTn>
                        </p:par>
                        <p:par>
                          <p:cTn id="66" fill="hold">
                            <p:stCondLst>
                              <p:cond delay="2000"/>
                            </p:stCondLst>
                            <p:childTnLst>
                              <p:par>
                                <p:cTn id="67" presetID="1" presetClass="entr" presetSubtype="0" fill="hold" grpId="0" nodeType="afterEffect">
                                  <p:stCondLst>
                                    <p:cond delay="0"/>
                                  </p:stCondLst>
                                  <p:childTnLst>
                                    <p:set>
                                      <p:cBhvr>
                                        <p:cTn id="68" dur="1" fill="hold">
                                          <p:stCondLst>
                                            <p:cond delay="0"/>
                                          </p:stCondLst>
                                        </p:cTn>
                                        <p:tgtEl>
                                          <p:spTgt spid="152"/>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42" presetClass="path" presetSubtype="0" accel="50000" decel="50000" fill="hold" grpId="1" nodeType="clickEffect">
                                  <p:stCondLst>
                                    <p:cond delay="0"/>
                                  </p:stCondLst>
                                  <p:childTnLst>
                                    <p:animMotion origin="layout" path="M -2.29167E-6 2.22222E-6 L 0.0694 -0.17523 " pathEditMode="relative" rAng="0" ptsTypes="AA">
                                      <p:cBhvr>
                                        <p:cTn id="72" dur="2000" fill="hold"/>
                                        <p:tgtEl>
                                          <p:spTgt spid="44"/>
                                        </p:tgtEl>
                                        <p:attrNameLst>
                                          <p:attrName>ppt_x</p:attrName>
                                          <p:attrName>ppt_y</p:attrName>
                                        </p:attrNameLst>
                                      </p:cBhvr>
                                      <p:rCtr x="3464" y="-8773"/>
                                    </p:animMotion>
                                  </p:childTnLst>
                                </p:cTn>
                              </p:par>
                            </p:childTnLst>
                          </p:cTn>
                        </p:par>
                        <p:par>
                          <p:cTn id="73" fill="hold">
                            <p:stCondLst>
                              <p:cond delay="2000"/>
                            </p:stCondLst>
                            <p:childTnLst>
                              <p:par>
                                <p:cTn id="74" presetID="1" presetClass="entr" presetSubtype="0" fill="hold" grpId="0" nodeType="afterEffect">
                                  <p:stCondLst>
                                    <p:cond delay="0"/>
                                  </p:stCondLst>
                                  <p:childTnLst>
                                    <p:set>
                                      <p:cBhvr>
                                        <p:cTn id="75" dur="1" fill="hold">
                                          <p:stCondLst>
                                            <p:cond delay="0"/>
                                          </p:stCondLst>
                                        </p:cTn>
                                        <p:tgtEl>
                                          <p:spTgt spid="153"/>
                                        </p:tgtEl>
                                        <p:attrNameLst>
                                          <p:attrName>style.visibility</p:attrName>
                                        </p:attrNameLst>
                                      </p:cBhvr>
                                      <p:to>
                                        <p:strVal val="visible"/>
                                      </p:to>
                                    </p:set>
                                  </p:childTnLst>
                                </p:cTn>
                              </p:par>
                            </p:childTnLst>
                          </p:cTn>
                        </p:par>
                      </p:childTnLst>
                    </p:cTn>
                  </p:par>
                  <p:par>
                    <p:cTn id="76" fill="hold">
                      <p:stCondLst>
                        <p:cond delay="indefinite"/>
                      </p:stCondLst>
                      <p:childTnLst>
                        <p:par>
                          <p:cTn id="77" fill="hold">
                            <p:stCondLst>
                              <p:cond delay="0"/>
                            </p:stCondLst>
                            <p:childTnLst>
                              <p:par>
                                <p:cTn id="78" presetID="42" presetClass="path" presetSubtype="0" accel="50000" decel="50000" fill="hold" grpId="1" nodeType="clickEffect">
                                  <p:stCondLst>
                                    <p:cond delay="0"/>
                                  </p:stCondLst>
                                  <p:childTnLst>
                                    <p:animMotion origin="layout" path="M 0.00065 0.00116 L -0.00065 -0.17199 " pathEditMode="relative" rAng="0" ptsTypes="AA">
                                      <p:cBhvr>
                                        <p:cTn id="79" dur="2000" fill="hold"/>
                                        <p:tgtEl>
                                          <p:spTgt spid="66"/>
                                        </p:tgtEl>
                                        <p:attrNameLst>
                                          <p:attrName>ppt_x</p:attrName>
                                          <p:attrName>ppt_y</p:attrName>
                                        </p:attrNameLst>
                                      </p:cBhvr>
                                      <p:rCtr x="-65" y="-8657"/>
                                    </p:animMotion>
                                  </p:childTnLst>
                                </p:cTn>
                              </p:par>
                            </p:childTnLst>
                          </p:cTn>
                        </p:par>
                        <p:par>
                          <p:cTn id="80" fill="hold">
                            <p:stCondLst>
                              <p:cond delay="2000"/>
                            </p:stCondLst>
                            <p:childTnLst>
                              <p:par>
                                <p:cTn id="81" presetID="1" presetClass="entr" presetSubtype="0" fill="hold" grpId="0" nodeType="afterEffect">
                                  <p:stCondLst>
                                    <p:cond delay="0"/>
                                  </p:stCondLst>
                                  <p:childTnLst>
                                    <p:set>
                                      <p:cBhvr>
                                        <p:cTn id="82" dur="1" fill="hold">
                                          <p:stCondLst>
                                            <p:cond delay="0"/>
                                          </p:stCondLst>
                                        </p:cTn>
                                        <p:tgtEl>
                                          <p:spTgt spid="154"/>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42" presetClass="path" presetSubtype="0" accel="50000" decel="50000" fill="hold" grpId="1" nodeType="clickEffect">
                                  <p:stCondLst>
                                    <p:cond delay="0"/>
                                  </p:stCondLst>
                                  <p:childTnLst>
                                    <p:animMotion origin="layout" path="M -0.00065 0.00115 L 0.12435 -0.17269 " pathEditMode="relative" rAng="0" ptsTypes="AA">
                                      <p:cBhvr>
                                        <p:cTn id="86" dur="2000" fill="hold"/>
                                        <p:tgtEl>
                                          <p:spTgt spid="152"/>
                                        </p:tgtEl>
                                        <p:attrNameLst>
                                          <p:attrName>ppt_x</p:attrName>
                                          <p:attrName>ppt_y</p:attrName>
                                        </p:attrNameLst>
                                      </p:cBhvr>
                                      <p:rCtr x="6250" y="-8704"/>
                                    </p:animMotion>
                                  </p:childTnLst>
                                </p:cTn>
                              </p:par>
                            </p:childTnLst>
                          </p:cTn>
                        </p:par>
                        <p:par>
                          <p:cTn id="87" fill="hold">
                            <p:stCondLst>
                              <p:cond delay="2000"/>
                            </p:stCondLst>
                            <p:childTnLst>
                              <p:par>
                                <p:cTn id="88" presetID="1" presetClass="entr" presetSubtype="0" fill="hold" grpId="0" nodeType="afterEffect">
                                  <p:stCondLst>
                                    <p:cond delay="0"/>
                                  </p:stCondLst>
                                  <p:childTnLst>
                                    <p:set>
                                      <p:cBhvr>
                                        <p:cTn id="89" dur="1" fill="hold">
                                          <p:stCondLst>
                                            <p:cond delay="0"/>
                                          </p:stCondLst>
                                        </p:cTn>
                                        <p:tgtEl>
                                          <p:spTgt spid="102"/>
                                        </p:tgtEl>
                                        <p:attrNameLst>
                                          <p:attrName>style.visibility</p:attrName>
                                        </p:attrNameLst>
                                      </p:cBhvr>
                                      <p:to>
                                        <p:strVal val="visible"/>
                                      </p:to>
                                    </p:set>
                                  </p:childTnLst>
                                </p:cTn>
                              </p:par>
                            </p:childTnLst>
                          </p:cTn>
                        </p:par>
                      </p:childTnLst>
                    </p:cTn>
                  </p:par>
                  <p:par>
                    <p:cTn id="90" fill="hold">
                      <p:stCondLst>
                        <p:cond delay="indefinite"/>
                      </p:stCondLst>
                      <p:childTnLst>
                        <p:par>
                          <p:cTn id="91" fill="hold">
                            <p:stCondLst>
                              <p:cond delay="0"/>
                            </p:stCondLst>
                            <p:childTnLst>
                              <p:par>
                                <p:cTn id="92" presetID="42" presetClass="path" presetSubtype="0" accel="50000" decel="50000" fill="hold" grpId="1" nodeType="clickEffect">
                                  <p:stCondLst>
                                    <p:cond delay="0"/>
                                  </p:stCondLst>
                                  <p:childTnLst>
                                    <p:animMotion origin="layout" path="M 1.25E-6 -2.22222E-6 L -0.19453 -0.17106 " pathEditMode="relative" rAng="0" ptsTypes="AA">
                                      <p:cBhvr>
                                        <p:cTn id="93" dur="2000" fill="hold"/>
                                        <p:tgtEl>
                                          <p:spTgt spid="154"/>
                                        </p:tgtEl>
                                        <p:attrNameLst>
                                          <p:attrName>ppt_x</p:attrName>
                                          <p:attrName>ppt_y</p:attrName>
                                        </p:attrNameLst>
                                      </p:cBhvr>
                                      <p:rCtr x="-9727" y="-8565"/>
                                    </p:animMotion>
                                  </p:childTnLst>
                                </p:cTn>
                              </p:par>
                            </p:childTnLst>
                          </p:cTn>
                        </p:par>
                        <p:par>
                          <p:cTn id="94" fill="hold">
                            <p:stCondLst>
                              <p:cond delay="2000"/>
                            </p:stCondLst>
                            <p:childTnLst>
                              <p:par>
                                <p:cTn id="95" presetID="1" presetClass="entr" presetSubtype="0" fill="hold" grpId="0" nodeType="afterEffect">
                                  <p:stCondLst>
                                    <p:cond delay="0"/>
                                  </p:stCondLst>
                                  <p:childTnLst>
                                    <p:set>
                                      <p:cBhvr>
                                        <p:cTn id="96" dur="1" fill="hold">
                                          <p:stCondLst>
                                            <p:cond delay="0"/>
                                          </p:stCondLst>
                                        </p:cTn>
                                        <p:tgtEl>
                                          <p:spTgt spid="104"/>
                                        </p:tgtEl>
                                        <p:attrNameLst>
                                          <p:attrName>style.visibility</p:attrName>
                                        </p:attrNameLst>
                                      </p:cBhvr>
                                      <p:to>
                                        <p:strVal val="visible"/>
                                      </p:to>
                                    </p:set>
                                  </p:childTnLst>
                                </p:cTn>
                              </p:par>
                            </p:childTnLst>
                          </p:cTn>
                        </p:par>
                      </p:childTnLst>
                    </p:cTn>
                  </p:par>
                  <p:par>
                    <p:cTn id="97" fill="hold">
                      <p:stCondLst>
                        <p:cond delay="indefinite"/>
                      </p:stCondLst>
                      <p:childTnLst>
                        <p:par>
                          <p:cTn id="98" fill="hold">
                            <p:stCondLst>
                              <p:cond delay="0"/>
                            </p:stCondLst>
                            <p:childTnLst>
                              <p:par>
                                <p:cTn id="99" presetID="42" presetClass="path" presetSubtype="0" accel="50000" decel="50000" fill="hold" grpId="1" nodeType="clickEffect">
                                  <p:stCondLst>
                                    <p:cond delay="0"/>
                                  </p:stCondLst>
                                  <p:childTnLst>
                                    <p:animMotion origin="layout" path="M -0.00065 1.11111E-6 L -0.11953 -0.17408 " pathEditMode="relative" rAng="0" ptsTypes="AA">
                                      <p:cBhvr>
                                        <p:cTn id="100" dur="2000" fill="hold"/>
                                        <p:tgtEl>
                                          <p:spTgt spid="104"/>
                                        </p:tgtEl>
                                        <p:attrNameLst>
                                          <p:attrName>ppt_x</p:attrName>
                                          <p:attrName>ppt_y</p:attrName>
                                        </p:attrNameLst>
                                      </p:cBhvr>
                                      <p:rCtr x="-5951" y="-8704"/>
                                    </p:animMotion>
                                  </p:childTnLst>
                                </p:cTn>
                              </p:par>
                            </p:childTnLst>
                          </p:cTn>
                        </p:par>
                        <p:par>
                          <p:cTn id="101" fill="hold">
                            <p:stCondLst>
                              <p:cond delay="2000"/>
                            </p:stCondLst>
                            <p:childTnLst>
                              <p:par>
                                <p:cTn id="102" presetID="1" presetClass="entr" presetSubtype="0" fill="hold" grpId="0" nodeType="afterEffect">
                                  <p:stCondLst>
                                    <p:cond delay="0"/>
                                  </p:stCondLst>
                                  <p:childTnLst>
                                    <p:set>
                                      <p:cBhvr>
                                        <p:cTn id="103" dur="1" fill="hold">
                                          <p:stCondLst>
                                            <p:cond delay="0"/>
                                          </p:stCondLst>
                                        </p:cTn>
                                        <p:tgtEl>
                                          <p:spTgt spid="10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p:bldP spid="55" grpId="0"/>
      <p:bldP spid="77" grpId="0"/>
      <p:bldP spid="102" grpId="0"/>
      <p:bldP spid="106" grpId="0"/>
      <p:bldP spid="118" grpId="0"/>
      <p:bldP spid="123" grpId="0"/>
      <p:bldP spid="123" grpId="1"/>
      <p:bldP spid="133" grpId="0"/>
      <p:bldP spid="136" grpId="0"/>
      <p:bldP spid="141" grpId="0"/>
      <p:bldP spid="143" grpId="0"/>
      <p:bldP spid="145" grpId="0"/>
      <p:bldP spid="146" grpId="0"/>
      <p:bldP spid="150" grpId="0"/>
      <p:bldP spid="153" grpId="0"/>
      <p:bldP spid="155" grpId="0"/>
      <p:bldP spid="26" grpId="0"/>
      <p:bldP spid="26" grpId="1"/>
      <p:bldP spid="44" grpId="0"/>
      <p:bldP spid="44" grpId="1"/>
      <p:bldP spid="66" grpId="0"/>
      <p:bldP spid="66" grpId="1"/>
      <p:bldP spid="152" grpId="0"/>
      <p:bldP spid="152" grpId="1"/>
      <p:bldP spid="154" grpId="0"/>
      <p:bldP spid="154" grpId="1"/>
      <p:bldP spid="104" grpId="0"/>
      <p:bldP spid="104" grpId="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1">
            <a:extLst>
              <a:ext uri="{FF2B5EF4-FFF2-40B4-BE49-F238E27FC236}">
                <a16:creationId xmlns:a16="http://schemas.microsoft.com/office/drawing/2014/main" id="{0DE034C2-779F-2369-7960-A71053F91F24}"/>
              </a:ext>
            </a:extLst>
          </p:cNvPr>
          <p:cNvSpPr/>
          <p:nvPr/>
        </p:nvSpPr>
        <p:spPr>
          <a:xfrm>
            <a:off x="381000" y="340034"/>
            <a:ext cx="11695828" cy="982916"/>
          </a:xfrm>
          <a:prstGeom prst="rect">
            <a:avLst/>
          </a:prstGeom>
          <a:noFill/>
          <a:ln/>
        </p:spPr>
        <p:txBody>
          <a:bodyPr wrap="square" lIns="0" tIns="0" rIns="0" bIns="0" rtlCol="0" anchor="t"/>
          <a:lstStyle/>
          <a:p>
            <a:pPr>
              <a:lnSpc>
                <a:spcPts val="6375"/>
              </a:lnSpc>
            </a:pPr>
            <a:r>
              <a:rPr lang="en-US" sz="5083" dirty="0">
                <a:solidFill>
                  <a:srgbClr val="00002E"/>
                </a:solidFill>
                <a:latin typeface="Nunito" pitchFamily="34" charset="0"/>
                <a:ea typeface="Nunito" pitchFamily="34" charset="-122"/>
                <a:cs typeface="Nunito" pitchFamily="34" charset="-120"/>
              </a:rPr>
              <a:t>Alfa-beta-</a:t>
            </a:r>
            <a:r>
              <a:rPr lang="en-US" sz="5083" dirty="0" err="1">
                <a:solidFill>
                  <a:srgbClr val="00002E"/>
                </a:solidFill>
                <a:latin typeface="Nunito" pitchFamily="34" charset="0"/>
                <a:ea typeface="Nunito" pitchFamily="34" charset="-122"/>
                <a:cs typeface="Nunito" pitchFamily="34" charset="-120"/>
              </a:rPr>
              <a:t>beskärning</a:t>
            </a:r>
            <a:r>
              <a:rPr lang="en-US" sz="5083" dirty="0">
                <a:solidFill>
                  <a:srgbClr val="00002E"/>
                </a:solidFill>
                <a:latin typeface="Nunito" pitchFamily="34" charset="0"/>
                <a:ea typeface="Nunito" pitchFamily="34" charset="-122"/>
                <a:cs typeface="Nunito" pitchFamily="34" charset="-120"/>
              </a:rPr>
              <a:t> (pruning)</a:t>
            </a:r>
            <a:endParaRPr lang="en-US" sz="5083" dirty="0"/>
          </a:p>
        </p:txBody>
      </p:sp>
      <p:sp>
        <p:nvSpPr>
          <p:cNvPr id="161" name="Likbent triangel 160">
            <a:extLst>
              <a:ext uri="{FF2B5EF4-FFF2-40B4-BE49-F238E27FC236}">
                <a16:creationId xmlns:a16="http://schemas.microsoft.com/office/drawing/2014/main" id="{8EAD431C-1A26-9430-F45A-1166828E793D}"/>
              </a:ext>
            </a:extLst>
          </p:cNvPr>
          <p:cNvSpPr/>
          <p:nvPr/>
        </p:nvSpPr>
        <p:spPr>
          <a:xfrm>
            <a:off x="4229398" y="1935881"/>
            <a:ext cx="412498" cy="400110"/>
          </a:xfrm>
          <a:prstGeom prst="triangle">
            <a:avLst/>
          </a:prstGeom>
          <a:solidFill>
            <a:srgbClr val="4DFC24"/>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62" name="textruta 161">
            <a:extLst>
              <a:ext uri="{FF2B5EF4-FFF2-40B4-BE49-F238E27FC236}">
                <a16:creationId xmlns:a16="http://schemas.microsoft.com/office/drawing/2014/main" id="{A4D65BB6-B987-9E4F-D2F4-D71F2C3D8B9C}"/>
              </a:ext>
            </a:extLst>
          </p:cNvPr>
          <p:cNvSpPr txBox="1"/>
          <p:nvPr/>
        </p:nvSpPr>
        <p:spPr>
          <a:xfrm>
            <a:off x="4264515" y="1990964"/>
            <a:ext cx="527103" cy="400110"/>
          </a:xfrm>
          <a:prstGeom prst="rect">
            <a:avLst/>
          </a:prstGeom>
          <a:noFill/>
        </p:spPr>
        <p:txBody>
          <a:bodyPr wrap="square" rtlCol="0">
            <a:spAutoFit/>
          </a:bodyPr>
          <a:lstStyle/>
          <a:p>
            <a:r>
              <a:rPr lang="sv-SE" sz="2000" dirty="0"/>
              <a:t>5</a:t>
            </a:r>
          </a:p>
        </p:txBody>
      </p:sp>
      <p:sp>
        <p:nvSpPr>
          <p:cNvPr id="163" name="Likbent triangel 162">
            <a:extLst>
              <a:ext uri="{FF2B5EF4-FFF2-40B4-BE49-F238E27FC236}">
                <a16:creationId xmlns:a16="http://schemas.microsoft.com/office/drawing/2014/main" id="{30F2C7E1-D135-2D20-639B-C5130096F295}"/>
              </a:ext>
            </a:extLst>
          </p:cNvPr>
          <p:cNvSpPr/>
          <p:nvPr/>
        </p:nvSpPr>
        <p:spPr>
          <a:xfrm rot="10800000">
            <a:off x="1209619" y="3785366"/>
            <a:ext cx="489277" cy="443763"/>
          </a:xfrm>
          <a:prstGeom prst="triangle">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64" name="textruta 163">
            <a:extLst>
              <a:ext uri="{FF2B5EF4-FFF2-40B4-BE49-F238E27FC236}">
                <a16:creationId xmlns:a16="http://schemas.microsoft.com/office/drawing/2014/main" id="{67F49FB7-BCC6-577A-B425-72C4055AF3C3}"/>
              </a:ext>
            </a:extLst>
          </p:cNvPr>
          <p:cNvSpPr txBox="1"/>
          <p:nvPr/>
        </p:nvSpPr>
        <p:spPr>
          <a:xfrm>
            <a:off x="1308183" y="3749507"/>
            <a:ext cx="527103" cy="400110"/>
          </a:xfrm>
          <a:prstGeom prst="rect">
            <a:avLst/>
          </a:prstGeom>
          <a:noFill/>
        </p:spPr>
        <p:txBody>
          <a:bodyPr wrap="square" rtlCol="0">
            <a:spAutoFit/>
          </a:bodyPr>
          <a:lstStyle/>
          <a:p>
            <a:r>
              <a:rPr lang="sv-SE" sz="2000" dirty="0"/>
              <a:t>5</a:t>
            </a:r>
          </a:p>
        </p:txBody>
      </p:sp>
      <p:sp>
        <p:nvSpPr>
          <p:cNvPr id="165" name="Likbent triangel 164">
            <a:extLst>
              <a:ext uri="{FF2B5EF4-FFF2-40B4-BE49-F238E27FC236}">
                <a16:creationId xmlns:a16="http://schemas.microsoft.com/office/drawing/2014/main" id="{3DA6F6F3-693C-BFE9-6ECA-BC5718CCB4CA}"/>
              </a:ext>
            </a:extLst>
          </p:cNvPr>
          <p:cNvSpPr/>
          <p:nvPr/>
        </p:nvSpPr>
        <p:spPr>
          <a:xfrm rot="10800000">
            <a:off x="4229399" y="3749507"/>
            <a:ext cx="489277" cy="443763"/>
          </a:xfrm>
          <a:prstGeom prst="triangle">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66" name="textruta 165">
            <a:extLst>
              <a:ext uri="{FF2B5EF4-FFF2-40B4-BE49-F238E27FC236}">
                <a16:creationId xmlns:a16="http://schemas.microsoft.com/office/drawing/2014/main" id="{2F1A1659-F04C-9D45-3050-F213AE1803D7}"/>
              </a:ext>
            </a:extLst>
          </p:cNvPr>
          <p:cNvSpPr txBox="1"/>
          <p:nvPr/>
        </p:nvSpPr>
        <p:spPr>
          <a:xfrm>
            <a:off x="4292846" y="3722506"/>
            <a:ext cx="594306" cy="338554"/>
          </a:xfrm>
          <a:prstGeom prst="rect">
            <a:avLst/>
          </a:prstGeom>
          <a:noFill/>
        </p:spPr>
        <p:txBody>
          <a:bodyPr wrap="square" rtlCol="0">
            <a:spAutoFit/>
          </a:bodyPr>
          <a:lstStyle/>
          <a:p>
            <a:r>
              <a:rPr lang="sv-SE" sz="1600" dirty="0"/>
              <a:t>≤3</a:t>
            </a:r>
          </a:p>
        </p:txBody>
      </p:sp>
      <p:sp>
        <p:nvSpPr>
          <p:cNvPr id="167" name="Likbent triangel 166">
            <a:extLst>
              <a:ext uri="{FF2B5EF4-FFF2-40B4-BE49-F238E27FC236}">
                <a16:creationId xmlns:a16="http://schemas.microsoft.com/office/drawing/2014/main" id="{26653A2F-A4B4-7666-6816-E63A53117664}"/>
              </a:ext>
            </a:extLst>
          </p:cNvPr>
          <p:cNvSpPr/>
          <p:nvPr/>
        </p:nvSpPr>
        <p:spPr>
          <a:xfrm rot="10800000">
            <a:off x="7041075" y="3711916"/>
            <a:ext cx="489277" cy="443763"/>
          </a:xfrm>
          <a:prstGeom prst="triangle">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68" name="textruta 167">
            <a:extLst>
              <a:ext uri="{FF2B5EF4-FFF2-40B4-BE49-F238E27FC236}">
                <a16:creationId xmlns:a16="http://schemas.microsoft.com/office/drawing/2014/main" id="{1EAEC6EA-20B3-15DB-BED7-81B815AC9A8F}"/>
              </a:ext>
            </a:extLst>
          </p:cNvPr>
          <p:cNvSpPr txBox="1"/>
          <p:nvPr/>
        </p:nvSpPr>
        <p:spPr>
          <a:xfrm>
            <a:off x="7103084" y="3674394"/>
            <a:ext cx="527103" cy="338554"/>
          </a:xfrm>
          <a:prstGeom prst="rect">
            <a:avLst/>
          </a:prstGeom>
          <a:noFill/>
        </p:spPr>
        <p:txBody>
          <a:bodyPr wrap="square" rtlCol="0">
            <a:spAutoFit/>
          </a:bodyPr>
          <a:lstStyle/>
          <a:p>
            <a:r>
              <a:rPr lang="sv-SE" sz="1600" dirty="0"/>
              <a:t>≤2</a:t>
            </a:r>
          </a:p>
        </p:txBody>
      </p:sp>
      <p:sp>
        <p:nvSpPr>
          <p:cNvPr id="169" name="Likbent triangel 168">
            <a:extLst>
              <a:ext uri="{FF2B5EF4-FFF2-40B4-BE49-F238E27FC236}">
                <a16:creationId xmlns:a16="http://schemas.microsoft.com/office/drawing/2014/main" id="{A4F8E0FF-48BA-CC19-3949-DFCACE999859}"/>
              </a:ext>
            </a:extLst>
          </p:cNvPr>
          <p:cNvSpPr/>
          <p:nvPr/>
        </p:nvSpPr>
        <p:spPr>
          <a:xfrm>
            <a:off x="496641" y="5514112"/>
            <a:ext cx="412498" cy="400110"/>
          </a:xfrm>
          <a:prstGeom prst="triangle">
            <a:avLst/>
          </a:prstGeom>
          <a:solidFill>
            <a:srgbClr val="4DFC24"/>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70" name="textruta 169">
            <a:extLst>
              <a:ext uri="{FF2B5EF4-FFF2-40B4-BE49-F238E27FC236}">
                <a16:creationId xmlns:a16="http://schemas.microsoft.com/office/drawing/2014/main" id="{45634E32-A9FD-8EB4-DAA5-377684ABA8DF}"/>
              </a:ext>
            </a:extLst>
          </p:cNvPr>
          <p:cNvSpPr txBox="1"/>
          <p:nvPr/>
        </p:nvSpPr>
        <p:spPr>
          <a:xfrm>
            <a:off x="531758" y="5569195"/>
            <a:ext cx="527103" cy="400110"/>
          </a:xfrm>
          <a:prstGeom prst="rect">
            <a:avLst/>
          </a:prstGeom>
          <a:noFill/>
        </p:spPr>
        <p:txBody>
          <a:bodyPr wrap="square" rtlCol="0">
            <a:spAutoFit/>
          </a:bodyPr>
          <a:lstStyle/>
          <a:p>
            <a:r>
              <a:rPr lang="sv-SE" sz="2000" dirty="0"/>
              <a:t>8</a:t>
            </a:r>
          </a:p>
        </p:txBody>
      </p:sp>
      <p:sp>
        <p:nvSpPr>
          <p:cNvPr id="171" name="Likbent triangel 170">
            <a:extLst>
              <a:ext uri="{FF2B5EF4-FFF2-40B4-BE49-F238E27FC236}">
                <a16:creationId xmlns:a16="http://schemas.microsoft.com/office/drawing/2014/main" id="{FDFBE49A-C6CF-382F-6B51-3BED1CCAA4C3}"/>
              </a:ext>
            </a:extLst>
          </p:cNvPr>
          <p:cNvSpPr/>
          <p:nvPr/>
        </p:nvSpPr>
        <p:spPr>
          <a:xfrm>
            <a:off x="1251021" y="5514112"/>
            <a:ext cx="412498" cy="400110"/>
          </a:xfrm>
          <a:prstGeom prst="triangle">
            <a:avLst/>
          </a:prstGeom>
          <a:solidFill>
            <a:srgbClr val="4DFC24"/>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72" name="textruta 171">
            <a:extLst>
              <a:ext uri="{FF2B5EF4-FFF2-40B4-BE49-F238E27FC236}">
                <a16:creationId xmlns:a16="http://schemas.microsoft.com/office/drawing/2014/main" id="{3BE652EA-5489-B048-D492-A0A7AB176961}"/>
              </a:ext>
            </a:extLst>
          </p:cNvPr>
          <p:cNvSpPr txBox="1"/>
          <p:nvPr/>
        </p:nvSpPr>
        <p:spPr>
          <a:xfrm>
            <a:off x="1286138" y="5569195"/>
            <a:ext cx="527103" cy="400110"/>
          </a:xfrm>
          <a:prstGeom prst="rect">
            <a:avLst/>
          </a:prstGeom>
          <a:noFill/>
        </p:spPr>
        <p:txBody>
          <a:bodyPr wrap="square" rtlCol="0">
            <a:spAutoFit/>
          </a:bodyPr>
          <a:lstStyle/>
          <a:p>
            <a:r>
              <a:rPr lang="sv-SE" sz="2000" dirty="0"/>
              <a:t>5</a:t>
            </a:r>
          </a:p>
        </p:txBody>
      </p:sp>
      <p:sp>
        <p:nvSpPr>
          <p:cNvPr id="173" name="Likbent triangel 172">
            <a:extLst>
              <a:ext uri="{FF2B5EF4-FFF2-40B4-BE49-F238E27FC236}">
                <a16:creationId xmlns:a16="http://schemas.microsoft.com/office/drawing/2014/main" id="{8265A984-FE3D-137E-500F-84BC7A4D6217}"/>
              </a:ext>
            </a:extLst>
          </p:cNvPr>
          <p:cNvSpPr/>
          <p:nvPr/>
        </p:nvSpPr>
        <p:spPr>
          <a:xfrm>
            <a:off x="2040518" y="5514112"/>
            <a:ext cx="412498" cy="400110"/>
          </a:xfrm>
          <a:prstGeom prst="triangle">
            <a:avLst/>
          </a:prstGeom>
          <a:solidFill>
            <a:srgbClr val="4DFC24"/>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74" name="textruta 173">
            <a:extLst>
              <a:ext uri="{FF2B5EF4-FFF2-40B4-BE49-F238E27FC236}">
                <a16:creationId xmlns:a16="http://schemas.microsoft.com/office/drawing/2014/main" id="{F6527DE0-0B71-F5BA-E1B3-88A891FFDF30}"/>
              </a:ext>
            </a:extLst>
          </p:cNvPr>
          <p:cNvSpPr txBox="1"/>
          <p:nvPr/>
        </p:nvSpPr>
        <p:spPr>
          <a:xfrm>
            <a:off x="2075635" y="5569195"/>
            <a:ext cx="527103" cy="400110"/>
          </a:xfrm>
          <a:prstGeom prst="rect">
            <a:avLst/>
          </a:prstGeom>
          <a:noFill/>
        </p:spPr>
        <p:txBody>
          <a:bodyPr wrap="square" rtlCol="0">
            <a:spAutoFit/>
          </a:bodyPr>
          <a:lstStyle/>
          <a:p>
            <a:r>
              <a:rPr lang="sv-SE" sz="2000" dirty="0"/>
              <a:t>6</a:t>
            </a:r>
          </a:p>
        </p:txBody>
      </p:sp>
      <p:sp>
        <p:nvSpPr>
          <p:cNvPr id="175" name="Likbent triangel 174">
            <a:extLst>
              <a:ext uri="{FF2B5EF4-FFF2-40B4-BE49-F238E27FC236}">
                <a16:creationId xmlns:a16="http://schemas.microsoft.com/office/drawing/2014/main" id="{22AEC964-E46D-4F74-D677-F1DBFCD62EFE}"/>
              </a:ext>
            </a:extLst>
          </p:cNvPr>
          <p:cNvSpPr/>
          <p:nvPr/>
        </p:nvSpPr>
        <p:spPr>
          <a:xfrm>
            <a:off x="3538466" y="5514112"/>
            <a:ext cx="412498" cy="400110"/>
          </a:xfrm>
          <a:prstGeom prst="triangle">
            <a:avLst/>
          </a:prstGeom>
          <a:solidFill>
            <a:srgbClr val="4DFC24"/>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76" name="textruta 175">
            <a:extLst>
              <a:ext uri="{FF2B5EF4-FFF2-40B4-BE49-F238E27FC236}">
                <a16:creationId xmlns:a16="http://schemas.microsoft.com/office/drawing/2014/main" id="{532A4CA5-AFC5-2AEB-3C13-62CC3719D99E}"/>
              </a:ext>
            </a:extLst>
          </p:cNvPr>
          <p:cNvSpPr txBox="1"/>
          <p:nvPr/>
        </p:nvSpPr>
        <p:spPr>
          <a:xfrm>
            <a:off x="3573583" y="5569195"/>
            <a:ext cx="527103" cy="400110"/>
          </a:xfrm>
          <a:prstGeom prst="rect">
            <a:avLst/>
          </a:prstGeom>
          <a:noFill/>
        </p:spPr>
        <p:txBody>
          <a:bodyPr wrap="square" rtlCol="0">
            <a:spAutoFit/>
          </a:bodyPr>
          <a:lstStyle/>
          <a:p>
            <a:r>
              <a:rPr lang="sv-SE" sz="2000" dirty="0"/>
              <a:t>9</a:t>
            </a:r>
          </a:p>
        </p:txBody>
      </p:sp>
      <p:sp>
        <p:nvSpPr>
          <p:cNvPr id="177" name="Likbent triangel 176">
            <a:extLst>
              <a:ext uri="{FF2B5EF4-FFF2-40B4-BE49-F238E27FC236}">
                <a16:creationId xmlns:a16="http://schemas.microsoft.com/office/drawing/2014/main" id="{D3CA481A-1036-8E59-2CD0-7A41C92F674C}"/>
              </a:ext>
            </a:extLst>
          </p:cNvPr>
          <p:cNvSpPr/>
          <p:nvPr/>
        </p:nvSpPr>
        <p:spPr>
          <a:xfrm>
            <a:off x="4292846" y="5514112"/>
            <a:ext cx="412498" cy="400110"/>
          </a:xfrm>
          <a:prstGeom prst="triangle">
            <a:avLst/>
          </a:prstGeom>
          <a:solidFill>
            <a:srgbClr val="4DFC24"/>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78" name="textruta 177">
            <a:extLst>
              <a:ext uri="{FF2B5EF4-FFF2-40B4-BE49-F238E27FC236}">
                <a16:creationId xmlns:a16="http://schemas.microsoft.com/office/drawing/2014/main" id="{7E7A63A4-FA07-8D42-289C-C8775010DFC3}"/>
              </a:ext>
            </a:extLst>
          </p:cNvPr>
          <p:cNvSpPr txBox="1"/>
          <p:nvPr/>
        </p:nvSpPr>
        <p:spPr>
          <a:xfrm>
            <a:off x="4327963" y="5569195"/>
            <a:ext cx="527103" cy="400110"/>
          </a:xfrm>
          <a:prstGeom prst="rect">
            <a:avLst/>
          </a:prstGeom>
          <a:noFill/>
        </p:spPr>
        <p:txBody>
          <a:bodyPr wrap="square" rtlCol="0">
            <a:spAutoFit/>
          </a:bodyPr>
          <a:lstStyle/>
          <a:p>
            <a:r>
              <a:rPr lang="sv-SE" sz="2000" dirty="0"/>
              <a:t>3</a:t>
            </a:r>
          </a:p>
        </p:txBody>
      </p:sp>
      <p:sp>
        <p:nvSpPr>
          <p:cNvPr id="179" name="Likbent triangel 178">
            <a:extLst>
              <a:ext uri="{FF2B5EF4-FFF2-40B4-BE49-F238E27FC236}">
                <a16:creationId xmlns:a16="http://schemas.microsoft.com/office/drawing/2014/main" id="{53E5D5DA-9B54-40C1-A8A2-12A37C0F5F32}"/>
              </a:ext>
            </a:extLst>
          </p:cNvPr>
          <p:cNvSpPr/>
          <p:nvPr/>
        </p:nvSpPr>
        <p:spPr>
          <a:xfrm>
            <a:off x="5082343" y="5514112"/>
            <a:ext cx="412498" cy="400110"/>
          </a:xfrm>
          <a:prstGeom prst="triangle">
            <a:avLst/>
          </a:prstGeom>
          <a:solidFill>
            <a:srgbClr val="4DFC24"/>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80" name="textruta 179">
            <a:extLst>
              <a:ext uri="{FF2B5EF4-FFF2-40B4-BE49-F238E27FC236}">
                <a16:creationId xmlns:a16="http://schemas.microsoft.com/office/drawing/2014/main" id="{BC520E2E-2C56-8309-7ED1-17B44026870F}"/>
              </a:ext>
            </a:extLst>
          </p:cNvPr>
          <p:cNvSpPr txBox="1"/>
          <p:nvPr/>
        </p:nvSpPr>
        <p:spPr>
          <a:xfrm>
            <a:off x="5117460" y="5569195"/>
            <a:ext cx="527103" cy="400110"/>
          </a:xfrm>
          <a:prstGeom prst="rect">
            <a:avLst/>
          </a:prstGeom>
          <a:noFill/>
        </p:spPr>
        <p:txBody>
          <a:bodyPr wrap="square" rtlCol="0">
            <a:spAutoFit/>
          </a:bodyPr>
          <a:lstStyle/>
          <a:p>
            <a:r>
              <a:rPr lang="sv-SE" sz="2000" dirty="0"/>
              <a:t>7</a:t>
            </a:r>
          </a:p>
        </p:txBody>
      </p:sp>
      <p:sp>
        <p:nvSpPr>
          <p:cNvPr id="181" name="Likbent triangel 180">
            <a:extLst>
              <a:ext uri="{FF2B5EF4-FFF2-40B4-BE49-F238E27FC236}">
                <a16:creationId xmlns:a16="http://schemas.microsoft.com/office/drawing/2014/main" id="{AE9D378C-8ED8-7E47-6732-501F47A8A875}"/>
              </a:ext>
            </a:extLst>
          </p:cNvPr>
          <p:cNvSpPr/>
          <p:nvPr/>
        </p:nvSpPr>
        <p:spPr>
          <a:xfrm>
            <a:off x="6364041" y="5514112"/>
            <a:ext cx="412498" cy="400110"/>
          </a:xfrm>
          <a:prstGeom prst="triangle">
            <a:avLst/>
          </a:prstGeom>
          <a:solidFill>
            <a:srgbClr val="4DFC24"/>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82" name="textruta 181">
            <a:extLst>
              <a:ext uri="{FF2B5EF4-FFF2-40B4-BE49-F238E27FC236}">
                <a16:creationId xmlns:a16="http://schemas.microsoft.com/office/drawing/2014/main" id="{32E5849E-480A-730F-0693-5680E87AD217}"/>
              </a:ext>
            </a:extLst>
          </p:cNvPr>
          <p:cNvSpPr txBox="1"/>
          <p:nvPr/>
        </p:nvSpPr>
        <p:spPr>
          <a:xfrm>
            <a:off x="6399158" y="5569195"/>
            <a:ext cx="527103" cy="400110"/>
          </a:xfrm>
          <a:prstGeom prst="rect">
            <a:avLst/>
          </a:prstGeom>
          <a:noFill/>
        </p:spPr>
        <p:txBody>
          <a:bodyPr wrap="square" rtlCol="0">
            <a:spAutoFit/>
          </a:bodyPr>
          <a:lstStyle/>
          <a:p>
            <a:r>
              <a:rPr lang="sv-SE" sz="2000" dirty="0"/>
              <a:t>2</a:t>
            </a:r>
          </a:p>
        </p:txBody>
      </p:sp>
      <p:sp>
        <p:nvSpPr>
          <p:cNvPr id="183" name="Likbent triangel 182">
            <a:extLst>
              <a:ext uri="{FF2B5EF4-FFF2-40B4-BE49-F238E27FC236}">
                <a16:creationId xmlns:a16="http://schemas.microsoft.com/office/drawing/2014/main" id="{28113F76-1525-6F2C-BC2D-79DC73F73BCA}"/>
              </a:ext>
            </a:extLst>
          </p:cNvPr>
          <p:cNvSpPr/>
          <p:nvPr/>
        </p:nvSpPr>
        <p:spPr>
          <a:xfrm>
            <a:off x="7118421" y="5514112"/>
            <a:ext cx="412498" cy="400110"/>
          </a:xfrm>
          <a:prstGeom prst="triangle">
            <a:avLst/>
          </a:prstGeom>
          <a:solidFill>
            <a:srgbClr val="4DFC24"/>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84" name="textruta 183">
            <a:extLst>
              <a:ext uri="{FF2B5EF4-FFF2-40B4-BE49-F238E27FC236}">
                <a16:creationId xmlns:a16="http://schemas.microsoft.com/office/drawing/2014/main" id="{94C023BB-D0D4-6501-F2DB-7406D16C5C37}"/>
              </a:ext>
            </a:extLst>
          </p:cNvPr>
          <p:cNvSpPr txBox="1"/>
          <p:nvPr/>
        </p:nvSpPr>
        <p:spPr>
          <a:xfrm>
            <a:off x="7153538" y="5569195"/>
            <a:ext cx="527103" cy="400110"/>
          </a:xfrm>
          <a:prstGeom prst="rect">
            <a:avLst/>
          </a:prstGeom>
          <a:noFill/>
        </p:spPr>
        <p:txBody>
          <a:bodyPr wrap="square" rtlCol="0">
            <a:spAutoFit/>
          </a:bodyPr>
          <a:lstStyle/>
          <a:p>
            <a:r>
              <a:rPr lang="sv-SE" sz="2000" dirty="0"/>
              <a:t>4</a:t>
            </a:r>
          </a:p>
        </p:txBody>
      </p:sp>
      <p:sp>
        <p:nvSpPr>
          <p:cNvPr id="185" name="Likbent triangel 184">
            <a:extLst>
              <a:ext uri="{FF2B5EF4-FFF2-40B4-BE49-F238E27FC236}">
                <a16:creationId xmlns:a16="http://schemas.microsoft.com/office/drawing/2014/main" id="{3D31A302-B7ED-D6D9-623A-31845704AC03}"/>
              </a:ext>
            </a:extLst>
          </p:cNvPr>
          <p:cNvSpPr/>
          <p:nvPr/>
        </p:nvSpPr>
        <p:spPr>
          <a:xfrm>
            <a:off x="7907918" y="5514112"/>
            <a:ext cx="412498" cy="400110"/>
          </a:xfrm>
          <a:prstGeom prst="triangle">
            <a:avLst/>
          </a:prstGeom>
          <a:solidFill>
            <a:srgbClr val="4DFC24"/>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86" name="textruta 185">
            <a:extLst>
              <a:ext uri="{FF2B5EF4-FFF2-40B4-BE49-F238E27FC236}">
                <a16:creationId xmlns:a16="http://schemas.microsoft.com/office/drawing/2014/main" id="{1AB4668E-BD7E-81E2-8532-3C56B9A0B2B6}"/>
              </a:ext>
            </a:extLst>
          </p:cNvPr>
          <p:cNvSpPr txBox="1"/>
          <p:nvPr/>
        </p:nvSpPr>
        <p:spPr>
          <a:xfrm>
            <a:off x="7943035" y="5569195"/>
            <a:ext cx="527103" cy="400110"/>
          </a:xfrm>
          <a:prstGeom prst="rect">
            <a:avLst/>
          </a:prstGeom>
          <a:noFill/>
        </p:spPr>
        <p:txBody>
          <a:bodyPr wrap="square" rtlCol="0">
            <a:spAutoFit/>
          </a:bodyPr>
          <a:lstStyle/>
          <a:p>
            <a:r>
              <a:rPr lang="sv-SE" sz="2000" dirty="0"/>
              <a:t>6</a:t>
            </a:r>
          </a:p>
        </p:txBody>
      </p:sp>
      <p:cxnSp>
        <p:nvCxnSpPr>
          <p:cNvPr id="187" name="Rak pilkoppling 186">
            <a:extLst>
              <a:ext uri="{FF2B5EF4-FFF2-40B4-BE49-F238E27FC236}">
                <a16:creationId xmlns:a16="http://schemas.microsoft.com/office/drawing/2014/main" id="{CD792E9B-05D6-2C8A-34D8-96D06E81B102}"/>
              </a:ext>
            </a:extLst>
          </p:cNvPr>
          <p:cNvCxnSpPr>
            <a:cxnSpLocks/>
          </p:cNvCxnSpPr>
          <p:nvPr/>
        </p:nvCxnSpPr>
        <p:spPr>
          <a:xfrm flipH="1">
            <a:off x="1663519" y="2391074"/>
            <a:ext cx="2374228" cy="1222711"/>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89" name="Rak pilkoppling 188">
            <a:extLst>
              <a:ext uri="{FF2B5EF4-FFF2-40B4-BE49-F238E27FC236}">
                <a16:creationId xmlns:a16="http://schemas.microsoft.com/office/drawing/2014/main" id="{B7D4E74D-A248-1AAD-6B90-2C618405562C}"/>
              </a:ext>
            </a:extLst>
          </p:cNvPr>
          <p:cNvCxnSpPr>
            <a:cxnSpLocks/>
          </p:cNvCxnSpPr>
          <p:nvPr/>
        </p:nvCxnSpPr>
        <p:spPr>
          <a:xfrm>
            <a:off x="4976966" y="2391073"/>
            <a:ext cx="2176572" cy="1108429"/>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91" name="Rak pilkoppling 190">
            <a:extLst>
              <a:ext uri="{FF2B5EF4-FFF2-40B4-BE49-F238E27FC236}">
                <a16:creationId xmlns:a16="http://schemas.microsoft.com/office/drawing/2014/main" id="{E3A649F4-B070-F7D2-C742-CFAB76D0CD9D}"/>
              </a:ext>
            </a:extLst>
          </p:cNvPr>
          <p:cNvCxnSpPr>
            <a:cxnSpLocks/>
          </p:cNvCxnSpPr>
          <p:nvPr/>
        </p:nvCxnSpPr>
        <p:spPr>
          <a:xfrm>
            <a:off x="4448979" y="2458476"/>
            <a:ext cx="25058" cy="1198356"/>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96" name="Rak pilkoppling 195">
            <a:extLst>
              <a:ext uri="{FF2B5EF4-FFF2-40B4-BE49-F238E27FC236}">
                <a16:creationId xmlns:a16="http://schemas.microsoft.com/office/drawing/2014/main" id="{4D9FCE60-144D-2210-54A1-C66EE706BF4B}"/>
              </a:ext>
            </a:extLst>
          </p:cNvPr>
          <p:cNvCxnSpPr>
            <a:cxnSpLocks/>
          </p:cNvCxnSpPr>
          <p:nvPr/>
        </p:nvCxnSpPr>
        <p:spPr>
          <a:xfrm>
            <a:off x="1422895" y="4381717"/>
            <a:ext cx="25058" cy="979808"/>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97" name="Rak pilkoppling 196">
            <a:extLst>
              <a:ext uri="{FF2B5EF4-FFF2-40B4-BE49-F238E27FC236}">
                <a16:creationId xmlns:a16="http://schemas.microsoft.com/office/drawing/2014/main" id="{7BE169D4-50EC-74FC-0596-776DC36CD617}"/>
              </a:ext>
            </a:extLst>
          </p:cNvPr>
          <p:cNvCxnSpPr>
            <a:cxnSpLocks/>
          </p:cNvCxnSpPr>
          <p:nvPr/>
        </p:nvCxnSpPr>
        <p:spPr>
          <a:xfrm flipH="1">
            <a:off x="720489" y="4381717"/>
            <a:ext cx="489129" cy="887072"/>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201" name="Rak pilkoppling 200">
            <a:extLst>
              <a:ext uri="{FF2B5EF4-FFF2-40B4-BE49-F238E27FC236}">
                <a16:creationId xmlns:a16="http://schemas.microsoft.com/office/drawing/2014/main" id="{FAEF5D94-1E74-48A0-2B18-A6B8BBDF8329}"/>
              </a:ext>
            </a:extLst>
          </p:cNvPr>
          <p:cNvCxnSpPr>
            <a:cxnSpLocks/>
          </p:cNvCxnSpPr>
          <p:nvPr/>
        </p:nvCxnSpPr>
        <p:spPr>
          <a:xfrm>
            <a:off x="1683507" y="4394288"/>
            <a:ext cx="480573" cy="929584"/>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203" name="Rak pilkoppling 202">
            <a:extLst>
              <a:ext uri="{FF2B5EF4-FFF2-40B4-BE49-F238E27FC236}">
                <a16:creationId xmlns:a16="http://schemas.microsoft.com/office/drawing/2014/main" id="{47827D6B-C45D-2CBD-15DA-7813664D9995}"/>
              </a:ext>
            </a:extLst>
          </p:cNvPr>
          <p:cNvCxnSpPr>
            <a:cxnSpLocks/>
          </p:cNvCxnSpPr>
          <p:nvPr/>
        </p:nvCxnSpPr>
        <p:spPr>
          <a:xfrm>
            <a:off x="4474037" y="4368031"/>
            <a:ext cx="25058" cy="979808"/>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204" name="Rak pilkoppling 203">
            <a:extLst>
              <a:ext uri="{FF2B5EF4-FFF2-40B4-BE49-F238E27FC236}">
                <a16:creationId xmlns:a16="http://schemas.microsoft.com/office/drawing/2014/main" id="{C0BA280E-0206-1AF0-8F20-62CBE32A726B}"/>
              </a:ext>
            </a:extLst>
          </p:cNvPr>
          <p:cNvCxnSpPr>
            <a:cxnSpLocks/>
          </p:cNvCxnSpPr>
          <p:nvPr/>
        </p:nvCxnSpPr>
        <p:spPr>
          <a:xfrm flipH="1">
            <a:off x="3771631" y="4368031"/>
            <a:ext cx="489129" cy="887072"/>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205" name="Rak pilkoppling 204">
            <a:extLst>
              <a:ext uri="{FF2B5EF4-FFF2-40B4-BE49-F238E27FC236}">
                <a16:creationId xmlns:a16="http://schemas.microsoft.com/office/drawing/2014/main" id="{48402C6A-6007-34F7-4850-EF3615158269}"/>
              </a:ext>
            </a:extLst>
          </p:cNvPr>
          <p:cNvCxnSpPr>
            <a:cxnSpLocks/>
          </p:cNvCxnSpPr>
          <p:nvPr/>
        </p:nvCxnSpPr>
        <p:spPr>
          <a:xfrm>
            <a:off x="4734649" y="4380602"/>
            <a:ext cx="480573" cy="929584"/>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206" name="Rak pilkoppling 205">
            <a:extLst>
              <a:ext uri="{FF2B5EF4-FFF2-40B4-BE49-F238E27FC236}">
                <a16:creationId xmlns:a16="http://schemas.microsoft.com/office/drawing/2014/main" id="{D35D0220-E2BC-FAA7-8F28-DF85A44668EB}"/>
              </a:ext>
            </a:extLst>
          </p:cNvPr>
          <p:cNvCxnSpPr>
            <a:cxnSpLocks/>
          </p:cNvCxnSpPr>
          <p:nvPr/>
        </p:nvCxnSpPr>
        <p:spPr>
          <a:xfrm>
            <a:off x="7292401" y="4358016"/>
            <a:ext cx="25058" cy="979808"/>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207" name="Rak pilkoppling 206">
            <a:extLst>
              <a:ext uri="{FF2B5EF4-FFF2-40B4-BE49-F238E27FC236}">
                <a16:creationId xmlns:a16="http://schemas.microsoft.com/office/drawing/2014/main" id="{A02A3ABD-A784-A233-8671-1F21FDDC797F}"/>
              </a:ext>
            </a:extLst>
          </p:cNvPr>
          <p:cNvCxnSpPr>
            <a:cxnSpLocks/>
          </p:cNvCxnSpPr>
          <p:nvPr/>
        </p:nvCxnSpPr>
        <p:spPr>
          <a:xfrm flipH="1">
            <a:off x="6589995" y="4358016"/>
            <a:ext cx="489129" cy="887072"/>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208" name="Rak pilkoppling 207">
            <a:extLst>
              <a:ext uri="{FF2B5EF4-FFF2-40B4-BE49-F238E27FC236}">
                <a16:creationId xmlns:a16="http://schemas.microsoft.com/office/drawing/2014/main" id="{4B3698FE-5C3E-0E08-395E-D470A7E8EA5E}"/>
              </a:ext>
            </a:extLst>
          </p:cNvPr>
          <p:cNvCxnSpPr>
            <a:cxnSpLocks/>
          </p:cNvCxnSpPr>
          <p:nvPr/>
        </p:nvCxnSpPr>
        <p:spPr>
          <a:xfrm>
            <a:off x="7553013" y="4370587"/>
            <a:ext cx="480573" cy="929584"/>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209" name="textruta 208">
            <a:extLst>
              <a:ext uri="{FF2B5EF4-FFF2-40B4-BE49-F238E27FC236}">
                <a16:creationId xmlns:a16="http://schemas.microsoft.com/office/drawing/2014/main" id="{2B7981F6-7739-BB65-21A1-0485704DAA04}"/>
              </a:ext>
            </a:extLst>
          </p:cNvPr>
          <p:cNvSpPr txBox="1"/>
          <p:nvPr/>
        </p:nvSpPr>
        <p:spPr>
          <a:xfrm>
            <a:off x="1286137" y="5569195"/>
            <a:ext cx="527103" cy="400110"/>
          </a:xfrm>
          <a:prstGeom prst="rect">
            <a:avLst/>
          </a:prstGeom>
          <a:noFill/>
        </p:spPr>
        <p:txBody>
          <a:bodyPr wrap="square" rtlCol="0">
            <a:spAutoFit/>
          </a:bodyPr>
          <a:lstStyle/>
          <a:p>
            <a:r>
              <a:rPr lang="sv-SE" sz="2000" dirty="0"/>
              <a:t>5</a:t>
            </a:r>
          </a:p>
        </p:txBody>
      </p:sp>
      <p:sp>
        <p:nvSpPr>
          <p:cNvPr id="210" name="textruta 209">
            <a:extLst>
              <a:ext uri="{FF2B5EF4-FFF2-40B4-BE49-F238E27FC236}">
                <a16:creationId xmlns:a16="http://schemas.microsoft.com/office/drawing/2014/main" id="{A23AD837-9279-65D0-8D06-C906FC034653}"/>
              </a:ext>
            </a:extLst>
          </p:cNvPr>
          <p:cNvSpPr txBox="1"/>
          <p:nvPr/>
        </p:nvSpPr>
        <p:spPr>
          <a:xfrm>
            <a:off x="4327963" y="5573854"/>
            <a:ext cx="527103" cy="400110"/>
          </a:xfrm>
          <a:prstGeom prst="rect">
            <a:avLst/>
          </a:prstGeom>
          <a:noFill/>
        </p:spPr>
        <p:txBody>
          <a:bodyPr wrap="square" rtlCol="0">
            <a:spAutoFit/>
          </a:bodyPr>
          <a:lstStyle/>
          <a:p>
            <a:r>
              <a:rPr lang="sv-SE" sz="2000" dirty="0"/>
              <a:t>3</a:t>
            </a:r>
          </a:p>
        </p:txBody>
      </p:sp>
      <p:sp>
        <p:nvSpPr>
          <p:cNvPr id="211" name="textruta 210">
            <a:extLst>
              <a:ext uri="{FF2B5EF4-FFF2-40B4-BE49-F238E27FC236}">
                <a16:creationId xmlns:a16="http://schemas.microsoft.com/office/drawing/2014/main" id="{BEA453E6-2A15-8E24-B911-9EEB04B5D2FF}"/>
              </a:ext>
            </a:extLst>
          </p:cNvPr>
          <p:cNvSpPr txBox="1"/>
          <p:nvPr/>
        </p:nvSpPr>
        <p:spPr>
          <a:xfrm>
            <a:off x="6399158" y="5567504"/>
            <a:ext cx="527103" cy="400110"/>
          </a:xfrm>
          <a:prstGeom prst="rect">
            <a:avLst/>
          </a:prstGeom>
          <a:noFill/>
        </p:spPr>
        <p:txBody>
          <a:bodyPr wrap="square" rtlCol="0">
            <a:spAutoFit/>
          </a:bodyPr>
          <a:lstStyle/>
          <a:p>
            <a:r>
              <a:rPr lang="sv-SE" sz="2000" dirty="0"/>
              <a:t>2</a:t>
            </a:r>
          </a:p>
        </p:txBody>
      </p:sp>
      <p:sp>
        <p:nvSpPr>
          <p:cNvPr id="3" name="Likbent triangel 2">
            <a:extLst>
              <a:ext uri="{FF2B5EF4-FFF2-40B4-BE49-F238E27FC236}">
                <a16:creationId xmlns:a16="http://schemas.microsoft.com/office/drawing/2014/main" id="{F69C238A-79DD-3923-6F7B-21FB18B6FEC7}"/>
              </a:ext>
            </a:extLst>
          </p:cNvPr>
          <p:cNvSpPr/>
          <p:nvPr/>
        </p:nvSpPr>
        <p:spPr>
          <a:xfrm rot="10800000">
            <a:off x="1203106" y="3781924"/>
            <a:ext cx="489277" cy="443763"/>
          </a:xfrm>
          <a:prstGeom prst="triangle">
            <a:avLst/>
          </a:prstGeom>
          <a:solidFill>
            <a:schemeClr val="bg1">
              <a:lumMod val="7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4" name="Likbent triangel 3">
            <a:extLst>
              <a:ext uri="{FF2B5EF4-FFF2-40B4-BE49-F238E27FC236}">
                <a16:creationId xmlns:a16="http://schemas.microsoft.com/office/drawing/2014/main" id="{660DD57C-5AC3-C371-B858-C6CC5DABF553}"/>
              </a:ext>
            </a:extLst>
          </p:cNvPr>
          <p:cNvSpPr/>
          <p:nvPr/>
        </p:nvSpPr>
        <p:spPr>
          <a:xfrm rot="10800000">
            <a:off x="4225592" y="3756749"/>
            <a:ext cx="489277" cy="443763"/>
          </a:xfrm>
          <a:prstGeom prst="triangle">
            <a:avLst/>
          </a:prstGeom>
          <a:solidFill>
            <a:schemeClr val="bg1">
              <a:lumMod val="7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5" name="Likbent triangel 4">
            <a:extLst>
              <a:ext uri="{FF2B5EF4-FFF2-40B4-BE49-F238E27FC236}">
                <a16:creationId xmlns:a16="http://schemas.microsoft.com/office/drawing/2014/main" id="{CBAC0642-ADCB-BC98-0ABD-30E482A19251}"/>
              </a:ext>
            </a:extLst>
          </p:cNvPr>
          <p:cNvSpPr/>
          <p:nvPr/>
        </p:nvSpPr>
        <p:spPr>
          <a:xfrm rot="10800000">
            <a:off x="7041161" y="3709779"/>
            <a:ext cx="489277" cy="443763"/>
          </a:xfrm>
          <a:prstGeom prst="triangle">
            <a:avLst/>
          </a:prstGeom>
          <a:solidFill>
            <a:schemeClr val="bg1">
              <a:lumMod val="7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9" name="Likbent triangel 8">
            <a:extLst>
              <a:ext uri="{FF2B5EF4-FFF2-40B4-BE49-F238E27FC236}">
                <a16:creationId xmlns:a16="http://schemas.microsoft.com/office/drawing/2014/main" id="{2DAE6DD0-CDD8-2FF9-B479-1C9A4E78C7A8}"/>
              </a:ext>
            </a:extLst>
          </p:cNvPr>
          <p:cNvSpPr/>
          <p:nvPr/>
        </p:nvSpPr>
        <p:spPr>
          <a:xfrm>
            <a:off x="1250829" y="5510550"/>
            <a:ext cx="412498" cy="400110"/>
          </a:xfrm>
          <a:prstGeom prst="triangle">
            <a:avLst/>
          </a:prstGeom>
          <a:solidFill>
            <a:schemeClr val="bg1">
              <a:lumMod val="7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7" name="Likbent triangel 6">
            <a:extLst>
              <a:ext uri="{FF2B5EF4-FFF2-40B4-BE49-F238E27FC236}">
                <a16:creationId xmlns:a16="http://schemas.microsoft.com/office/drawing/2014/main" id="{1E1F030D-71CD-7235-9898-DA9D62018CB4}"/>
              </a:ext>
            </a:extLst>
          </p:cNvPr>
          <p:cNvSpPr/>
          <p:nvPr/>
        </p:nvSpPr>
        <p:spPr>
          <a:xfrm>
            <a:off x="496449" y="5511191"/>
            <a:ext cx="412498" cy="400110"/>
          </a:xfrm>
          <a:prstGeom prst="triangle">
            <a:avLst/>
          </a:prstGeom>
          <a:solidFill>
            <a:schemeClr val="bg1">
              <a:lumMod val="7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0" name="Likbent triangel 9">
            <a:extLst>
              <a:ext uri="{FF2B5EF4-FFF2-40B4-BE49-F238E27FC236}">
                <a16:creationId xmlns:a16="http://schemas.microsoft.com/office/drawing/2014/main" id="{861841DB-F34C-3D17-D4CE-0B91A05B777A}"/>
              </a:ext>
            </a:extLst>
          </p:cNvPr>
          <p:cNvSpPr/>
          <p:nvPr/>
        </p:nvSpPr>
        <p:spPr>
          <a:xfrm>
            <a:off x="2039548" y="5510442"/>
            <a:ext cx="412498" cy="400110"/>
          </a:xfrm>
          <a:prstGeom prst="triangle">
            <a:avLst/>
          </a:prstGeom>
          <a:solidFill>
            <a:schemeClr val="bg1">
              <a:lumMod val="7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1" name="Likbent triangel 10">
            <a:extLst>
              <a:ext uri="{FF2B5EF4-FFF2-40B4-BE49-F238E27FC236}">
                <a16:creationId xmlns:a16="http://schemas.microsoft.com/office/drawing/2014/main" id="{FE32B581-1A7D-D050-E5BE-F44B67E8BEBD}"/>
              </a:ext>
            </a:extLst>
          </p:cNvPr>
          <p:cNvSpPr/>
          <p:nvPr/>
        </p:nvSpPr>
        <p:spPr>
          <a:xfrm>
            <a:off x="3533970" y="5510442"/>
            <a:ext cx="412498" cy="400110"/>
          </a:xfrm>
          <a:prstGeom prst="triangle">
            <a:avLst/>
          </a:prstGeom>
          <a:solidFill>
            <a:schemeClr val="bg1">
              <a:lumMod val="7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2" name="Likbent triangel 11">
            <a:extLst>
              <a:ext uri="{FF2B5EF4-FFF2-40B4-BE49-F238E27FC236}">
                <a16:creationId xmlns:a16="http://schemas.microsoft.com/office/drawing/2014/main" id="{3BB9688A-0824-35E1-6515-E88AC9EE54F9}"/>
              </a:ext>
            </a:extLst>
          </p:cNvPr>
          <p:cNvSpPr/>
          <p:nvPr/>
        </p:nvSpPr>
        <p:spPr>
          <a:xfrm>
            <a:off x="4296653" y="5518771"/>
            <a:ext cx="412498" cy="400110"/>
          </a:xfrm>
          <a:prstGeom prst="triangle">
            <a:avLst/>
          </a:prstGeom>
          <a:solidFill>
            <a:schemeClr val="bg1">
              <a:lumMod val="7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3" name="Likbent triangel 12">
            <a:extLst>
              <a:ext uri="{FF2B5EF4-FFF2-40B4-BE49-F238E27FC236}">
                <a16:creationId xmlns:a16="http://schemas.microsoft.com/office/drawing/2014/main" id="{0D48C10A-F7B1-8E78-E3C2-162AEFD036EA}"/>
              </a:ext>
            </a:extLst>
          </p:cNvPr>
          <p:cNvSpPr/>
          <p:nvPr/>
        </p:nvSpPr>
        <p:spPr>
          <a:xfrm>
            <a:off x="5087479" y="5522604"/>
            <a:ext cx="412498" cy="400110"/>
          </a:xfrm>
          <a:prstGeom prst="triangle">
            <a:avLst/>
          </a:prstGeom>
          <a:solidFill>
            <a:schemeClr val="bg1">
              <a:lumMod val="7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4" name="Likbent triangel 13">
            <a:extLst>
              <a:ext uri="{FF2B5EF4-FFF2-40B4-BE49-F238E27FC236}">
                <a16:creationId xmlns:a16="http://schemas.microsoft.com/office/drawing/2014/main" id="{65CA2EFA-76EB-EF2E-6D06-9C68F6C2C337}"/>
              </a:ext>
            </a:extLst>
          </p:cNvPr>
          <p:cNvSpPr/>
          <p:nvPr/>
        </p:nvSpPr>
        <p:spPr>
          <a:xfrm>
            <a:off x="6363793" y="5510442"/>
            <a:ext cx="412498" cy="400110"/>
          </a:xfrm>
          <a:prstGeom prst="triangle">
            <a:avLst/>
          </a:prstGeom>
          <a:solidFill>
            <a:schemeClr val="bg1">
              <a:lumMod val="7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5" name="Likbent triangel 14">
            <a:extLst>
              <a:ext uri="{FF2B5EF4-FFF2-40B4-BE49-F238E27FC236}">
                <a16:creationId xmlns:a16="http://schemas.microsoft.com/office/drawing/2014/main" id="{CA7BF581-8FC8-BDA8-A9CC-62095F388AC2}"/>
              </a:ext>
            </a:extLst>
          </p:cNvPr>
          <p:cNvSpPr/>
          <p:nvPr/>
        </p:nvSpPr>
        <p:spPr>
          <a:xfrm>
            <a:off x="7125405" y="5517398"/>
            <a:ext cx="412498" cy="400110"/>
          </a:xfrm>
          <a:prstGeom prst="triangle">
            <a:avLst/>
          </a:prstGeom>
          <a:solidFill>
            <a:schemeClr val="bg1">
              <a:lumMod val="7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6" name="Likbent triangel 15">
            <a:extLst>
              <a:ext uri="{FF2B5EF4-FFF2-40B4-BE49-F238E27FC236}">
                <a16:creationId xmlns:a16="http://schemas.microsoft.com/office/drawing/2014/main" id="{7C7FFB7B-3F54-C072-2E99-C8998BE05D57}"/>
              </a:ext>
            </a:extLst>
          </p:cNvPr>
          <p:cNvSpPr/>
          <p:nvPr/>
        </p:nvSpPr>
        <p:spPr>
          <a:xfrm>
            <a:off x="7904466" y="5510442"/>
            <a:ext cx="412498" cy="400110"/>
          </a:xfrm>
          <a:prstGeom prst="triangle">
            <a:avLst/>
          </a:prstGeom>
          <a:solidFill>
            <a:schemeClr val="bg1">
              <a:lumMod val="7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7" name="textruta 16">
            <a:extLst>
              <a:ext uri="{FF2B5EF4-FFF2-40B4-BE49-F238E27FC236}">
                <a16:creationId xmlns:a16="http://schemas.microsoft.com/office/drawing/2014/main" id="{DA32C32D-EF93-E97E-811E-86D344F60C42}"/>
              </a:ext>
            </a:extLst>
          </p:cNvPr>
          <p:cNvSpPr txBox="1"/>
          <p:nvPr/>
        </p:nvSpPr>
        <p:spPr>
          <a:xfrm>
            <a:off x="7366635" y="1585214"/>
            <a:ext cx="4619625" cy="830997"/>
          </a:xfrm>
          <a:prstGeom prst="rect">
            <a:avLst/>
          </a:prstGeom>
          <a:noFill/>
        </p:spPr>
        <p:txBody>
          <a:bodyPr wrap="square" rtlCol="0">
            <a:spAutoFit/>
          </a:bodyPr>
          <a:lstStyle/>
          <a:p>
            <a:r>
              <a:rPr lang="sv-SE" sz="1600" dirty="0">
                <a:solidFill>
                  <a:srgbClr val="272525"/>
                </a:solidFill>
                <a:latin typeface="Montserrat" pitchFamily="34" charset="0"/>
              </a:rPr>
              <a:t>Kommer inte kunna vara högre än 3, Max kommer därför inte välja mittenvägen (eftersom 5&gt;3)</a:t>
            </a:r>
          </a:p>
        </p:txBody>
      </p:sp>
      <p:cxnSp>
        <p:nvCxnSpPr>
          <p:cNvPr id="19" name="Rak pilkoppling 18">
            <a:extLst>
              <a:ext uri="{FF2B5EF4-FFF2-40B4-BE49-F238E27FC236}">
                <a16:creationId xmlns:a16="http://schemas.microsoft.com/office/drawing/2014/main" id="{0501DC84-A71C-96BD-FB41-DBB147796592}"/>
              </a:ext>
            </a:extLst>
          </p:cNvPr>
          <p:cNvCxnSpPr/>
          <p:nvPr/>
        </p:nvCxnSpPr>
        <p:spPr>
          <a:xfrm flipH="1">
            <a:off x="4826735" y="2457689"/>
            <a:ext cx="2312904" cy="1264817"/>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8" name="textruta 27">
            <a:extLst>
              <a:ext uri="{FF2B5EF4-FFF2-40B4-BE49-F238E27FC236}">
                <a16:creationId xmlns:a16="http://schemas.microsoft.com/office/drawing/2014/main" id="{EBCFB790-9288-C58A-01CD-0F71B0F790EA}"/>
              </a:ext>
            </a:extLst>
          </p:cNvPr>
          <p:cNvSpPr txBox="1"/>
          <p:nvPr/>
        </p:nvSpPr>
        <p:spPr>
          <a:xfrm>
            <a:off x="4702057" y="4429895"/>
            <a:ext cx="777505" cy="830997"/>
          </a:xfrm>
          <a:prstGeom prst="rect">
            <a:avLst/>
          </a:prstGeom>
          <a:noFill/>
        </p:spPr>
        <p:txBody>
          <a:bodyPr wrap="square" rtlCol="0">
            <a:spAutoFit/>
          </a:bodyPr>
          <a:lstStyle/>
          <a:p>
            <a:r>
              <a:rPr lang="sv-SE" sz="4800" b="1" dirty="0">
                <a:solidFill>
                  <a:srgbClr val="FF0000"/>
                </a:solidFill>
              </a:rPr>
              <a:t>X</a:t>
            </a:r>
          </a:p>
        </p:txBody>
      </p:sp>
      <p:sp>
        <p:nvSpPr>
          <p:cNvPr id="29" name="textruta 28">
            <a:extLst>
              <a:ext uri="{FF2B5EF4-FFF2-40B4-BE49-F238E27FC236}">
                <a16:creationId xmlns:a16="http://schemas.microsoft.com/office/drawing/2014/main" id="{25DA82DA-324C-4342-6433-4C6F258D7FDF}"/>
              </a:ext>
            </a:extLst>
          </p:cNvPr>
          <p:cNvSpPr txBox="1"/>
          <p:nvPr/>
        </p:nvSpPr>
        <p:spPr>
          <a:xfrm>
            <a:off x="7425662" y="2516680"/>
            <a:ext cx="4775863" cy="584775"/>
          </a:xfrm>
          <a:prstGeom prst="rect">
            <a:avLst/>
          </a:prstGeom>
          <a:noFill/>
        </p:spPr>
        <p:txBody>
          <a:bodyPr wrap="square" rtlCol="0">
            <a:spAutoFit/>
          </a:bodyPr>
          <a:lstStyle/>
          <a:p>
            <a:r>
              <a:rPr lang="sv-SE" sz="1600" dirty="0">
                <a:solidFill>
                  <a:srgbClr val="272525"/>
                </a:solidFill>
                <a:latin typeface="Montserrat" pitchFamily="34" charset="0"/>
              </a:rPr>
              <a:t>Vi kan beskära (</a:t>
            </a:r>
            <a:r>
              <a:rPr lang="sv-SE" sz="1600" dirty="0" err="1">
                <a:solidFill>
                  <a:srgbClr val="272525"/>
                </a:solidFill>
                <a:latin typeface="Montserrat" pitchFamily="34" charset="0"/>
              </a:rPr>
              <a:t>prune</a:t>
            </a:r>
            <a:r>
              <a:rPr lang="sv-SE" sz="1600" dirty="0">
                <a:solidFill>
                  <a:srgbClr val="272525"/>
                </a:solidFill>
                <a:latin typeface="Montserrat" pitchFamily="34" charset="0"/>
              </a:rPr>
              <a:t>) trädet här och behöver inte utforska några grenar nedanför</a:t>
            </a:r>
          </a:p>
        </p:txBody>
      </p:sp>
      <p:sp>
        <p:nvSpPr>
          <p:cNvPr id="30" name="textruta 29">
            <a:extLst>
              <a:ext uri="{FF2B5EF4-FFF2-40B4-BE49-F238E27FC236}">
                <a16:creationId xmlns:a16="http://schemas.microsoft.com/office/drawing/2014/main" id="{5A299CEF-9742-3EAE-7454-F76CAA7634A2}"/>
              </a:ext>
            </a:extLst>
          </p:cNvPr>
          <p:cNvSpPr txBox="1"/>
          <p:nvPr/>
        </p:nvSpPr>
        <p:spPr>
          <a:xfrm>
            <a:off x="7036909" y="4429894"/>
            <a:ext cx="777505" cy="830997"/>
          </a:xfrm>
          <a:prstGeom prst="rect">
            <a:avLst/>
          </a:prstGeom>
          <a:noFill/>
        </p:spPr>
        <p:txBody>
          <a:bodyPr wrap="square" rtlCol="0">
            <a:spAutoFit/>
          </a:bodyPr>
          <a:lstStyle/>
          <a:p>
            <a:r>
              <a:rPr lang="sv-SE" sz="4800" b="1" dirty="0">
                <a:solidFill>
                  <a:srgbClr val="FF0000"/>
                </a:solidFill>
              </a:rPr>
              <a:t>X</a:t>
            </a:r>
          </a:p>
        </p:txBody>
      </p:sp>
      <p:sp>
        <p:nvSpPr>
          <p:cNvPr id="31" name="textruta 30">
            <a:extLst>
              <a:ext uri="{FF2B5EF4-FFF2-40B4-BE49-F238E27FC236}">
                <a16:creationId xmlns:a16="http://schemas.microsoft.com/office/drawing/2014/main" id="{8F0FAEA9-2078-55AB-762E-343954AEEDF1}"/>
              </a:ext>
            </a:extLst>
          </p:cNvPr>
          <p:cNvSpPr txBox="1"/>
          <p:nvPr/>
        </p:nvSpPr>
        <p:spPr>
          <a:xfrm>
            <a:off x="7549746" y="4429893"/>
            <a:ext cx="777505" cy="830997"/>
          </a:xfrm>
          <a:prstGeom prst="rect">
            <a:avLst/>
          </a:prstGeom>
          <a:noFill/>
        </p:spPr>
        <p:txBody>
          <a:bodyPr wrap="square" rtlCol="0">
            <a:spAutoFit/>
          </a:bodyPr>
          <a:lstStyle/>
          <a:p>
            <a:r>
              <a:rPr lang="sv-SE" sz="4800" b="1" dirty="0">
                <a:solidFill>
                  <a:srgbClr val="FF0000"/>
                </a:solidFill>
              </a:rPr>
              <a:t>X</a:t>
            </a:r>
          </a:p>
        </p:txBody>
      </p:sp>
      <p:sp>
        <p:nvSpPr>
          <p:cNvPr id="160" name="textruta 159">
            <a:extLst>
              <a:ext uri="{FF2B5EF4-FFF2-40B4-BE49-F238E27FC236}">
                <a16:creationId xmlns:a16="http://schemas.microsoft.com/office/drawing/2014/main" id="{FD5BC035-32F8-6200-3657-0F7D89FF8051}"/>
              </a:ext>
            </a:extLst>
          </p:cNvPr>
          <p:cNvSpPr txBox="1"/>
          <p:nvPr/>
        </p:nvSpPr>
        <p:spPr>
          <a:xfrm>
            <a:off x="7739736" y="3493760"/>
            <a:ext cx="4775863" cy="830997"/>
          </a:xfrm>
          <a:prstGeom prst="rect">
            <a:avLst/>
          </a:prstGeom>
          <a:noFill/>
        </p:spPr>
        <p:txBody>
          <a:bodyPr wrap="square" rtlCol="0">
            <a:spAutoFit/>
          </a:bodyPr>
          <a:lstStyle/>
          <a:p>
            <a:r>
              <a:rPr lang="sv-SE" sz="1600" dirty="0">
                <a:solidFill>
                  <a:srgbClr val="272525"/>
                </a:solidFill>
                <a:latin typeface="Montserrat" pitchFamily="34" charset="0"/>
              </a:rPr>
              <a:t>De sista två grenarna kan också beskäras eftersom oavsett vad de har för värde kommer inte Max välja den högra vägen</a:t>
            </a:r>
          </a:p>
        </p:txBody>
      </p:sp>
      <p:sp>
        <p:nvSpPr>
          <p:cNvPr id="6" name="Platshållare för sidfot 1">
            <a:extLst>
              <a:ext uri="{FF2B5EF4-FFF2-40B4-BE49-F238E27FC236}">
                <a16:creationId xmlns:a16="http://schemas.microsoft.com/office/drawing/2014/main" id="{930B59B9-ADF9-60FC-27F7-DBCFC47DF97B}"/>
              </a:ext>
            </a:extLst>
          </p:cNvPr>
          <p:cNvSpPr>
            <a:spLocks noGrp="1"/>
          </p:cNvSpPr>
          <p:nvPr/>
        </p:nvSpPr>
        <p:spPr>
          <a:xfrm>
            <a:off x="2768194" y="6419850"/>
            <a:ext cx="5588812" cy="438150"/>
          </a:xfrm>
          <a:prstGeom prst="rect">
            <a:avLst/>
          </a:prstGeom>
        </p:spPr>
        <p:txBody>
          <a:bodyPr vert="horz" lIns="91440" tIns="45720" rIns="91440" bIns="45720" rtlCol="0" anchor="ctr"/>
          <a:lstStyle>
            <a:defPPr>
              <a:defRPr lang="en-US"/>
            </a:defPPr>
            <a:lvl1pPr marL="0" algn="ctr" defTabSz="457200" rtl="0" eaLnBrk="1" latinLnBrk="0" hangingPunct="1">
              <a:defRPr sz="144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dirty="0"/>
              <a:t>Presentation av David Hedengren</a:t>
            </a:r>
          </a:p>
        </p:txBody>
      </p:sp>
    </p:spTree>
    <p:extLst>
      <p:ext uri="{BB962C8B-B14F-4D97-AF65-F5344CB8AC3E}">
        <p14:creationId xmlns:p14="http://schemas.microsoft.com/office/powerpoint/2010/main" val="12999774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3"/>
                                        </p:tgtEl>
                                      </p:cBhvr>
                                    </p:animEffect>
                                    <p:set>
                                      <p:cBhvr>
                                        <p:cTn id="7" dur="1" fill="hold">
                                          <p:stCondLst>
                                            <p:cond delay="499"/>
                                          </p:stCondLst>
                                        </p:cTn>
                                        <p:tgtEl>
                                          <p:spTgt spid="3"/>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1" presetClass="exit" presetSubtype="0" fill="hold" grpId="0" nodeType="clickEffect">
                                  <p:stCondLst>
                                    <p:cond delay="0"/>
                                  </p:stCondLst>
                                  <p:childTnLst>
                                    <p:set>
                                      <p:cBhvr>
                                        <p:cTn id="11" dur="1" fill="hold">
                                          <p:stCondLst>
                                            <p:cond delay="0"/>
                                          </p:stCondLst>
                                        </p:cTn>
                                        <p:tgtEl>
                                          <p:spTgt spid="7"/>
                                        </p:tgtEl>
                                        <p:attrNameLst>
                                          <p:attrName>style.visibility</p:attrName>
                                        </p:attrNameLst>
                                      </p:cBhvr>
                                      <p:to>
                                        <p:strVal val="hidden"/>
                                      </p:to>
                                    </p:set>
                                  </p:childTnLst>
                                </p:cTn>
                              </p:par>
                            </p:childTnLst>
                          </p:cTn>
                        </p:par>
                      </p:childTnLst>
                    </p:cTn>
                  </p:par>
                  <p:par>
                    <p:cTn id="12" fill="hold">
                      <p:stCondLst>
                        <p:cond delay="indefinite"/>
                      </p:stCondLst>
                      <p:childTnLst>
                        <p:par>
                          <p:cTn id="13" fill="hold">
                            <p:stCondLst>
                              <p:cond delay="0"/>
                            </p:stCondLst>
                            <p:childTnLst>
                              <p:par>
                                <p:cTn id="14" presetID="1" presetClass="exit" presetSubtype="0" fill="hold" grpId="0" nodeType="clickEffect">
                                  <p:stCondLst>
                                    <p:cond delay="0"/>
                                  </p:stCondLst>
                                  <p:childTnLst>
                                    <p:set>
                                      <p:cBhvr>
                                        <p:cTn id="15" dur="1" fill="hold">
                                          <p:stCondLst>
                                            <p:cond delay="0"/>
                                          </p:stCondLst>
                                        </p:cTn>
                                        <p:tgtEl>
                                          <p:spTgt spid="9"/>
                                        </p:tgtEl>
                                        <p:attrNameLst>
                                          <p:attrName>style.visibility</p:attrName>
                                        </p:attrNameLst>
                                      </p:cBhvr>
                                      <p:to>
                                        <p:strVal val="hidden"/>
                                      </p:to>
                                    </p:set>
                                  </p:childTnLst>
                                </p:cTn>
                              </p:par>
                            </p:childTnLst>
                          </p:cTn>
                        </p:par>
                      </p:childTnLst>
                    </p:cTn>
                  </p:par>
                  <p:par>
                    <p:cTn id="16" fill="hold">
                      <p:stCondLst>
                        <p:cond delay="indefinite"/>
                      </p:stCondLst>
                      <p:childTnLst>
                        <p:par>
                          <p:cTn id="17" fill="hold">
                            <p:stCondLst>
                              <p:cond delay="0"/>
                            </p:stCondLst>
                            <p:childTnLst>
                              <p:par>
                                <p:cTn id="18" presetID="1" presetClass="exit" presetSubtype="0" fill="hold" grpId="0" nodeType="clickEffect">
                                  <p:stCondLst>
                                    <p:cond delay="0"/>
                                  </p:stCondLst>
                                  <p:childTnLst>
                                    <p:set>
                                      <p:cBhvr>
                                        <p:cTn id="19" dur="1" fill="hold">
                                          <p:stCondLst>
                                            <p:cond delay="0"/>
                                          </p:stCondLst>
                                        </p:cTn>
                                        <p:tgtEl>
                                          <p:spTgt spid="10"/>
                                        </p:tgtEl>
                                        <p:attrNameLst>
                                          <p:attrName>style.visibility</p:attrName>
                                        </p:attrNameLst>
                                      </p:cBhvr>
                                      <p:to>
                                        <p:strVal val="hidden"/>
                                      </p:to>
                                    </p:set>
                                  </p:childTnLst>
                                </p:cTn>
                              </p:par>
                            </p:childTnLst>
                          </p:cTn>
                        </p:par>
                      </p:childTnLst>
                    </p:cTn>
                  </p:par>
                  <p:par>
                    <p:cTn id="20" fill="hold">
                      <p:stCondLst>
                        <p:cond delay="indefinite"/>
                      </p:stCondLst>
                      <p:childTnLst>
                        <p:par>
                          <p:cTn id="21" fill="hold">
                            <p:stCondLst>
                              <p:cond delay="0"/>
                            </p:stCondLst>
                            <p:childTnLst>
                              <p:par>
                                <p:cTn id="22" presetID="42" presetClass="path" presetSubtype="0" accel="50000" decel="50000" fill="hold" grpId="0" nodeType="clickEffect">
                                  <p:stCondLst>
                                    <p:cond delay="0"/>
                                  </p:stCondLst>
                                  <p:childTnLst>
                                    <p:animMotion origin="layout" path="M -3.33333E-6 -3.7037E-6 L 0.00183 -0.26666 " pathEditMode="relative" rAng="0" ptsTypes="AA">
                                      <p:cBhvr>
                                        <p:cTn id="23" dur="2000" fill="hold"/>
                                        <p:tgtEl>
                                          <p:spTgt spid="209"/>
                                        </p:tgtEl>
                                        <p:attrNameLst>
                                          <p:attrName>ppt_x</p:attrName>
                                          <p:attrName>ppt_y</p:attrName>
                                        </p:attrNameLst>
                                      </p:cBhvr>
                                      <p:rCtr x="91" y="-13333"/>
                                    </p:animMotion>
                                  </p:childTnLst>
                                </p:cTn>
                              </p:par>
                            </p:childTnLst>
                          </p:cTn>
                        </p:par>
                      </p:childTnLst>
                    </p:cTn>
                  </p:par>
                  <p:par>
                    <p:cTn id="24" fill="hold">
                      <p:stCondLst>
                        <p:cond delay="indefinite"/>
                      </p:stCondLst>
                      <p:childTnLst>
                        <p:par>
                          <p:cTn id="25" fill="hold">
                            <p:stCondLst>
                              <p:cond delay="0"/>
                            </p:stCondLst>
                            <p:childTnLst>
                              <p:par>
                                <p:cTn id="26" presetID="1" presetClass="exit" presetSubtype="0" fill="hold" grpId="0" nodeType="clickEffect">
                                  <p:stCondLst>
                                    <p:cond delay="0"/>
                                  </p:stCondLst>
                                  <p:childTnLst>
                                    <p:set>
                                      <p:cBhvr>
                                        <p:cTn id="27" dur="1" fill="hold">
                                          <p:stCondLst>
                                            <p:cond delay="0"/>
                                          </p:stCondLst>
                                        </p:cTn>
                                        <p:tgtEl>
                                          <p:spTgt spid="4"/>
                                        </p:tgtEl>
                                        <p:attrNameLst>
                                          <p:attrName>style.visibility</p:attrName>
                                        </p:attrNameLst>
                                      </p:cBhvr>
                                      <p:to>
                                        <p:strVal val="hidden"/>
                                      </p:to>
                                    </p:set>
                                  </p:childTnLst>
                                </p:cTn>
                              </p:par>
                            </p:childTnLst>
                          </p:cTn>
                        </p:par>
                        <p:par>
                          <p:cTn id="28" fill="hold">
                            <p:stCondLst>
                              <p:cond delay="0"/>
                            </p:stCondLst>
                            <p:childTnLst>
                              <p:par>
                                <p:cTn id="29" presetID="1" presetClass="entr" presetSubtype="0" fill="hold" grpId="0" nodeType="afterEffect">
                                  <p:stCondLst>
                                    <p:cond delay="0"/>
                                  </p:stCondLst>
                                  <p:childTnLst>
                                    <p:set>
                                      <p:cBhvr>
                                        <p:cTn id="30" dur="1" fill="hold">
                                          <p:stCondLst>
                                            <p:cond delay="0"/>
                                          </p:stCondLst>
                                        </p:cTn>
                                        <p:tgtEl>
                                          <p:spTgt spid="164"/>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xit" presetSubtype="0" fill="hold" grpId="0" nodeType="clickEffect">
                                  <p:stCondLst>
                                    <p:cond delay="0"/>
                                  </p:stCondLst>
                                  <p:childTnLst>
                                    <p:set>
                                      <p:cBhvr>
                                        <p:cTn id="34" dur="1" fill="hold">
                                          <p:stCondLst>
                                            <p:cond delay="0"/>
                                          </p:stCondLst>
                                        </p:cTn>
                                        <p:tgtEl>
                                          <p:spTgt spid="11"/>
                                        </p:tgtEl>
                                        <p:attrNameLst>
                                          <p:attrName>style.visibility</p:attrName>
                                        </p:attrNameLst>
                                      </p:cBhvr>
                                      <p:to>
                                        <p:strVal val="hidden"/>
                                      </p:to>
                                    </p:set>
                                  </p:childTnLst>
                                </p:cTn>
                              </p:par>
                            </p:childTnLst>
                          </p:cTn>
                        </p:par>
                      </p:childTnLst>
                    </p:cTn>
                  </p:par>
                  <p:par>
                    <p:cTn id="35" fill="hold">
                      <p:stCondLst>
                        <p:cond delay="indefinite"/>
                      </p:stCondLst>
                      <p:childTnLst>
                        <p:par>
                          <p:cTn id="36" fill="hold">
                            <p:stCondLst>
                              <p:cond delay="0"/>
                            </p:stCondLst>
                            <p:childTnLst>
                              <p:par>
                                <p:cTn id="37" presetID="1" presetClass="exit" presetSubtype="0" fill="hold" grpId="0" nodeType="clickEffect">
                                  <p:stCondLst>
                                    <p:cond delay="0"/>
                                  </p:stCondLst>
                                  <p:childTnLst>
                                    <p:set>
                                      <p:cBhvr>
                                        <p:cTn id="38" dur="1" fill="hold">
                                          <p:stCondLst>
                                            <p:cond delay="0"/>
                                          </p:stCondLst>
                                        </p:cTn>
                                        <p:tgtEl>
                                          <p:spTgt spid="12"/>
                                        </p:tgtEl>
                                        <p:attrNameLst>
                                          <p:attrName>style.visibility</p:attrName>
                                        </p:attrNameLst>
                                      </p:cBhvr>
                                      <p:to>
                                        <p:strVal val="hidden"/>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66"/>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19"/>
                                        </p:tgtEl>
                                        <p:attrNameLst>
                                          <p:attrName>style.visibility</p:attrName>
                                        </p:attrNameLst>
                                      </p:cBhvr>
                                      <p:to>
                                        <p:strVal val="visible"/>
                                      </p:to>
                                    </p:set>
                                    <p:animEffect transition="in" filter="fade">
                                      <p:cBhvr>
                                        <p:cTn id="47" dur="500"/>
                                        <p:tgtEl>
                                          <p:spTgt spid="19"/>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7"/>
                                        </p:tgtEl>
                                        <p:attrNameLst>
                                          <p:attrName>style.visibility</p:attrName>
                                        </p:attrNameLst>
                                      </p:cBhvr>
                                      <p:to>
                                        <p:strVal val="visible"/>
                                      </p:to>
                                    </p:set>
                                    <p:animEffect transition="in" filter="fade">
                                      <p:cBhvr>
                                        <p:cTn id="50" dur="500"/>
                                        <p:tgtEl>
                                          <p:spTgt spid="17"/>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grpId="0" nodeType="clickEffect">
                                  <p:stCondLst>
                                    <p:cond delay="0"/>
                                  </p:stCondLst>
                                  <p:childTnLst>
                                    <p:set>
                                      <p:cBhvr>
                                        <p:cTn id="54" dur="1" fill="hold">
                                          <p:stCondLst>
                                            <p:cond delay="0"/>
                                          </p:stCondLst>
                                        </p:cTn>
                                        <p:tgtEl>
                                          <p:spTgt spid="28"/>
                                        </p:tgtEl>
                                        <p:attrNameLst>
                                          <p:attrName>style.visibility</p:attrName>
                                        </p:attrNameLst>
                                      </p:cBhvr>
                                      <p:to>
                                        <p:strVal val="visible"/>
                                      </p:to>
                                    </p:set>
                                    <p:animEffect transition="in" filter="fade">
                                      <p:cBhvr>
                                        <p:cTn id="55" dur="500"/>
                                        <p:tgtEl>
                                          <p:spTgt spid="28"/>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29"/>
                                        </p:tgtEl>
                                        <p:attrNameLst>
                                          <p:attrName>style.visibility</p:attrName>
                                        </p:attrNameLst>
                                      </p:cBhvr>
                                      <p:to>
                                        <p:strVal val="visible"/>
                                      </p:to>
                                    </p:set>
                                    <p:animEffect transition="in" filter="fade">
                                      <p:cBhvr>
                                        <p:cTn id="58" dur="500"/>
                                        <p:tgtEl>
                                          <p:spTgt spid="29"/>
                                        </p:tgtEl>
                                      </p:cBhvr>
                                    </p:animEffect>
                                  </p:childTnLst>
                                </p:cTn>
                              </p:par>
                            </p:childTnLst>
                          </p:cTn>
                        </p:par>
                      </p:childTnLst>
                    </p:cTn>
                  </p:par>
                  <p:par>
                    <p:cTn id="59" fill="hold">
                      <p:stCondLst>
                        <p:cond delay="indefinite"/>
                      </p:stCondLst>
                      <p:childTnLst>
                        <p:par>
                          <p:cTn id="60" fill="hold">
                            <p:stCondLst>
                              <p:cond delay="0"/>
                            </p:stCondLst>
                            <p:childTnLst>
                              <p:par>
                                <p:cTn id="61" presetID="1" presetClass="exit" presetSubtype="0" fill="hold" grpId="0" nodeType="clickEffect">
                                  <p:stCondLst>
                                    <p:cond delay="0"/>
                                  </p:stCondLst>
                                  <p:childTnLst>
                                    <p:set>
                                      <p:cBhvr>
                                        <p:cTn id="62" dur="1" fill="hold">
                                          <p:stCondLst>
                                            <p:cond delay="0"/>
                                          </p:stCondLst>
                                        </p:cTn>
                                        <p:tgtEl>
                                          <p:spTgt spid="5"/>
                                        </p:tgtEl>
                                        <p:attrNameLst>
                                          <p:attrName>style.visibility</p:attrName>
                                        </p:attrNameLst>
                                      </p:cBhvr>
                                      <p:to>
                                        <p:strVal val="hidden"/>
                                      </p:to>
                                    </p:set>
                                  </p:childTnLst>
                                </p:cTn>
                              </p:par>
                              <p:par>
                                <p:cTn id="63" presetID="10" presetClass="exit" presetSubtype="0" fill="hold" nodeType="withEffect">
                                  <p:stCondLst>
                                    <p:cond delay="0"/>
                                  </p:stCondLst>
                                  <p:childTnLst>
                                    <p:animEffect transition="out" filter="fade">
                                      <p:cBhvr>
                                        <p:cTn id="64" dur="500"/>
                                        <p:tgtEl>
                                          <p:spTgt spid="19"/>
                                        </p:tgtEl>
                                      </p:cBhvr>
                                    </p:animEffect>
                                    <p:set>
                                      <p:cBhvr>
                                        <p:cTn id="65" dur="1" fill="hold">
                                          <p:stCondLst>
                                            <p:cond delay="499"/>
                                          </p:stCondLst>
                                        </p:cTn>
                                        <p:tgtEl>
                                          <p:spTgt spid="19"/>
                                        </p:tgtEl>
                                        <p:attrNameLst>
                                          <p:attrName>style.visibility</p:attrName>
                                        </p:attrNameLst>
                                      </p:cBhvr>
                                      <p:to>
                                        <p:strVal val="hidden"/>
                                      </p:to>
                                    </p:set>
                                  </p:childTnLst>
                                </p:cTn>
                              </p:par>
                            </p:childTnLst>
                          </p:cTn>
                        </p:par>
                      </p:childTnLst>
                    </p:cTn>
                  </p:par>
                  <p:par>
                    <p:cTn id="66" fill="hold">
                      <p:stCondLst>
                        <p:cond delay="indefinite"/>
                      </p:stCondLst>
                      <p:childTnLst>
                        <p:par>
                          <p:cTn id="67" fill="hold">
                            <p:stCondLst>
                              <p:cond delay="0"/>
                            </p:stCondLst>
                            <p:childTnLst>
                              <p:par>
                                <p:cTn id="68" presetID="1" presetClass="exit" presetSubtype="0" fill="hold" grpId="0" nodeType="clickEffect">
                                  <p:stCondLst>
                                    <p:cond delay="0"/>
                                  </p:stCondLst>
                                  <p:childTnLst>
                                    <p:set>
                                      <p:cBhvr>
                                        <p:cTn id="69" dur="1" fill="hold">
                                          <p:stCondLst>
                                            <p:cond delay="0"/>
                                          </p:stCondLst>
                                        </p:cTn>
                                        <p:tgtEl>
                                          <p:spTgt spid="14"/>
                                        </p:tgtEl>
                                        <p:attrNameLst>
                                          <p:attrName>style.visibility</p:attrName>
                                        </p:attrNameLst>
                                      </p:cBhvr>
                                      <p:to>
                                        <p:strVal val="hidden"/>
                                      </p:to>
                                    </p:se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grpId="0" nodeType="clickEffect">
                                  <p:stCondLst>
                                    <p:cond delay="0"/>
                                  </p:stCondLst>
                                  <p:childTnLst>
                                    <p:set>
                                      <p:cBhvr>
                                        <p:cTn id="73" dur="1" fill="hold">
                                          <p:stCondLst>
                                            <p:cond delay="0"/>
                                          </p:stCondLst>
                                        </p:cTn>
                                        <p:tgtEl>
                                          <p:spTgt spid="168"/>
                                        </p:tgtEl>
                                        <p:attrNameLst>
                                          <p:attrName>style.visibility</p:attrName>
                                        </p:attrNameLst>
                                      </p:cBhvr>
                                      <p:to>
                                        <p:strVal val="visible"/>
                                      </p:to>
                                    </p:set>
                                  </p:childTnLst>
                                </p:cTn>
                              </p:par>
                            </p:childTnLst>
                          </p:cTn>
                        </p:par>
                      </p:childTnLst>
                    </p:cTn>
                  </p:par>
                  <p:par>
                    <p:cTn id="74" fill="hold">
                      <p:stCondLst>
                        <p:cond delay="indefinite"/>
                      </p:stCondLst>
                      <p:childTnLst>
                        <p:par>
                          <p:cTn id="75" fill="hold">
                            <p:stCondLst>
                              <p:cond delay="0"/>
                            </p:stCondLst>
                            <p:childTnLst>
                              <p:par>
                                <p:cTn id="76" presetID="10" presetClass="entr" presetSubtype="0" fill="hold" grpId="0" nodeType="clickEffect">
                                  <p:stCondLst>
                                    <p:cond delay="0"/>
                                  </p:stCondLst>
                                  <p:childTnLst>
                                    <p:set>
                                      <p:cBhvr>
                                        <p:cTn id="77" dur="1" fill="hold">
                                          <p:stCondLst>
                                            <p:cond delay="0"/>
                                          </p:stCondLst>
                                        </p:cTn>
                                        <p:tgtEl>
                                          <p:spTgt spid="160"/>
                                        </p:tgtEl>
                                        <p:attrNameLst>
                                          <p:attrName>style.visibility</p:attrName>
                                        </p:attrNameLst>
                                      </p:cBhvr>
                                      <p:to>
                                        <p:strVal val="visible"/>
                                      </p:to>
                                    </p:set>
                                    <p:animEffect transition="in" filter="fade">
                                      <p:cBhvr>
                                        <p:cTn id="78" dur="500"/>
                                        <p:tgtEl>
                                          <p:spTgt spid="160"/>
                                        </p:tgtEl>
                                      </p:cBhvr>
                                    </p:animEffect>
                                  </p:childTnLst>
                                </p:cTn>
                              </p:par>
                            </p:childTnLst>
                          </p:cTn>
                        </p:par>
                      </p:childTnLst>
                    </p:cTn>
                  </p:par>
                  <p:par>
                    <p:cTn id="79" fill="hold">
                      <p:stCondLst>
                        <p:cond delay="indefinite"/>
                      </p:stCondLst>
                      <p:childTnLst>
                        <p:par>
                          <p:cTn id="80" fill="hold">
                            <p:stCondLst>
                              <p:cond delay="0"/>
                            </p:stCondLst>
                            <p:childTnLst>
                              <p:par>
                                <p:cTn id="81" presetID="10" presetClass="entr" presetSubtype="0" fill="hold" grpId="0" nodeType="clickEffect">
                                  <p:stCondLst>
                                    <p:cond delay="0"/>
                                  </p:stCondLst>
                                  <p:childTnLst>
                                    <p:set>
                                      <p:cBhvr>
                                        <p:cTn id="82" dur="1" fill="hold">
                                          <p:stCondLst>
                                            <p:cond delay="0"/>
                                          </p:stCondLst>
                                        </p:cTn>
                                        <p:tgtEl>
                                          <p:spTgt spid="30"/>
                                        </p:tgtEl>
                                        <p:attrNameLst>
                                          <p:attrName>style.visibility</p:attrName>
                                        </p:attrNameLst>
                                      </p:cBhvr>
                                      <p:to>
                                        <p:strVal val="visible"/>
                                      </p:to>
                                    </p:set>
                                    <p:animEffect transition="in" filter="fade">
                                      <p:cBhvr>
                                        <p:cTn id="83" dur="500"/>
                                        <p:tgtEl>
                                          <p:spTgt spid="30"/>
                                        </p:tgtEl>
                                      </p:cBhvr>
                                    </p:animEffect>
                                  </p:childTnLst>
                                </p:cTn>
                              </p:par>
                            </p:childTnLst>
                          </p:cTn>
                        </p:par>
                      </p:childTnLst>
                    </p:cTn>
                  </p:par>
                  <p:par>
                    <p:cTn id="84" fill="hold">
                      <p:stCondLst>
                        <p:cond delay="indefinite"/>
                      </p:stCondLst>
                      <p:childTnLst>
                        <p:par>
                          <p:cTn id="85" fill="hold">
                            <p:stCondLst>
                              <p:cond delay="0"/>
                            </p:stCondLst>
                            <p:childTnLst>
                              <p:par>
                                <p:cTn id="86" presetID="10" presetClass="entr" presetSubtype="0" fill="hold" grpId="0" nodeType="clickEffect">
                                  <p:stCondLst>
                                    <p:cond delay="0"/>
                                  </p:stCondLst>
                                  <p:childTnLst>
                                    <p:set>
                                      <p:cBhvr>
                                        <p:cTn id="87" dur="1" fill="hold">
                                          <p:stCondLst>
                                            <p:cond delay="0"/>
                                          </p:stCondLst>
                                        </p:cTn>
                                        <p:tgtEl>
                                          <p:spTgt spid="31"/>
                                        </p:tgtEl>
                                        <p:attrNameLst>
                                          <p:attrName>style.visibility</p:attrName>
                                        </p:attrNameLst>
                                      </p:cBhvr>
                                      <p:to>
                                        <p:strVal val="visible"/>
                                      </p:to>
                                    </p:set>
                                    <p:animEffect transition="in" filter="fade">
                                      <p:cBhvr>
                                        <p:cTn id="88" dur="500"/>
                                        <p:tgtEl>
                                          <p:spTgt spid="31"/>
                                        </p:tgtEl>
                                      </p:cBhvr>
                                    </p:animEffect>
                                  </p:childTnLst>
                                </p:cTn>
                              </p:par>
                            </p:childTnLst>
                          </p:cTn>
                        </p:par>
                      </p:childTnLst>
                    </p:cTn>
                  </p:par>
                  <p:par>
                    <p:cTn id="89" fill="hold">
                      <p:stCondLst>
                        <p:cond delay="indefinite"/>
                      </p:stCondLst>
                      <p:childTnLst>
                        <p:par>
                          <p:cTn id="90" fill="hold">
                            <p:stCondLst>
                              <p:cond delay="0"/>
                            </p:stCondLst>
                            <p:childTnLst>
                              <p:par>
                                <p:cTn id="91" presetID="42" presetClass="path" presetSubtype="0" accel="50000" decel="50000" fill="hold" grpId="1" nodeType="clickEffect">
                                  <p:stCondLst>
                                    <p:cond delay="0"/>
                                  </p:stCondLst>
                                  <p:childTnLst>
                                    <p:animMotion origin="layout" path="M -0.00052 0.00092 L 0.24349 -0.25602 " pathEditMode="relative" rAng="0" ptsTypes="AA">
                                      <p:cBhvr>
                                        <p:cTn id="92" dur="2000" fill="hold"/>
                                        <p:tgtEl>
                                          <p:spTgt spid="164"/>
                                        </p:tgtEl>
                                        <p:attrNameLst>
                                          <p:attrName>ppt_x</p:attrName>
                                          <p:attrName>ppt_y</p:attrName>
                                        </p:attrNameLst>
                                      </p:cBhvr>
                                      <p:rCtr x="12201" y="-12847"/>
                                    </p:animMotion>
                                  </p:childTnLst>
                                </p:cTn>
                              </p:par>
                            </p:childTnLst>
                          </p:cTn>
                        </p:par>
                        <p:par>
                          <p:cTn id="93" fill="hold">
                            <p:stCondLst>
                              <p:cond delay="2000"/>
                            </p:stCondLst>
                            <p:childTnLst>
                              <p:par>
                                <p:cTn id="94" presetID="1" presetClass="entr" presetSubtype="0" fill="hold" grpId="0" nodeType="afterEffect">
                                  <p:stCondLst>
                                    <p:cond delay="0"/>
                                  </p:stCondLst>
                                  <p:childTnLst>
                                    <p:set>
                                      <p:cBhvr>
                                        <p:cTn id="95" dur="1" fill="hold">
                                          <p:stCondLst>
                                            <p:cond delay="0"/>
                                          </p:stCondLst>
                                        </p:cTn>
                                        <p:tgtEl>
                                          <p:spTgt spid="16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2" grpId="0"/>
      <p:bldP spid="164" grpId="0"/>
      <p:bldP spid="164" grpId="1"/>
      <p:bldP spid="166" grpId="0"/>
      <p:bldP spid="168" grpId="0"/>
      <p:bldP spid="209" grpId="0"/>
      <p:bldP spid="3" grpId="0" animBg="1"/>
      <p:bldP spid="4" grpId="0" animBg="1"/>
      <p:bldP spid="5" grpId="0" animBg="1"/>
      <p:bldP spid="9" grpId="0" animBg="1"/>
      <p:bldP spid="7" grpId="0" animBg="1"/>
      <p:bldP spid="10" grpId="0" animBg="1"/>
      <p:bldP spid="11" grpId="0" animBg="1"/>
      <p:bldP spid="12" grpId="0" animBg="1"/>
      <p:bldP spid="14" grpId="0" animBg="1"/>
      <p:bldP spid="17" grpId="0"/>
      <p:bldP spid="28" grpId="0"/>
      <p:bldP spid="29" grpId="0"/>
      <p:bldP spid="30" grpId="0"/>
      <p:bldP spid="31" grpId="0"/>
      <p:bldP spid="160"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Shape 2">
            <a:extLst>
              <a:ext uri="{FF2B5EF4-FFF2-40B4-BE49-F238E27FC236}">
                <a16:creationId xmlns:a16="http://schemas.microsoft.com/office/drawing/2014/main" id="{0FD6647F-506A-0F74-6DEB-EE9C280F2081}"/>
              </a:ext>
            </a:extLst>
          </p:cNvPr>
          <p:cNvSpPr/>
          <p:nvPr/>
        </p:nvSpPr>
        <p:spPr>
          <a:xfrm>
            <a:off x="1228726" y="4972050"/>
            <a:ext cx="9569330" cy="1545915"/>
          </a:xfrm>
          <a:prstGeom prst="roundRect">
            <a:avLst>
              <a:gd name="adj" fmla="val 7352"/>
            </a:avLst>
          </a:prstGeom>
          <a:noFill/>
          <a:ln>
            <a:solidFill>
              <a:schemeClr val="accent1">
                <a:lumMod val="75000"/>
              </a:schemeClr>
            </a:solidFill>
          </a:ln>
        </p:spPr>
      </p:sp>
      <p:sp>
        <p:nvSpPr>
          <p:cNvPr id="11" name="Shape 2">
            <a:extLst>
              <a:ext uri="{FF2B5EF4-FFF2-40B4-BE49-F238E27FC236}">
                <a16:creationId xmlns:a16="http://schemas.microsoft.com/office/drawing/2014/main" id="{64411D26-FFFA-212B-AB2C-E7ECE1E919B7}"/>
              </a:ext>
            </a:extLst>
          </p:cNvPr>
          <p:cNvSpPr/>
          <p:nvPr/>
        </p:nvSpPr>
        <p:spPr>
          <a:xfrm>
            <a:off x="1228726" y="3533775"/>
            <a:ext cx="4750551" cy="1174467"/>
          </a:xfrm>
          <a:prstGeom prst="roundRect">
            <a:avLst>
              <a:gd name="adj" fmla="val 7352"/>
            </a:avLst>
          </a:prstGeom>
          <a:noFill/>
          <a:ln>
            <a:solidFill>
              <a:schemeClr val="accent1">
                <a:lumMod val="75000"/>
              </a:schemeClr>
            </a:solidFill>
          </a:ln>
        </p:spPr>
      </p:sp>
      <p:sp>
        <p:nvSpPr>
          <p:cNvPr id="10" name="Shape 2">
            <a:extLst>
              <a:ext uri="{FF2B5EF4-FFF2-40B4-BE49-F238E27FC236}">
                <a16:creationId xmlns:a16="http://schemas.microsoft.com/office/drawing/2014/main" id="{568A97C1-38F4-7B16-021B-F44256D02206}"/>
              </a:ext>
            </a:extLst>
          </p:cNvPr>
          <p:cNvSpPr/>
          <p:nvPr/>
        </p:nvSpPr>
        <p:spPr>
          <a:xfrm>
            <a:off x="1228727" y="1512296"/>
            <a:ext cx="9541626" cy="1619564"/>
          </a:xfrm>
          <a:prstGeom prst="roundRect">
            <a:avLst>
              <a:gd name="adj" fmla="val 7352"/>
            </a:avLst>
          </a:prstGeom>
          <a:noFill/>
          <a:ln>
            <a:solidFill>
              <a:schemeClr val="accent1">
                <a:lumMod val="75000"/>
              </a:schemeClr>
            </a:solidFill>
          </a:ln>
        </p:spPr>
      </p:sp>
      <p:sp>
        <p:nvSpPr>
          <p:cNvPr id="2" name="Text 1">
            <a:extLst>
              <a:ext uri="{FF2B5EF4-FFF2-40B4-BE49-F238E27FC236}">
                <a16:creationId xmlns:a16="http://schemas.microsoft.com/office/drawing/2014/main" id="{7B66356A-B67D-774B-33AF-B75706BE292E}"/>
              </a:ext>
            </a:extLst>
          </p:cNvPr>
          <p:cNvSpPr/>
          <p:nvPr/>
        </p:nvSpPr>
        <p:spPr>
          <a:xfrm>
            <a:off x="381000" y="340034"/>
            <a:ext cx="6496050" cy="982916"/>
          </a:xfrm>
          <a:prstGeom prst="rect">
            <a:avLst/>
          </a:prstGeom>
          <a:noFill/>
          <a:ln/>
        </p:spPr>
        <p:txBody>
          <a:bodyPr wrap="square" lIns="0" tIns="0" rIns="0" bIns="0" rtlCol="0" anchor="t"/>
          <a:lstStyle/>
          <a:p>
            <a:pPr>
              <a:lnSpc>
                <a:spcPts val="6375"/>
              </a:lnSpc>
            </a:pPr>
            <a:r>
              <a:rPr lang="en-US" sz="5083" dirty="0" err="1">
                <a:solidFill>
                  <a:srgbClr val="00002E"/>
                </a:solidFill>
                <a:latin typeface="Nunito" pitchFamily="34" charset="0"/>
                <a:ea typeface="Nunito" pitchFamily="34" charset="-122"/>
                <a:cs typeface="Nunito" pitchFamily="34" charset="-120"/>
              </a:rPr>
              <a:t>Varför</a:t>
            </a:r>
            <a:r>
              <a:rPr lang="en-US" sz="5083" dirty="0">
                <a:solidFill>
                  <a:srgbClr val="00002E"/>
                </a:solidFill>
                <a:latin typeface="Nunito" pitchFamily="34" charset="0"/>
                <a:ea typeface="Nunito" pitchFamily="34" charset="-122"/>
                <a:cs typeface="Nunito" pitchFamily="34" charset="-120"/>
              </a:rPr>
              <a:t> </a:t>
            </a:r>
            <a:r>
              <a:rPr lang="en-US" sz="5083" dirty="0" err="1">
                <a:solidFill>
                  <a:srgbClr val="00002E"/>
                </a:solidFill>
                <a:latin typeface="Nunito" pitchFamily="34" charset="0"/>
                <a:ea typeface="Nunito" pitchFamily="34" charset="-122"/>
                <a:cs typeface="Nunito" pitchFamily="34" charset="-120"/>
              </a:rPr>
              <a:t>beskärning</a:t>
            </a:r>
            <a:r>
              <a:rPr lang="en-US" sz="5083" dirty="0">
                <a:solidFill>
                  <a:srgbClr val="00002E"/>
                </a:solidFill>
                <a:latin typeface="Nunito" pitchFamily="34" charset="0"/>
                <a:ea typeface="Nunito" pitchFamily="34" charset="-122"/>
                <a:cs typeface="Nunito" pitchFamily="34" charset="-120"/>
              </a:rPr>
              <a:t>?</a:t>
            </a:r>
            <a:endParaRPr lang="en-US" sz="5083" dirty="0"/>
          </a:p>
        </p:txBody>
      </p:sp>
      <p:sp>
        <p:nvSpPr>
          <p:cNvPr id="6" name="textruta 5">
            <a:extLst>
              <a:ext uri="{FF2B5EF4-FFF2-40B4-BE49-F238E27FC236}">
                <a16:creationId xmlns:a16="http://schemas.microsoft.com/office/drawing/2014/main" id="{17721FCA-5675-E283-F4C0-0910168D6EE9}"/>
              </a:ext>
            </a:extLst>
          </p:cNvPr>
          <p:cNvSpPr txBox="1"/>
          <p:nvPr/>
        </p:nvSpPr>
        <p:spPr>
          <a:xfrm>
            <a:off x="1393944" y="1618457"/>
            <a:ext cx="9089786" cy="1323439"/>
          </a:xfrm>
          <a:prstGeom prst="rect">
            <a:avLst/>
          </a:prstGeom>
          <a:noFill/>
        </p:spPr>
        <p:txBody>
          <a:bodyPr wrap="square">
            <a:spAutoFit/>
          </a:bodyPr>
          <a:lstStyle/>
          <a:p>
            <a:r>
              <a:rPr lang="en-US" sz="1600" b="1" dirty="0" err="1">
                <a:solidFill>
                  <a:srgbClr val="272525"/>
                </a:solidFill>
                <a:latin typeface="Montserrat" pitchFamily="34" charset="0"/>
                <a:ea typeface="Montserrat" pitchFamily="34" charset="-122"/>
                <a:cs typeface="Montserrat" pitchFamily="34" charset="-120"/>
              </a:rPr>
              <a:t>Minskad</a:t>
            </a:r>
            <a:r>
              <a:rPr lang="en-US" sz="1600" b="1" dirty="0">
                <a:solidFill>
                  <a:srgbClr val="272525"/>
                </a:solidFill>
                <a:latin typeface="Montserrat" pitchFamily="34" charset="0"/>
                <a:ea typeface="Montserrat" pitchFamily="34" charset="-122"/>
                <a:cs typeface="Montserrat" pitchFamily="34" charset="-120"/>
              </a:rPr>
              <a:t> </a:t>
            </a:r>
            <a:r>
              <a:rPr lang="en-US" sz="1600" b="1" dirty="0" err="1">
                <a:solidFill>
                  <a:srgbClr val="272525"/>
                </a:solidFill>
                <a:latin typeface="Montserrat" pitchFamily="34" charset="0"/>
                <a:ea typeface="Montserrat" pitchFamily="34" charset="-122"/>
                <a:cs typeface="Montserrat" pitchFamily="34" charset="-120"/>
              </a:rPr>
              <a:t>beräkningskostnad</a:t>
            </a:r>
            <a:endParaRPr lang="en-US" sz="1600" b="1" dirty="0">
              <a:solidFill>
                <a:srgbClr val="272525"/>
              </a:solidFill>
              <a:latin typeface="Montserrat" pitchFamily="34" charset="0"/>
              <a:ea typeface="Montserrat" pitchFamily="34" charset="-122"/>
              <a:cs typeface="Montserrat" pitchFamily="34" charset="-120"/>
            </a:endParaRPr>
          </a:p>
          <a:p>
            <a:endParaRPr lang="en-US" sz="1600" b="1" dirty="0">
              <a:solidFill>
                <a:srgbClr val="272525"/>
              </a:solidFill>
              <a:latin typeface="Montserrat" panose="00000500000000000000" pitchFamily="2" charset="0"/>
              <a:ea typeface="Montserrat" pitchFamily="34" charset="-122"/>
              <a:cs typeface="Montserrat" pitchFamily="34" charset="-120"/>
            </a:endParaRPr>
          </a:p>
          <a:p>
            <a:r>
              <a:rPr lang="sv-SE" sz="1600" dirty="0">
                <a:latin typeface="Montserrat" panose="00000500000000000000" pitchFamily="2" charset="0"/>
              </a:rPr>
              <a:t>Alfa-beta beskärning reducerar antalet noder som måste utforskas i spelträdet genom att eliminera grenar som inte påverkar det slutliga resultatet. Detta gör </a:t>
            </a:r>
            <a:r>
              <a:rPr lang="sv-SE" sz="1600" dirty="0" err="1">
                <a:latin typeface="Montserrat" panose="00000500000000000000" pitchFamily="2" charset="0"/>
              </a:rPr>
              <a:t>Minimax</a:t>
            </a:r>
            <a:r>
              <a:rPr lang="sv-SE" sz="1600" dirty="0">
                <a:latin typeface="Montserrat" panose="00000500000000000000" pitchFamily="2" charset="0"/>
              </a:rPr>
              <a:t> betydligt snabbare och mer effektiv.</a:t>
            </a:r>
            <a:endParaRPr lang="en-US" sz="1600" dirty="0">
              <a:solidFill>
                <a:srgbClr val="272525"/>
              </a:solidFill>
              <a:latin typeface="Montserrat" panose="00000500000000000000" pitchFamily="2" charset="0"/>
              <a:ea typeface="Montserrat" pitchFamily="34" charset="-122"/>
              <a:cs typeface="Montserrat" pitchFamily="34" charset="-120"/>
            </a:endParaRPr>
          </a:p>
        </p:txBody>
      </p:sp>
      <p:sp>
        <p:nvSpPr>
          <p:cNvPr id="8" name="textruta 7">
            <a:extLst>
              <a:ext uri="{FF2B5EF4-FFF2-40B4-BE49-F238E27FC236}">
                <a16:creationId xmlns:a16="http://schemas.microsoft.com/office/drawing/2014/main" id="{78640AE0-ECE9-2C8F-59C3-C8164D64B43C}"/>
              </a:ext>
            </a:extLst>
          </p:cNvPr>
          <p:cNvSpPr txBox="1"/>
          <p:nvPr/>
        </p:nvSpPr>
        <p:spPr>
          <a:xfrm>
            <a:off x="1366241" y="3663375"/>
            <a:ext cx="4613036" cy="830997"/>
          </a:xfrm>
          <a:prstGeom prst="rect">
            <a:avLst/>
          </a:prstGeom>
          <a:noFill/>
        </p:spPr>
        <p:txBody>
          <a:bodyPr wrap="square">
            <a:spAutoFit/>
          </a:bodyPr>
          <a:lstStyle/>
          <a:p>
            <a:r>
              <a:rPr lang="en-US" sz="1600" b="1" dirty="0" err="1">
                <a:solidFill>
                  <a:srgbClr val="272525"/>
                </a:solidFill>
                <a:latin typeface="Montserrat" pitchFamily="34" charset="0"/>
                <a:ea typeface="Montserrat" pitchFamily="34" charset="-122"/>
                <a:cs typeface="Montserrat" pitchFamily="34" charset="-120"/>
              </a:rPr>
              <a:t>Djupare</a:t>
            </a:r>
            <a:r>
              <a:rPr lang="en-US" sz="1600" b="1" dirty="0">
                <a:solidFill>
                  <a:srgbClr val="272525"/>
                </a:solidFill>
                <a:latin typeface="Montserrat" pitchFamily="34" charset="0"/>
                <a:ea typeface="Montserrat" pitchFamily="34" charset="-122"/>
                <a:cs typeface="Montserrat" pitchFamily="34" charset="-120"/>
              </a:rPr>
              <a:t> </a:t>
            </a:r>
            <a:r>
              <a:rPr lang="en-US" sz="1600" b="1" dirty="0" err="1">
                <a:solidFill>
                  <a:srgbClr val="272525"/>
                </a:solidFill>
                <a:latin typeface="Montserrat" pitchFamily="34" charset="0"/>
                <a:ea typeface="Montserrat" pitchFamily="34" charset="-122"/>
                <a:cs typeface="Montserrat" pitchFamily="34" charset="-120"/>
              </a:rPr>
              <a:t>träd</a:t>
            </a:r>
            <a:endParaRPr lang="en-US" sz="1600" b="1" dirty="0">
              <a:solidFill>
                <a:srgbClr val="272525"/>
              </a:solidFill>
              <a:latin typeface="Montserrat" pitchFamily="34" charset="0"/>
              <a:ea typeface="Montserrat" pitchFamily="34" charset="-122"/>
              <a:cs typeface="Montserrat" pitchFamily="34" charset="-120"/>
            </a:endParaRPr>
          </a:p>
          <a:p>
            <a:endParaRPr lang="en-US" sz="1600" b="1" dirty="0">
              <a:solidFill>
                <a:srgbClr val="272525"/>
              </a:solidFill>
              <a:latin typeface="Montserrat" panose="00000500000000000000" pitchFamily="2" charset="0"/>
              <a:ea typeface="Montserrat" pitchFamily="34" charset="-122"/>
              <a:cs typeface="Montserrat" pitchFamily="34" charset="-120"/>
            </a:endParaRPr>
          </a:p>
          <a:p>
            <a:r>
              <a:rPr lang="sv-SE" sz="1600" dirty="0">
                <a:latin typeface="Montserrat" panose="00000500000000000000" pitchFamily="2" charset="0"/>
              </a:rPr>
              <a:t>Gör det möjligt att utforska djupare träd</a:t>
            </a:r>
            <a:endParaRPr lang="en-US" sz="1600" dirty="0">
              <a:solidFill>
                <a:srgbClr val="272525"/>
              </a:solidFill>
              <a:latin typeface="Montserrat" panose="00000500000000000000" pitchFamily="2" charset="0"/>
              <a:ea typeface="Montserrat" pitchFamily="34" charset="-122"/>
              <a:cs typeface="Montserrat" pitchFamily="34" charset="-120"/>
            </a:endParaRPr>
          </a:p>
        </p:txBody>
      </p:sp>
      <p:sp>
        <p:nvSpPr>
          <p:cNvPr id="9" name="textruta 8">
            <a:extLst>
              <a:ext uri="{FF2B5EF4-FFF2-40B4-BE49-F238E27FC236}">
                <a16:creationId xmlns:a16="http://schemas.microsoft.com/office/drawing/2014/main" id="{91A01881-8CB1-5F42-C443-16BDDDBE5F2F}"/>
              </a:ext>
            </a:extLst>
          </p:cNvPr>
          <p:cNvSpPr txBox="1"/>
          <p:nvPr/>
        </p:nvSpPr>
        <p:spPr>
          <a:xfrm>
            <a:off x="1366241" y="5072003"/>
            <a:ext cx="9089786" cy="1323439"/>
          </a:xfrm>
          <a:prstGeom prst="rect">
            <a:avLst/>
          </a:prstGeom>
          <a:noFill/>
        </p:spPr>
        <p:txBody>
          <a:bodyPr wrap="square">
            <a:spAutoFit/>
          </a:bodyPr>
          <a:lstStyle/>
          <a:p>
            <a:r>
              <a:rPr lang="en-US" sz="1600" b="1" dirty="0" err="1">
                <a:solidFill>
                  <a:srgbClr val="272525"/>
                </a:solidFill>
                <a:latin typeface="Montserrat" pitchFamily="34" charset="0"/>
                <a:ea typeface="Montserrat" pitchFamily="34" charset="-122"/>
                <a:cs typeface="Montserrat" pitchFamily="34" charset="-120"/>
              </a:rPr>
              <a:t>Snabbare</a:t>
            </a:r>
            <a:r>
              <a:rPr lang="en-US" sz="1600" b="1" dirty="0">
                <a:solidFill>
                  <a:srgbClr val="272525"/>
                </a:solidFill>
                <a:latin typeface="Montserrat" pitchFamily="34" charset="0"/>
                <a:ea typeface="Montserrat" pitchFamily="34" charset="-122"/>
                <a:cs typeface="Montserrat" pitchFamily="34" charset="-120"/>
              </a:rPr>
              <a:t> </a:t>
            </a:r>
            <a:r>
              <a:rPr lang="en-US" sz="1600" b="1" dirty="0" err="1">
                <a:solidFill>
                  <a:srgbClr val="272525"/>
                </a:solidFill>
                <a:latin typeface="Montserrat" pitchFamily="34" charset="0"/>
                <a:ea typeface="Montserrat" pitchFamily="34" charset="-122"/>
                <a:cs typeface="Montserrat" pitchFamily="34" charset="-120"/>
              </a:rPr>
              <a:t>beslut</a:t>
            </a:r>
            <a:endParaRPr lang="en-US" sz="1600" b="1" dirty="0">
              <a:solidFill>
                <a:srgbClr val="272525"/>
              </a:solidFill>
              <a:latin typeface="Montserrat" pitchFamily="34" charset="0"/>
              <a:ea typeface="Montserrat" pitchFamily="34" charset="-122"/>
              <a:cs typeface="Montserrat" pitchFamily="34" charset="-120"/>
            </a:endParaRPr>
          </a:p>
          <a:p>
            <a:endParaRPr lang="en-US" sz="1600" dirty="0">
              <a:latin typeface="Montserrat" panose="00000500000000000000" pitchFamily="2" charset="0"/>
            </a:endParaRPr>
          </a:p>
          <a:p>
            <a:r>
              <a:rPr lang="sv-SE" sz="1600" dirty="0">
                <a:latin typeface="Montserrat" panose="00000500000000000000" pitchFamily="2" charset="0"/>
              </a:rPr>
              <a:t>Genom att undvika utforskning av irrelevanta grenar, kan algoritmen fatta beslut snabbare. Detta är särskilt viktigt i komplexa spel som schack, där antalet möjliga drag kan bli astronomiskt stort.</a:t>
            </a:r>
            <a:endParaRPr lang="en-US" sz="1600" dirty="0">
              <a:latin typeface="Montserrat" panose="00000500000000000000" pitchFamily="2" charset="0"/>
            </a:endParaRPr>
          </a:p>
        </p:txBody>
      </p:sp>
      <p:sp>
        <p:nvSpPr>
          <p:cNvPr id="3" name="Platshållare för sidfot 1">
            <a:extLst>
              <a:ext uri="{FF2B5EF4-FFF2-40B4-BE49-F238E27FC236}">
                <a16:creationId xmlns:a16="http://schemas.microsoft.com/office/drawing/2014/main" id="{6E38450F-550C-DA71-055E-597DAF96C4FE}"/>
              </a:ext>
            </a:extLst>
          </p:cNvPr>
          <p:cNvSpPr>
            <a:spLocks noGrp="1"/>
          </p:cNvSpPr>
          <p:nvPr/>
        </p:nvSpPr>
        <p:spPr>
          <a:xfrm>
            <a:off x="2768194" y="6419850"/>
            <a:ext cx="5588812" cy="438150"/>
          </a:xfrm>
          <a:prstGeom prst="rect">
            <a:avLst/>
          </a:prstGeom>
        </p:spPr>
        <p:txBody>
          <a:bodyPr vert="horz" lIns="91440" tIns="45720" rIns="91440" bIns="45720" rtlCol="0" anchor="ctr"/>
          <a:lstStyle>
            <a:defPPr>
              <a:defRPr lang="en-US"/>
            </a:defPPr>
            <a:lvl1pPr marL="0" algn="ctr" defTabSz="457200" rtl="0" eaLnBrk="1" latinLnBrk="0" hangingPunct="1">
              <a:defRPr sz="144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dirty="0"/>
              <a:t>Presentation av David Hedengren</a:t>
            </a:r>
          </a:p>
        </p:txBody>
      </p:sp>
    </p:spTree>
    <p:extLst>
      <p:ext uri="{BB962C8B-B14F-4D97-AF65-F5344CB8AC3E}">
        <p14:creationId xmlns:p14="http://schemas.microsoft.com/office/powerpoint/2010/main" val="4907313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8" grpId="0"/>
      <p:bldP spid="9"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1">
            <a:extLst>
              <a:ext uri="{FF2B5EF4-FFF2-40B4-BE49-F238E27FC236}">
                <a16:creationId xmlns:a16="http://schemas.microsoft.com/office/drawing/2014/main" id="{25DF456A-1874-50EF-F160-5D7EA33D7D3B}"/>
              </a:ext>
            </a:extLst>
          </p:cNvPr>
          <p:cNvSpPr/>
          <p:nvPr/>
        </p:nvSpPr>
        <p:spPr>
          <a:xfrm>
            <a:off x="381000" y="340034"/>
            <a:ext cx="6496050" cy="982916"/>
          </a:xfrm>
          <a:prstGeom prst="rect">
            <a:avLst/>
          </a:prstGeom>
          <a:noFill/>
          <a:ln/>
        </p:spPr>
        <p:txBody>
          <a:bodyPr wrap="square" lIns="0" tIns="0" rIns="0" bIns="0" rtlCol="0" anchor="t"/>
          <a:lstStyle/>
          <a:p>
            <a:pPr>
              <a:lnSpc>
                <a:spcPts val="6375"/>
              </a:lnSpc>
            </a:pPr>
            <a:r>
              <a:rPr lang="en-US" sz="5083" dirty="0">
                <a:solidFill>
                  <a:srgbClr val="00002E"/>
                </a:solidFill>
                <a:latin typeface="Nunito" pitchFamily="34" charset="0"/>
                <a:ea typeface="Nunito" pitchFamily="34" charset="-122"/>
                <a:cs typeface="Nunito" pitchFamily="34" charset="-120"/>
              </a:rPr>
              <a:t>Alfa- och </a:t>
            </a:r>
            <a:r>
              <a:rPr lang="en-US" sz="5083" dirty="0" err="1">
                <a:solidFill>
                  <a:srgbClr val="00002E"/>
                </a:solidFill>
                <a:latin typeface="Nunito" pitchFamily="34" charset="0"/>
                <a:ea typeface="Nunito" pitchFamily="34" charset="-122"/>
                <a:cs typeface="Nunito" pitchFamily="34" charset="-120"/>
              </a:rPr>
              <a:t>betavärden</a:t>
            </a:r>
            <a:endParaRPr lang="en-US" sz="5083" dirty="0"/>
          </a:p>
        </p:txBody>
      </p:sp>
      <p:sp>
        <p:nvSpPr>
          <p:cNvPr id="3" name="Shape 3">
            <a:extLst>
              <a:ext uri="{FF2B5EF4-FFF2-40B4-BE49-F238E27FC236}">
                <a16:creationId xmlns:a16="http://schemas.microsoft.com/office/drawing/2014/main" id="{AACDD34A-AF08-351C-35F9-D36DE79B528B}"/>
              </a:ext>
            </a:extLst>
          </p:cNvPr>
          <p:cNvSpPr/>
          <p:nvPr/>
        </p:nvSpPr>
        <p:spPr>
          <a:xfrm>
            <a:off x="1028200" y="1611951"/>
            <a:ext cx="22860" cy="4158972"/>
          </a:xfrm>
          <a:prstGeom prst="roundRect">
            <a:avLst>
              <a:gd name="adj" fmla="val 293405"/>
            </a:avLst>
          </a:prstGeom>
          <a:solidFill>
            <a:schemeClr val="accent6">
              <a:lumMod val="20000"/>
              <a:lumOff val="80000"/>
            </a:schemeClr>
          </a:solidFill>
          <a:ln/>
        </p:spPr>
      </p:sp>
      <p:sp>
        <p:nvSpPr>
          <p:cNvPr id="4" name="Shape 4">
            <a:extLst>
              <a:ext uri="{FF2B5EF4-FFF2-40B4-BE49-F238E27FC236}">
                <a16:creationId xmlns:a16="http://schemas.microsoft.com/office/drawing/2014/main" id="{A5C77198-E2E8-9682-6EA8-4EE201784633}"/>
              </a:ext>
            </a:extLst>
          </p:cNvPr>
          <p:cNvSpPr/>
          <p:nvPr/>
        </p:nvSpPr>
        <p:spPr>
          <a:xfrm>
            <a:off x="1196376" y="1959614"/>
            <a:ext cx="558879" cy="22860"/>
          </a:xfrm>
          <a:prstGeom prst="roundRect">
            <a:avLst>
              <a:gd name="adj" fmla="val 293405"/>
            </a:avLst>
          </a:prstGeom>
          <a:solidFill>
            <a:schemeClr val="accent6">
              <a:lumMod val="20000"/>
              <a:lumOff val="80000"/>
            </a:schemeClr>
          </a:solidFill>
          <a:ln/>
        </p:spPr>
      </p:sp>
      <p:sp>
        <p:nvSpPr>
          <p:cNvPr id="5" name="Shape 5">
            <a:extLst>
              <a:ext uri="{FF2B5EF4-FFF2-40B4-BE49-F238E27FC236}">
                <a16:creationId xmlns:a16="http://schemas.microsoft.com/office/drawing/2014/main" id="{D2557946-ACE1-7116-1457-096B87DE292E}"/>
              </a:ext>
            </a:extLst>
          </p:cNvPr>
          <p:cNvSpPr/>
          <p:nvPr/>
        </p:nvSpPr>
        <p:spPr>
          <a:xfrm>
            <a:off x="860024" y="1791498"/>
            <a:ext cx="359212" cy="359212"/>
          </a:xfrm>
          <a:prstGeom prst="roundRect">
            <a:avLst>
              <a:gd name="adj" fmla="val 18672"/>
            </a:avLst>
          </a:prstGeom>
          <a:solidFill>
            <a:schemeClr val="accent6">
              <a:lumMod val="20000"/>
              <a:lumOff val="80000"/>
            </a:schemeClr>
          </a:solidFill>
          <a:ln w="7620">
            <a:solidFill>
              <a:srgbClr val="B8BFDF"/>
            </a:solidFill>
            <a:prstDash val="solid"/>
          </a:ln>
        </p:spPr>
      </p:sp>
      <p:sp>
        <p:nvSpPr>
          <p:cNvPr id="6" name="Shape 9">
            <a:extLst>
              <a:ext uri="{FF2B5EF4-FFF2-40B4-BE49-F238E27FC236}">
                <a16:creationId xmlns:a16="http://schemas.microsoft.com/office/drawing/2014/main" id="{DADCE06C-8CBA-D168-C8CA-FDB45FACEBA5}"/>
              </a:ext>
            </a:extLst>
          </p:cNvPr>
          <p:cNvSpPr/>
          <p:nvPr/>
        </p:nvSpPr>
        <p:spPr>
          <a:xfrm>
            <a:off x="1196376" y="3039273"/>
            <a:ext cx="558879" cy="22860"/>
          </a:xfrm>
          <a:prstGeom prst="roundRect">
            <a:avLst>
              <a:gd name="adj" fmla="val 293405"/>
            </a:avLst>
          </a:prstGeom>
          <a:solidFill>
            <a:schemeClr val="accent6">
              <a:lumMod val="20000"/>
              <a:lumOff val="80000"/>
            </a:schemeClr>
          </a:solidFill>
          <a:ln/>
        </p:spPr>
      </p:sp>
      <p:sp>
        <p:nvSpPr>
          <p:cNvPr id="7" name="Shape 10">
            <a:extLst>
              <a:ext uri="{FF2B5EF4-FFF2-40B4-BE49-F238E27FC236}">
                <a16:creationId xmlns:a16="http://schemas.microsoft.com/office/drawing/2014/main" id="{9B8606DE-E78F-F52F-2201-5E821F7B45A3}"/>
              </a:ext>
            </a:extLst>
          </p:cNvPr>
          <p:cNvSpPr/>
          <p:nvPr/>
        </p:nvSpPr>
        <p:spPr>
          <a:xfrm>
            <a:off x="860024" y="2871156"/>
            <a:ext cx="359212" cy="359212"/>
          </a:xfrm>
          <a:prstGeom prst="roundRect">
            <a:avLst>
              <a:gd name="adj" fmla="val 18672"/>
            </a:avLst>
          </a:prstGeom>
          <a:solidFill>
            <a:schemeClr val="accent6">
              <a:lumMod val="20000"/>
              <a:lumOff val="80000"/>
            </a:schemeClr>
          </a:solidFill>
          <a:ln w="7620">
            <a:solidFill>
              <a:srgbClr val="B8BFDF"/>
            </a:solidFill>
            <a:prstDash val="solid"/>
          </a:ln>
        </p:spPr>
      </p:sp>
      <p:sp>
        <p:nvSpPr>
          <p:cNvPr id="8" name="Shape 14">
            <a:extLst>
              <a:ext uri="{FF2B5EF4-FFF2-40B4-BE49-F238E27FC236}">
                <a16:creationId xmlns:a16="http://schemas.microsoft.com/office/drawing/2014/main" id="{D1BE85D7-7695-AAB9-7FF1-27E5AFBA6CD0}"/>
              </a:ext>
            </a:extLst>
          </p:cNvPr>
          <p:cNvSpPr/>
          <p:nvPr/>
        </p:nvSpPr>
        <p:spPr>
          <a:xfrm>
            <a:off x="1196376" y="4118931"/>
            <a:ext cx="558879" cy="22860"/>
          </a:xfrm>
          <a:prstGeom prst="roundRect">
            <a:avLst>
              <a:gd name="adj" fmla="val 293405"/>
            </a:avLst>
          </a:prstGeom>
          <a:solidFill>
            <a:schemeClr val="accent6">
              <a:lumMod val="20000"/>
              <a:lumOff val="80000"/>
            </a:schemeClr>
          </a:solidFill>
          <a:ln/>
        </p:spPr>
      </p:sp>
      <p:sp>
        <p:nvSpPr>
          <p:cNvPr id="9" name="Shape 15">
            <a:extLst>
              <a:ext uri="{FF2B5EF4-FFF2-40B4-BE49-F238E27FC236}">
                <a16:creationId xmlns:a16="http://schemas.microsoft.com/office/drawing/2014/main" id="{73AAD4C3-C1B4-CC37-A7DE-9D62A0346308}"/>
              </a:ext>
            </a:extLst>
          </p:cNvPr>
          <p:cNvSpPr/>
          <p:nvPr/>
        </p:nvSpPr>
        <p:spPr>
          <a:xfrm>
            <a:off x="860024" y="3950815"/>
            <a:ext cx="359212" cy="359212"/>
          </a:xfrm>
          <a:prstGeom prst="roundRect">
            <a:avLst>
              <a:gd name="adj" fmla="val 18672"/>
            </a:avLst>
          </a:prstGeom>
          <a:solidFill>
            <a:schemeClr val="accent6">
              <a:lumMod val="20000"/>
              <a:lumOff val="80000"/>
            </a:schemeClr>
          </a:solidFill>
          <a:ln w="7620">
            <a:solidFill>
              <a:srgbClr val="B8BFDF"/>
            </a:solidFill>
            <a:prstDash val="solid"/>
          </a:ln>
        </p:spPr>
      </p:sp>
      <p:sp>
        <p:nvSpPr>
          <p:cNvPr id="10" name="Shape 19">
            <a:extLst>
              <a:ext uri="{FF2B5EF4-FFF2-40B4-BE49-F238E27FC236}">
                <a16:creationId xmlns:a16="http://schemas.microsoft.com/office/drawing/2014/main" id="{21B15821-3A45-D12B-09C8-D33DBFB7848B}"/>
              </a:ext>
            </a:extLst>
          </p:cNvPr>
          <p:cNvSpPr/>
          <p:nvPr/>
        </p:nvSpPr>
        <p:spPr>
          <a:xfrm>
            <a:off x="1196376" y="5198590"/>
            <a:ext cx="558879" cy="22860"/>
          </a:xfrm>
          <a:prstGeom prst="roundRect">
            <a:avLst>
              <a:gd name="adj" fmla="val 293405"/>
            </a:avLst>
          </a:prstGeom>
          <a:solidFill>
            <a:schemeClr val="accent6">
              <a:lumMod val="20000"/>
              <a:lumOff val="80000"/>
            </a:schemeClr>
          </a:solidFill>
          <a:ln/>
        </p:spPr>
      </p:sp>
      <p:sp>
        <p:nvSpPr>
          <p:cNvPr id="11" name="Shape 20">
            <a:extLst>
              <a:ext uri="{FF2B5EF4-FFF2-40B4-BE49-F238E27FC236}">
                <a16:creationId xmlns:a16="http://schemas.microsoft.com/office/drawing/2014/main" id="{4C30E437-8BAC-B443-4A7A-624BAEA6E578}"/>
              </a:ext>
            </a:extLst>
          </p:cNvPr>
          <p:cNvSpPr/>
          <p:nvPr/>
        </p:nvSpPr>
        <p:spPr>
          <a:xfrm>
            <a:off x="860024" y="5030474"/>
            <a:ext cx="359212" cy="359212"/>
          </a:xfrm>
          <a:prstGeom prst="roundRect">
            <a:avLst>
              <a:gd name="adj" fmla="val 18672"/>
            </a:avLst>
          </a:prstGeom>
          <a:solidFill>
            <a:schemeClr val="accent6">
              <a:lumMod val="20000"/>
              <a:lumOff val="80000"/>
            </a:schemeClr>
          </a:solidFill>
          <a:ln w="7620">
            <a:solidFill>
              <a:srgbClr val="B8BFDF"/>
            </a:solidFill>
            <a:prstDash val="solid"/>
          </a:ln>
        </p:spPr>
      </p:sp>
      <mc:AlternateContent xmlns:mc="http://schemas.openxmlformats.org/markup-compatibility/2006" xmlns:a14="http://schemas.microsoft.com/office/drawing/2010/main">
        <mc:Choice Requires="a14">
          <p:sp>
            <p:nvSpPr>
              <p:cNvPr id="12" name="textruta 11">
                <a:extLst>
                  <a:ext uri="{FF2B5EF4-FFF2-40B4-BE49-F238E27FC236}">
                    <a16:creationId xmlns:a16="http://schemas.microsoft.com/office/drawing/2014/main" id="{7931D5C8-47E7-BE58-77D5-B1DF43069763}"/>
                  </a:ext>
                </a:extLst>
              </p:cNvPr>
              <p:cNvSpPr txBox="1"/>
              <p:nvPr/>
            </p:nvSpPr>
            <p:spPr>
              <a:xfrm>
                <a:off x="1900570" y="1786378"/>
                <a:ext cx="6853561" cy="646331"/>
              </a:xfrm>
              <a:prstGeom prst="rect">
                <a:avLst/>
              </a:prstGeom>
              <a:noFill/>
            </p:spPr>
            <p:txBody>
              <a:bodyPr wrap="square" rtlCol="0">
                <a:spAutoFit/>
              </a:bodyPr>
              <a:lstStyle/>
              <a:p>
                <a:r>
                  <a:rPr lang="sv-SE" dirty="0"/>
                  <a:t>Algoritmen tilldelar varje nod ett alfavärde </a:t>
                </a:r>
                <a14:m>
                  <m:oMath xmlns:m="http://schemas.openxmlformats.org/officeDocument/2006/math">
                    <m:r>
                      <a:rPr lang="sv-SE" b="0" i="1" smtClean="0">
                        <a:latin typeface="Cambria Math" panose="02040503050406030204" pitchFamily="18" charset="0"/>
                      </a:rPr>
                      <m:t>(</m:t>
                    </m:r>
                    <m:r>
                      <a:rPr lang="sv-SE" b="0" i="1" smtClean="0">
                        <a:latin typeface="Cambria Math" panose="02040503050406030204" pitchFamily="18" charset="0"/>
                        <a:ea typeface="Cambria Math" panose="02040503050406030204" pitchFamily="18" charset="0"/>
                      </a:rPr>
                      <m:t>𝛼</m:t>
                    </m:r>
                    <m:r>
                      <a:rPr lang="sv-SE" b="0" i="1" smtClean="0">
                        <a:latin typeface="Cambria Math" panose="02040503050406030204" pitchFamily="18" charset="0"/>
                        <a:ea typeface="Cambria Math" panose="02040503050406030204" pitchFamily="18" charset="0"/>
                      </a:rPr>
                      <m:t>)</m:t>
                    </m:r>
                  </m:oMath>
                </a14:m>
                <a:r>
                  <a:rPr lang="sv-SE" dirty="0"/>
                  <a:t> och ett betavärde </a:t>
                </a:r>
                <a14:m>
                  <m:oMath xmlns:m="http://schemas.openxmlformats.org/officeDocument/2006/math">
                    <m:d>
                      <m:dPr>
                        <m:ctrlPr>
                          <a:rPr lang="sv-SE" b="0" i="1" smtClean="0">
                            <a:latin typeface="Cambria Math" panose="02040503050406030204" pitchFamily="18" charset="0"/>
                            <a:ea typeface="Cambria Math" panose="02040503050406030204" pitchFamily="18" charset="0"/>
                          </a:rPr>
                        </m:ctrlPr>
                      </m:dPr>
                      <m:e>
                        <m:r>
                          <a:rPr lang="sv-SE" b="0" i="1" smtClean="0">
                            <a:latin typeface="Cambria Math" panose="02040503050406030204" pitchFamily="18" charset="0"/>
                            <a:ea typeface="Cambria Math" panose="02040503050406030204" pitchFamily="18" charset="0"/>
                          </a:rPr>
                          <m:t>𝛽</m:t>
                        </m:r>
                      </m:e>
                    </m:d>
                    <m:r>
                      <a:rPr lang="sv-SE" b="0" i="1" smtClean="0">
                        <a:latin typeface="Cambria Math" panose="02040503050406030204" pitchFamily="18" charset="0"/>
                        <a:ea typeface="Cambria Math" panose="02040503050406030204" pitchFamily="18" charset="0"/>
                      </a:rPr>
                      <m:t> </m:t>
                    </m:r>
                  </m:oMath>
                </a14:m>
                <a:r>
                  <a:rPr lang="sv-SE" dirty="0"/>
                  <a:t>och gör en </a:t>
                </a:r>
                <a:r>
                  <a:rPr lang="sv-SE" dirty="0" err="1"/>
                  <a:t>Depth</a:t>
                </a:r>
                <a:r>
                  <a:rPr lang="sv-SE" dirty="0"/>
                  <a:t> </a:t>
                </a:r>
                <a:r>
                  <a:rPr lang="sv-SE" dirty="0" err="1"/>
                  <a:t>First</a:t>
                </a:r>
                <a:r>
                  <a:rPr lang="sv-SE" dirty="0"/>
                  <a:t> </a:t>
                </a:r>
                <a:r>
                  <a:rPr lang="sv-SE" dirty="0" err="1"/>
                  <a:t>Search</a:t>
                </a:r>
                <a:r>
                  <a:rPr lang="sv-SE" dirty="0"/>
                  <a:t> i trädet. </a:t>
                </a:r>
              </a:p>
            </p:txBody>
          </p:sp>
        </mc:Choice>
        <mc:Fallback xmlns="">
          <p:sp>
            <p:nvSpPr>
              <p:cNvPr id="12" name="textruta 11">
                <a:extLst>
                  <a:ext uri="{FF2B5EF4-FFF2-40B4-BE49-F238E27FC236}">
                    <a16:creationId xmlns:a16="http://schemas.microsoft.com/office/drawing/2014/main" id="{7931D5C8-47E7-BE58-77D5-B1DF43069763}"/>
                  </a:ext>
                </a:extLst>
              </p:cNvPr>
              <p:cNvSpPr txBox="1">
                <a:spLocks noRot="1" noChangeAspect="1" noMove="1" noResize="1" noEditPoints="1" noAdjustHandles="1" noChangeArrowheads="1" noChangeShapeType="1" noTextEdit="1"/>
              </p:cNvSpPr>
              <p:nvPr/>
            </p:nvSpPr>
            <p:spPr>
              <a:xfrm>
                <a:off x="1900570" y="1786378"/>
                <a:ext cx="6853561" cy="646331"/>
              </a:xfrm>
              <a:prstGeom prst="rect">
                <a:avLst/>
              </a:prstGeom>
              <a:blipFill>
                <a:blip r:embed="rId2"/>
                <a:stretch>
                  <a:fillRect l="-801" t="-4717" b="-14151"/>
                </a:stretch>
              </a:blipFill>
            </p:spPr>
            <p:txBody>
              <a:bodyPr/>
              <a:lstStyle/>
              <a:p>
                <a:r>
                  <a:rPr lang="sv-SE">
                    <a:noFill/>
                  </a:rPr>
                  <a:t> </a:t>
                </a:r>
              </a:p>
            </p:txBody>
          </p:sp>
        </mc:Fallback>
      </mc:AlternateContent>
      <mc:AlternateContent xmlns:mc="http://schemas.openxmlformats.org/markup-compatibility/2006" xmlns:a14="http://schemas.microsoft.com/office/drawing/2010/main">
        <mc:Choice Requires="a14">
          <p:sp>
            <p:nvSpPr>
              <p:cNvPr id="13" name="textruta 12">
                <a:extLst>
                  <a:ext uri="{FF2B5EF4-FFF2-40B4-BE49-F238E27FC236}">
                    <a16:creationId xmlns:a16="http://schemas.microsoft.com/office/drawing/2014/main" id="{8F51C8B9-5363-214D-7DED-32E656D28530}"/>
                  </a:ext>
                </a:extLst>
              </p:cNvPr>
              <p:cNvSpPr txBox="1"/>
              <p:nvPr/>
            </p:nvSpPr>
            <p:spPr>
              <a:xfrm>
                <a:off x="1900570" y="2795841"/>
                <a:ext cx="9655545" cy="646331"/>
              </a:xfrm>
              <a:prstGeom prst="rect">
                <a:avLst/>
              </a:prstGeom>
              <a:noFill/>
            </p:spPr>
            <p:txBody>
              <a:bodyPr wrap="square" rtlCol="0">
                <a:spAutoFit/>
              </a:bodyPr>
              <a:lstStyle/>
              <a:p>
                <a:r>
                  <a:rPr lang="sv-SE" dirty="0"/>
                  <a:t>Alfavärdet </a:t>
                </a:r>
                <a14:m>
                  <m:oMath xmlns:m="http://schemas.openxmlformats.org/officeDocument/2006/math">
                    <m:r>
                      <a:rPr lang="sv-SE" b="0" i="1" smtClean="0">
                        <a:latin typeface="Cambria Math" panose="02040503050406030204" pitchFamily="18" charset="0"/>
                      </a:rPr>
                      <m:t>(</m:t>
                    </m:r>
                    <m:r>
                      <a:rPr lang="sv-SE" b="0" i="1" smtClean="0">
                        <a:latin typeface="Cambria Math" panose="02040503050406030204" pitchFamily="18" charset="0"/>
                        <a:ea typeface="Cambria Math" panose="02040503050406030204" pitchFamily="18" charset="0"/>
                      </a:rPr>
                      <m:t>𝛼</m:t>
                    </m:r>
                    <m:r>
                      <a:rPr lang="sv-SE" b="0" i="1" smtClean="0">
                        <a:latin typeface="Cambria Math" panose="02040503050406030204" pitchFamily="18" charset="0"/>
                        <a:ea typeface="Cambria Math" panose="02040503050406030204" pitchFamily="18" charset="0"/>
                      </a:rPr>
                      <m:t>)</m:t>
                    </m:r>
                  </m:oMath>
                </a14:m>
                <a:r>
                  <a:rPr lang="sv-SE" dirty="0"/>
                  <a:t> är det hittills bästa värde som Max kan garantera. </a:t>
                </a:r>
              </a:p>
              <a:p>
                <a:r>
                  <a:rPr lang="sv-SE" dirty="0"/>
                  <a:t>Från början ges noden alfavärdet (</a:t>
                </a:r>
                <a14:m>
                  <m:oMath xmlns:m="http://schemas.openxmlformats.org/officeDocument/2006/math">
                    <m:r>
                      <a:rPr lang="sv-SE" i="1">
                        <a:latin typeface="Cambria Math" panose="02040503050406030204" pitchFamily="18" charset="0"/>
                        <a:ea typeface="Cambria Math" panose="02040503050406030204" pitchFamily="18" charset="0"/>
                      </a:rPr>
                      <m:t>𝛼</m:t>
                    </m:r>
                    <m:r>
                      <a:rPr lang="sv-SE" b="0" i="1" smtClean="0">
                        <a:latin typeface="Cambria Math" panose="02040503050406030204" pitchFamily="18" charset="0"/>
                        <a:ea typeface="Cambria Math" panose="02040503050406030204" pitchFamily="18" charset="0"/>
                      </a:rPr>
                      <m:t>=−∞</m:t>
                    </m:r>
                    <m:r>
                      <a:rPr lang="sv-SE" i="1">
                        <a:latin typeface="Cambria Math" panose="02040503050406030204" pitchFamily="18" charset="0"/>
                        <a:ea typeface="Cambria Math" panose="02040503050406030204" pitchFamily="18" charset="0"/>
                      </a:rPr>
                      <m:t>)</m:t>
                    </m:r>
                  </m:oMath>
                </a14:m>
                <a:r>
                  <a:rPr lang="sv-SE" dirty="0"/>
                  <a:t> och uppdateras vid maxnoder om ett högre värde hittats.</a:t>
                </a:r>
              </a:p>
            </p:txBody>
          </p:sp>
        </mc:Choice>
        <mc:Fallback xmlns="">
          <p:sp>
            <p:nvSpPr>
              <p:cNvPr id="13" name="textruta 12">
                <a:extLst>
                  <a:ext uri="{FF2B5EF4-FFF2-40B4-BE49-F238E27FC236}">
                    <a16:creationId xmlns:a16="http://schemas.microsoft.com/office/drawing/2014/main" id="{8F51C8B9-5363-214D-7DED-32E656D28530}"/>
                  </a:ext>
                </a:extLst>
              </p:cNvPr>
              <p:cNvSpPr txBox="1">
                <a:spLocks noRot="1" noChangeAspect="1" noMove="1" noResize="1" noEditPoints="1" noAdjustHandles="1" noChangeArrowheads="1" noChangeShapeType="1" noTextEdit="1"/>
              </p:cNvSpPr>
              <p:nvPr/>
            </p:nvSpPr>
            <p:spPr>
              <a:xfrm>
                <a:off x="1900570" y="2795841"/>
                <a:ext cx="9655545" cy="646331"/>
              </a:xfrm>
              <a:prstGeom prst="rect">
                <a:avLst/>
              </a:prstGeom>
              <a:blipFill>
                <a:blip r:embed="rId3"/>
                <a:stretch>
                  <a:fillRect l="-568" t="-5660" r="-316" b="-14151"/>
                </a:stretch>
              </a:blipFill>
            </p:spPr>
            <p:txBody>
              <a:bodyPr/>
              <a:lstStyle/>
              <a:p>
                <a:r>
                  <a:rPr lang="sv-SE">
                    <a:noFill/>
                  </a:rPr>
                  <a:t> </a:t>
                </a:r>
              </a:p>
            </p:txBody>
          </p:sp>
        </mc:Fallback>
      </mc:AlternateContent>
      <mc:AlternateContent xmlns:mc="http://schemas.openxmlformats.org/markup-compatibility/2006" xmlns:a14="http://schemas.microsoft.com/office/drawing/2010/main">
        <mc:Choice Requires="a14">
          <p:sp>
            <p:nvSpPr>
              <p:cNvPr id="14" name="textruta 13">
                <a:extLst>
                  <a:ext uri="{FF2B5EF4-FFF2-40B4-BE49-F238E27FC236}">
                    <a16:creationId xmlns:a16="http://schemas.microsoft.com/office/drawing/2014/main" id="{92D39E0F-D847-3D4C-A6AD-927423247646}"/>
                  </a:ext>
                </a:extLst>
              </p:cNvPr>
              <p:cNvSpPr txBox="1"/>
              <p:nvPr/>
            </p:nvSpPr>
            <p:spPr>
              <a:xfrm>
                <a:off x="1900570" y="3914025"/>
                <a:ext cx="9263230" cy="646331"/>
              </a:xfrm>
              <a:prstGeom prst="rect">
                <a:avLst/>
              </a:prstGeom>
              <a:noFill/>
            </p:spPr>
            <p:txBody>
              <a:bodyPr wrap="square" rtlCol="0">
                <a:spAutoFit/>
              </a:bodyPr>
              <a:lstStyle/>
              <a:p>
                <a:r>
                  <a:rPr lang="sv-SE" dirty="0"/>
                  <a:t>Betavärdet </a:t>
                </a:r>
                <a14:m>
                  <m:oMath xmlns:m="http://schemas.openxmlformats.org/officeDocument/2006/math">
                    <m:r>
                      <a:rPr lang="sv-SE" b="0" i="1" smtClean="0">
                        <a:latin typeface="Cambria Math" panose="02040503050406030204" pitchFamily="18" charset="0"/>
                      </a:rPr>
                      <m:t>(</m:t>
                    </m:r>
                    <m:r>
                      <a:rPr lang="sv-SE" i="1">
                        <a:latin typeface="Cambria Math" panose="02040503050406030204" pitchFamily="18" charset="0"/>
                        <a:ea typeface="Cambria Math" panose="02040503050406030204" pitchFamily="18" charset="0"/>
                      </a:rPr>
                      <m:t>𝛽</m:t>
                    </m:r>
                    <m:r>
                      <a:rPr lang="sv-SE" b="0" i="1" smtClean="0">
                        <a:latin typeface="Cambria Math" panose="02040503050406030204" pitchFamily="18" charset="0"/>
                        <a:ea typeface="Cambria Math" panose="02040503050406030204" pitchFamily="18" charset="0"/>
                      </a:rPr>
                      <m:t>)</m:t>
                    </m:r>
                  </m:oMath>
                </a14:m>
                <a:r>
                  <a:rPr lang="sv-SE" dirty="0"/>
                  <a:t> är det hittills bästa värde som Min kan garantera. </a:t>
                </a:r>
              </a:p>
              <a:p>
                <a:r>
                  <a:rPr lang="sv-SE" dirty="0"/>
                  <a:t>Betavärdet sätts från början till </a:t>
                </a:r>
                <a14:m>
                  <m:oMath xmlns:m="http://schemas.openxmlformats.org/officeDocument/2006/math">
                    <m:r>
                      <a:rPr lang="sv-SE" i="1" smtClean="0">
                        <a:latin typeface="Cambria Math" panose="02040503050406030204" pitchFamily="18" charset="0"/>
                        <a:ea typeface="Cambria Math" panose="02040503050406030204" pitchFamily="18" charset="0"/>
                      </a:rPr>
                      <m:t>𝛽</m:t>
                    </m:r>
                    <m:r>
                      <a:rPr lang="sv-SE" b="0" i="1" smtClean="0">
                        <a:latin typeface="Cambria Math" panose="02040503050406030204" pitchFamily="18" charset="0"/>
                        <a:ea typeface="Cambria Math" panose="02040503050406030204" pitchFamily="18" charset="0"/>
                      </a:rPr>
                      <m:t>=+∞</m:t>
                    </m:r>
                  </m:oMath>
                </a14:m>
                <a:r>
                  <a:rPr lang="sv-SE" dirty="0"/>
                  <a:t> och uppdateras vid minnoder om ett lägre värde hittats.</a:t>
                </a:r>
              </a:p>
            </p:txBody>
          </p:sp>
        </mc:Choice>
        <mc:Fallback xmlns="">
          <p:sp>
            <p:nvSpPr>
              <p:cNvPr id="14" name="textruta 13">
                <a:extLst>
                  <a:ext uri="{FF2B5EF4-FFF2-40B4-BE49-F238E27FC236}">
                    <a16:creationId xmlns:a16="http://schemas.microsoft.com/office/drawing/2014/main" id="{92D39E0F-D847-3D4C-A6AD-927423247646}"/>
                  </a:ext>
                </a:extLst>
              </p:cNvPr>
              <p:cNvSpPr txBox="1">
                <a:spLocks noRot="1" noChangeAspect="1" noMove="1" noResize="1" noEditPoints="1" noAdjustHandles="1" noChangeArrowheads="1" noChangeShapeType="1" noTextEdit="1"/>
              </p:cNvSpPr>
              <p:nvPr/>
            </p:nvSpPr>
            <p:spPr>
              <a:xfrm>
                <a:off x="1900570" y="3914025"/>
                <a:ext cx="9263230" cy="646331"/>
              </a:xfrm>
              <a:prstGeom prst="rect">
                <a:avLst/>
              </a:prstGeom>
              <a:blipFill>
                <a:blip r:embed="rId4"/>
                <a:stretch>
                  <a:fillRect l="-592" t="-4717" b="-14151"/>
                </a:stretch>
              </a:blipFill>
            </p:spPr>
            <p:txBody>
              <a:bodyPr/>
              <a:lstStyle/>
              <a:p>
                <a:r>
                  <a:rPr lang="sv-SE">
                    <a:noFill/>
                  </a:rPr>
                  <a:t> </a:t>
                </a:r>
              </a:p>
            </p:txBody>
          </p:sp>
        </mc:Fallback>
      </mc:AlternateContent>
      <mc:AlternateContent xmlns:mc="http://schemas.openxmlformats.org/markup-compatibility/2006" xmlns:a14="http://schemas.microsoft.com/office/drawing/2010/main">
        <mc:Choice Requires="a14">
          <p:sp>
            <p:nvSpPr>
              <p:cNvPr id="15" name="textruta 14">
                <a:extLst>
                  <a:ext uri="{FF2B5EF4-FFF2-40B4-BE49-F238E27FC236}">
                    <a16:creationId xmlns:a16="http://schemas.microsoft.com/office/drawing/2014/main" id="{65006D7A-2BB9-2643-2A9E-5044C69DE154}"/>
                  </a:ext>
                </a:extLst>
              </p:cNvPr>
              <p:cNvSpPr txBox="1"/>
              <p:nvPr/>
            </p:nvSpPr>
            <p:spPr>
              <a:xfrm>
                <a:off x="1900570" y="5030474"/>
                <a:ext cx="7154653" cy="369332"/>
              </a:xfrm>
              <a:prstGeom prst="rect">
                <a:avLst/>
              </a:prstGeom>
              <a:noFill/>
            </p:spPr>
            <p:txBody>
              <a:bodyPr wrap="square" rtlCol="0">
                <a:spAutoFit/>
              </a:bodyPr>
              <a:lstStyle/>
              <a:p>
                <a:r>
                  <a:rPr lang="sv-SE" dirty="0"/>
                  <a:t>Om </a:t>
                </a:r>
                <a14:m>
                  <m:oMath xmlns:m="http://schemas.openxmlformats.org/officeDocument/2006/math">
                    <m:r>
                      <a:rPr lang="sv-SE" i="1" smtClean="0">
                        <a:latin typeface="Cambria Math" panose="02040503050406030204" pitchFamily="18" charset="0"/>
                        <a:ea typeface="Cambria Math" panose="02040503050406030204" pitchFamily="18" charset="0"/>
                      </a:rPr>
                      <m:t>𝛼</m:t>
                    </m:r>
                    <m:r>
                      <a:rPr lang="sv-SE" i="1" smtClean="0">
                        <a:latin typeface="Cambria Math" panose="02040503050406030204" pitchFamily="18" charset="0"/>
                        <a:ea typeface="Cambria Math" panose="02040503050406030204" pitchFamily="18" charset="0"/>
                      </a:rPr>
                      <m:t>≥</m:t>
                    </m:r>
                    <m:r>
                      <a:rPr lang="sv-SE" i="1" smtClean="0">
                        <a:latin typeface="Cambria Math" panose="02040503050406030204" pitchFamily="18" charset="0"/>
                        <a:ea typeface="Cambria Math" panose="02040503050406030204" pitchFamily="18" charset="0"/>
                      </a:rPr>
                      <m:t>𝛽</m:t>
                    </m:r>
                  </m:oMath>
                </a14:m>
                <a:r>
                  <a:rPr lang="sv-SE" dirty="0"/>
                  <a:t> behöver grenen inte utforskas mer och kan beskäras.</a:t>
                </a:r>
              </a:p>
            </p:txBody>
          </p:sp>
        </mc:Choice>
        <mc:Fallback xmlns="">
          <p:sp>
            <p:nvSpPr>
              <p:cNvPr id="15" name="textruta 14">
                <a:extLst>
                  <a:ext uri="{FF2B5EF4-FFF2-40B4-BE49-F238E27FC236}">
                    <a16:creationId xmlns:a16="http://schemas.microsoft.com/office/drawing/2014/main" id="{65006D7A-2BB9-2643-2A9E-5044C69DE154}"/>
                  </a:ext>
                </a:extLst>
              </p:cNvPr>
              <p:cNvSpPr txBox="1">
                <a:spLocks noRot="1" noChangeAspect="1" noMove="1" noResize="1" noEditPoints="1" noAdjustHandles="1" noChangeArrowheads="1" noChangeShapeType="1" noTextEdit="1"/>
              </p:cNvSpPr>
              <p:nvPr/>
            </p:nvSpPr>
            <p:spPr>
              <a:xfrm>
                <a:off x="1900570" y="5030474"/>
                <a:ext cx="7154653" cy="369332"/>
              </a:xfrm>
              <a:prstGeom prst="rect">
                <a:avLst/>
              </a:prstGeom>
              <a:blipFill>
                <a:blip r:embed="rId5"/>
                <a:stretch>
                  <a:fillRect l="-767" t="-8197" b="-24590"/>
                </a:stretch>
              </a:blipFill>
            </p:spPr>
            <p:txBody>
              <a:bodyPr/>
              <a:lstStyle/>
              <a:p>
                <a:r>
                  <a:rPr lang="sv-SE">
                    <a:noFill/>
                  </a:rPr>
                  <a:t> </a:t>
                </a:r>
              </a:p>
            </p:txBody>
          </p:sp>
        </mc:Fallback>
      </mc:AlternateContent>
      <p:sp>
        <p:nvSpPr>
          <p:cNvPr id="16" name="Platshållare för sidfot 1">
            <a:extLst>
              <a:ext uri="{FF2B5EF4-FFF2-40B4-BE49-F238E27FC236}">
                <a16:creationId xmlns:a16="http://schemas.microsoft.com/office/drawing/2014/main" id="{33F8387E-C116-FCDD-A4BD-5DF7D1827D7F}"/>
              </a:ext>
            </a:extLst>
          </p:cNvPr>
          <p:cNvSpPr>
            <a:spLocks noGrp="1"/>
          </p:cNvSpPr>
          <p:nvPr/>
        </p:nvSpPr>
        <p:spPr>
          <a:xfrm>
            <a:off x="2768194" y="6419850"/>
            <a:ext cx="5588812" cy="438150"/>
          </a:xfrm>
          <a:prstGeom prst="rect">
            <a:avLst/>
          </a:prstGeom>
        </p:spPr>
        <p:txBody>
          <a:bodyPr vert="horz" lIns="91440" tIns="45720" rIns="91440" bIns="45720" rtlCol="0" anchor="ctr"/>
          <a:lstStyle>
            <a:defPPr>
              <a:defRPr lang="en-US"/>
            </a:defPPr>
            <a:lvl1pPr marL="0" algn="ctr" defTabSz="457200" rtl="0" eaLnBrk="1" latinLnBrk="0" hangingPunct="1">
              <a:defRPr sz="144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dirty="0"/>
              <a:t>Presentation av David Hedengren</a:t>
            </a:r>
          </a:p>
        </p:txBody>
      </p:sp>
    </p:spTree>
    <p:extLst>
      <p:ext uri="{BB962C8B-B14F-4D97-AF65-F5344CB8AC3E}">
        <p14:creationId xmlns:p14="http://schemas.microsoft.com/office/powerpoint/2010/main" val="38805735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3" grpId="0"/>
      <p:bldP spid="14" grpId="0"/>
      <p:bldP spid="15"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ruta 1">
                <a:extLst>
                  <a:ext uri="{FF2B5EF4-FFF2-40B4-BE49-F238E27FC236}">
                    <a16:creationId xmlns:a16="http://schemas.microsoft.com/office/drawing/2014/main" id="{C9B45DB9-5431-91ED-541B-A3DEA4AE07EF}"/>
                  </a:ext>
                </a:extLst>
              </p:cNvPr>
              <p:cNvSpPr txBox="1"/>
              <p:nvPr/>
            </p:nvSpPr>
            <p:spPr>
              <a:xfrm>
                <a:off x="498774" y="2948030"/>
                <a:ext cx="1119148" cy="83099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sv-SE" sz="2400" i="1" smtClean="0">
                          <a:latin typeface="Cambria Math" panose="02040503050406030204" pitchFamily="18" charset="0"/>
                          <a:ea typeface="Cambria Math" panose="02040503050406030204" pitchFamily="18" charset="0"/>
                        </a:rPr>
                        <m:t>𝛼</m:t>
                      </m:r>
                      <m:r>
                        <a:rPr lang="sv-SE" sz="2400" b="0" i="1" smtClean="0">
                          <a:latin typeface="Cambria Math" panose="02040503050406030204" pitchFamily="18" charset="0"/>
                          <a:ea typeface="Cambria Math" panose="02040503050406030204" pitchFamily="18" charset="0"/>
                        </a:rPr>
                        <m:t>=</m:t>
                      </m:r>
                    </m:oMath>
                    <m:oMath xmlns:m="http://schemas.openxmlformats.org/officeDocument/2006/math">
                      <m:r>
                        <a:rPr lang="sv-SE" sz="2400" b="0" i="1" smtClean="0">
                          <a:latin typeface="Cambria Math" panose="02040503050406030204" pitchFamily="18" charset="0"/>
                          <a:ea typeface="Cambria Math" panose="02040503050406030204" pitchFamily="18" charset="0"/>
                        </a:rPr>
                        <m:t>𝛽</m:t>
                      </m:r>
                      <m:r>
                        <a:rPr lang="sv-SE" sz="2400" b="0" i="1" smtClean="0">
                          <a:latin typeface="Cambria Math" panose="02040503050406030204" pitchFamily="18" charset="0"/>
                          <a:ea typeface="Cambria Math" panose="02040503050406030204" pitchFamily="18" charset="0"/>
                        </a:rPr>
                        <m:t>=</m:t>
                      </m:r>
                    </m:oMath>
                  </m:oMathPara>
                </a14:m>
                <a:endParaRPr lang="sv-SE" sz="2400" dirty="0"/>
              </a:p>
            </p:txBody>
          </p:sp>
        </mc:Choice>
        <mc:Fallback xmlns="">
          <p:sp>
            <p:nvSpPr>
              <p:cNvPr id="2" name="textruta 1">
                <a:extLst>
                  <a:ext uri="{FF2B5EF4-FFF2-40B4-BE49-F238E27FC236}">
                    <a16:creationId xmlns:a16="http://schemas.microsoft.com/office/drawing/2014/main" id="{C9B45DB9-5431-91ED-541B-A3DEA4AE07EF}"/>
                  </a:ext>
                </a:extLst>
              </p:cNvPr>
              <p:cNvSpPr txBox="1">
                <a:spLocks noRot="1" noChangeAspect="1" noMove="1" noResize="1" noEditPoints="1" noAdjustHandles="1" noChangeArrowheads="1" noChangeShapeType="1" noTextEdit="1"/>
              </p:cNvSpPr>
              <p:nvPr/>
            </p:nvSpPr>
            <p:spPr>
              <a:xfrm>
                <a:off x="498774" y="2948030"/>
                <a:ext cx="1119148" cy="830997"/>
              </a:xfrm>
              <a:prstGeom prst="rect">
                <a:avLst/>
              </a:prstGeom>
              <a:blipFill>
                <a:blip r:embed="rId2"/>
                <a:stretch>
                  <a:fillRect b="-9559"/>
                </a:stretch>
              </a:blipFill>
            </p:spPr>
            <p:txBody>
              <a:bodyPr/>
              <a:lstStyle/>
              <a:p>
                <a:r>
                  <a:rPr lang="sv-SE">
                    <a:noFill/>
                  </a:rPr>
                  <a:t> </a:t>
                </a:r>
              </a:p>
            </p:txBody>
          </p:sp>
        </mc:Fallback>
      </mc:AlternateContent>
      <p:sp>
        <p:nvSpPr>
          <p:cNvPr id="3" name="Rektangel 2">
            <a:extLst>
              <a:ext uri="{FF2B5EF4-FFF2-40B4-BE49-F238E27FC236}">
                <a16:creationId xmlns:a16="http://schemas.microsoft.com/office/drawing/2014/main" id="{9129E1CA-4ACA-D7B5-DC43-8FAACDBEE517}"/>
              </a:ext>
            </a:extLst>
          </p:cNvPr>
          <p:cNvSpPr/>
          <p:nvPr/>
        </p:nvSpPr>
        <p:spPr>
          <a:xfrm>
            <a:off x="639488" y="3001090"/>
            <a:ext cx="1378943" cy="771111"/>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mc:AlternateContent xmlns:mc="http://schemas.openxmlformats.org/markup-compatibility/2006" xmlns:a14="http://schemas.microsoft.com/office/drawing/2010/main">
        <mc:Choice Requires="a14">
          <p:sp>
            <p:nvSpPr>
              <p:cNvPr id="4" name="textruta 3">
                <a:extLst>
                  <a:ext uri="{FF2B5EF4-FFF2-40B4-BE49-F238E27FC236}">
                    <a16:creationId xmlns:a16="http://schemas.microsoft.com/office/drawing/2014/main" id="{354991B7-FEB5-45BD-B5EB-98C7B6D710EF}"/>
                  </a:ext>
                </a:extLst>
              </p:cNvPr>
              <p:cNvSpPr txBox="1"/>
              <p:nvPr/>
            </p:nvSpPr>
            <p:spPr>
              <a:xfrm>
                <a:off x="1044487" y="2944673"/>
                <a:ext cx="1119148" cy="83099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sv-SE" sz="2400" b="0" i="1" smtClean="0">
                          <a:latin typeface="Cambria Math" panose="02040503050406030204" pitchFamily="18" charset="0"/>
                          <a:ea typeface="Cambria Math" panose="02040503050406030204" pitchFamily="18" charset="0"/>
                        </a:rPr>
                        <m:t>−∞</m:t>
                      </m:r>
                    </m:oMath>
                    <m:oMath xmlns:m="http://schemas.openxmlformats.org/officeDocument/2006/math">
                      <m:r>
                        <a:rPr lang="sv-SE" sz="2400" b="0" i="1" smtClean="0">
                          <a:latin typeface="Cambria Math" panose="02040503050406030204" pitchFamily="18" charset="0"/>
                          <a:ea typeface="Cambria Math" panose="02040503050406030204" pitchFamily="18" charset="0"/>
                        </a:rPr>
                        <m:t>+∞</m:t>
                      </m:r>
                    </m:oMath>
                  </m:oMathPara>
                </a14:m>
                <a:endParaRPr lang="sv-SE" sz="2400" dirty="0"/>
              </a:p>
            </p:txBody>
          </p:sp>
        </mc:Choice>
        <mc:Fallback xmlns="">
          <p:sp>
            <p:nvSpPr>
              <p:cNvPr id="4" name="textruta 3">
                <a:extLst>
                  <a:ext uri="{FF2B5EF4-FFF2-40B4-BE49-F238E27FC236}">
                    <a16:creationId xmlns:a16="http://schemas.microsoft.com/office/drawing/2014/main" id="{354991B7-FEB5-45BD-B5EB-98C7B6D710EF}"/>
                  </a:ext>
                </a:extLst>
              </p:cNvPr>
              <p:cNvSpPr txBox="1">
                <a:spLocks noRot="1" noChangeAspect="1" noMove="1" noResize="1" noEditPoints="1" noAdjustHandles="1" noChangeArrowheads="1" noChangeShapeType="1" noTextEdit="1"/>
              </p:cNvSpPr>
              <p:nvPr/>
            </p:nvSpPr>
            <p:spPr>
              <a:xfrm>
                <a:off x="1044487" y="2944673"/>
                <a:ext cx="1119148" cy="830997"/>
              </a:xfrm>
              <a:prstGeom prst="rect">
                <a:avLst/>
              </a:prstGeom>
              <a:blipFill>
                <a:blip r:embed="rId3"/>
                <a:stretch>
                  <a:fillRect/>
                </a:stretch>
              </a:blipFill>
            </p:spPr>
            <p:txBody>
              <a:bodyPr/>
              <a:lstStyle/>
              <a:p>
                <a:r>
                  <a:rPr lang="sv-SE">
                    <a:noFill/>
                  </a:rPr>
                  <a:t> </a:t>
                </a:r>
              </a:p>
            </p:txBody>
          </p:sp>
        </mc:Fallback>
      </mc:AlternateContent>
      <p:sp>
        <p:nvSpPr>
          <p:cNvPr id="6" name="Likbent triangel 5">
            <a:extLst>
              <a:ext uri="{FF2B5EF4-FFF2-40B4-BE49-F238E27FC236}">
                <a16:creationId xmlns:a16="http://schemas.microsoft.com/office/drawing/2014/main" id="{5D3B90D7-9CD7-E30F-03EA-A6160A3FC059}"/>
              </a:ext>
            </a:extLst>
          </p:cNvPr>
          <p:cNvSpPr/>
          <p:nvPr/>
        </p:nvSpPr>
        <p:spPr>
          <a:xfrm>
            <a:off x="5890713" y="1385386"/>
            <a:ext cx="412498" cy="400110"/>
          </a:xfrm>
          <a:prstGeom prst="triangle">
            <a:avLst/>
          </a:prstGeom>
          <a:solidFill>
            <a:srgbClr val="4DFC24"/>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7" name="textruta 6">
            <a:extLst>
              <a:ext uri="{FF2B5EF4-FFF2-40B4-BE49-F238E27FC236}">
                <a16:creationId xmlns:a16="http://schemas.microsoft.com/office/drawing/2014/main" id="{E1AEA3F9-2760-FC01-0A47-91CE8DA365B6}"/>
              </a:ext>
            </a:extLst>
          </p:cNvPr>
          <p:cNvSpPr txBox="1"/>
          <p:nvPr/>
        </p:nvSpPr>
        <p:spPr>
          <a:xfrm>
            <a:off x="5925830" y="1440469"/>
            <a:ext cx="527103" cy="400110"/>
          </a:xfrm>
          <a:prstGeom prst="rect">
            <a:avLst/>
          </a:prstGeom>
          <a:noFill/>
        </p:spPr>
        <p:txBody>
          <a:bodyPr wrap="square" rtlCol="0">
            <a:spAutoFit/>
          </a:bodyPr>
          <a:lstStyle/>
          <a:p>
            <a:endParaRPr lang="sv-SE" sz="2000" dirty="0"/>
          </a:p>
        </p:txBody>
      </p:sp>
      <p:sp>
        <p:nvSpPr>
          <p:cNvPr id="8" name="Likbent triangel 7">
            <a:extLst>
              <a:ext uri="{FF2B5EF4-FFF2-40B4-BE49-F238E27FC236}">
                <a16:creationId xmlns:a16="http://schemas.microsoft.com/office/drawing/2014/main" id="{12ACE0AF-1E0E-10E2-A72F-88CB28A7B4D9}"/>
              </a:ext>
            </a:extLst>
          </p:cNvPr>
          <p:cNvSpPr/>
          <p:nvPr/>
        </p:nvSpPr>
        <p:spPr>
          <a:xfrm rot="10800000">
            <a:off x="2870934" y="3234871"/>
            <a:ext cx="489277" cy="443763"/>
          </a:xfrm>
          <a:prstGeom prst="triangle">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 name="Likbent triangel 9">
            <a:extLst>
              <a:ext uri="{FF2B5EF4-FFF2-40B4-BE49-F238E27FC236}">
                <a16:creationId xmlns:a16="http://schemas.microsoft.com/office/drawing/2014/main" id="{B949BC8F-BC34-5664-26EA-A1D9ACD2FCB6}"/>
              </a:ext>
            </a:extLst>
          </p:cNvPr>
          <p:cNvSpPr/>
          <p:nvPr/>
        </p:nvSpPr>
        <p:spPr>
          <a:xfrm rot="10800000">
            <a:off x="5890714" y="3199012"/>
            <a:ext cx="489277" cy="443763"/>
          </a:xfrm>
          <a:prstGeom prst="triangle">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2" name="Likbent triangel 11">
            <a:extLst>
              <a:ext uri="{FF2B5EF4-FFF2-40B4-BE49-F238E27FC236}">
                <a16:creationId xmlns:a16="http://schemas.microsoft.com/office/drawing/2014/main" id="{300512DE-B122-68E5-B145-4A4A5D37869D}"/>
              </a:ext>
            </a:extLst>
          </p:cNvPr>
          <p:cNvSpPr/>
          <p:nvPr/>
        </p:nvSpPr>
        <p:spPr>
          <a:xfrm rot="10800000">
            <a:off x="8702390" y="3161421"/>
            <a:ext cx="489277" cy="443763"/>
          </a:xfrm>
          <a:prstGeom prst="triangle">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4" name="Likbent triangel 13">
            <a:extLst>
              <a:ext uri="{FF2B5EF4-FFF2-40B4-BE49-F238E27FC236}">
                <a16:creationId xmlns:a16="http://schemas.microsoft.com/office/drawing/2014/main" id="{0088C94C-ACE8-4886-55E4-C91AFCAB44F3}"/>
              </a:ext>
            </a:extLst>
          </p:cNvPr>
          <p:cNvSpPr/>
          <p:nvPr/>
        </p:nvSpPr>
        <p:spPr>
          <a:xfrm>
            <a:off x="2157956" y="4963617"/>
            <a:ext cx="412498" cy="400110"/>
          </a:xfrm>
          <a:prstGeom prst="triangle">
            <a:avLst/>
          </a:prstGeom>
          <a:solidFill>
            <a:srgbClr val="4DFC24"/>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5" name="textruta 14">
            <a:extLst>
              <a:ext uri="{FF2B5EF4-FFF2-40B4-BE49-F238E27FC236}">
                <a16:creationId xmlns:a16="http://schemas.microsoft.com/office/drawing/2014/main" id="{67833A2F-CA1D-4DF7-8B00-992EA9633377}"/>
              </a:ext>
            </a:extLst>
          </p:cNvPr>
          <p:cNvSpPr txBox="1"/>
          <p:nvPr/>
        </p:nvSpPr>
        <p:spPr>
          <a:xfrm>
            <a:off x="2193073" y="5018700"/>
            <a:ext cx="527103" cy="400110"/>
          </a:xfrm>
          <a:prstGeom prst="rect">
            <a:avLst/>
          </a:prstGeom>
          <a:noFill/>
        </p:spPr>
        <p:txBody>
          <a:bodyPr wrap="square" rtlCol="0">
            <a:spAutoFit/>
          </a:bodyPr>
          <a:lstStyle/>
          <a:p>
            <a:r>
              <a:rPr lang="sv-SE" sz="2000" dirty="0"/>
              <a:t>8</a:t>
            </a:r>
          </a:p>
        </p:txBody>
      </p:sp>
      <p:sp>
        <p:nvSpPr>
          <p:cNvPr id="16" name="Likbent triangel 15">
            <a:extLst>
              <a:ext uri="{FF2B5EF4-FFF2-40B4-BE49-F238E27FC236}">
                <a16:creationId xmlns:a16="http://schemas.microsoft.com/office/drawing/2014/main" id="{A7B895C5-6257-CF1C-3C94-CAA427647E70}"/>
              </a:ext>
            </a:extLst>
          </p:cNvPr>
          <p:cNvSpPr/>
          <p:nvPr/>
        </p:nvSpPr>
        <p:spPr>
          <a:xfrm>
            <a:off x="2912336" y="4963617"/>
            <a:ext cx="412498" cy="400110"/>
          </a:xfrm>
          <a:prstGeom prst="triangle">
            <a:avLst/>
          </a:prstGeom>
          <a:solidFill>
            <a:srgbClr val="4DFC24"/>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7" name="textruta 16">
            <a:extLst>
              <a:ext uri="{FF2B5EF4-FFF2-40B4-BE49-F238E27FC236}">
                <a16:creationId xmlns:a16="http://schemas.microsoft.com/office/drawing/2014/main" id="{66DC776E-F289-93F2-1476-EEB8928C3FF9}"/>
              </a:ext>
            </a:extLst>
          </p:cNvPr>
          <p:cNvSpPr txBox="1"/>
          <p:nvPr/>
        </p:nvSpPr>
        <p:spPr>
          <a:xfrm>
            <a:off x="2947453" y="5018700"/>
            <a:ext cx="527103" cy="400110"/>
          </a:xfrm>
          <a:prstGeom prst="rect">
            <a:avLst/>
          </a:prstGeom>
          <a:noFill/>
        </p:spPr>
        <p:txBody>
          <a:bodyPr wrap="square" rtlCol="0">
            <a:spAutoFit/>
          </a:bodyPr>
          <a:lstStyle/>
          <a:p>
            <a:r>
              <a:rPr lang="sv-SE" sz="2000" dirty="0"/>
              <a:t>5</a:t>
            </a:r>
          </a:p>
        </p:txBody>
      </p:sp>
      <p:sp>
        <p:nvSpPr>
          <p:cNvPr id="18" name="Likbent triangel 17">
            <a:extLst>
              <a:ext uri="{FF2B5EF4-FFF2-40B4-BE49-F238E27FC236}">
                <a16:creationId xmlns:a16="http://schemas.microsoft.com/office/drawing/2014/main" id="{236482E7-D9C4-FCA6-D159-A4E1D70DC977}"/>
              </a:ext>
            </a:extLst>
          </p:cNvPr>
          <p:cNvSpPr/>
          <p:nvPr/>
        </p:nvSpPr>
        <p:spPr>
          <a:xfrm>
            <a:off x="3701833" y="4963617"/>
            <a:ext cx="412498" cy="400110"/>
          </a:xfrm>
          <a:prstGeom prst="triangle">
            <a:avLst/>
          </a:prstGeom>
          <a:solidFill>
            <a:srgbClr val="4DFC24"/>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9" name="textruta 18">
            <a:extLst>
              <a:ext uri="{FF2B5EF4-FFF2-40B4-BE49-F238E27FC236}">
                <a16:creationId xmlns:a16="http://schemas.microsoft.com/office/drawing/2014/main" id="{54FFAAE8-1B6E-AADE-28C3-3F8CFECF03B3}"/>
              </a:ext>
            </a:extLst>
          </p:cNvPr>
          <p:cNvSpPr txBox="1"/>
          <p:nvPr/>
        </p:nvSpPr>
        <p:spPr>
          <a:xfrm>
            <a:off x="3736950" y="5018700"/>
            <a:ext cx="527103" cy="400110"/>
          </a:xfrm>
          <a:prstGeom prst="rect">
            <a:avLst/>
          </a:prstGeom>
          <a:noFill/>
        </p:spPr>
        <p:txBody>
          <a:bodyPr wrap="square" rtlCol="0">
            <a:spAutoFit/>
          </a:bodyPr>
          <a:lstStyle/>
          <a:p>
            <a:r>
              <a:rPr lang="sv-SE" sz="2000" dirty="0"/>
              <a:t>6</a:t>
            </a:r>
          </a:p>
        </p:txBody>
      </p:sp>
      <p:sp>
        <p:nvSpPr>
          <p:cNvPr id="20" name="Likbent triangel 19">
            <a:extLst>
              <a:ext uri="{FF2B5EF4-FFF2-40B4-BE49-F238E27FC236}">
                <a16:creationId xmlns:a16="http://schemas.microsoft.com/office/drawing/2014/main" id="{4BA39A95-7325-E634-6C02-A8D81A9A3974}"/>
              </a:ext>
            </a:extLst>
          </p:cNvPr>
          <p:cNvSpPr/>
          <p:nvPr/>
        </p:nvSpPr>
        <p:spPr>
          <a:xfrm>
            <a:off x="5199781" y="4963617"/>
            <a:ext cx="412498" cy="400110"/>
          </a:xfrm>
          <a:prstGeom prst="triangle">
            <a:avLst/>
          </a:prstGeom>
          <a:solidFill>
            <a:srgbClr val="4DFC24"/>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21" name="textruta 20">
            <a:extLst>
              <a:ext uri="{FF2B5EF4-FFF2-40B4-BE49-F238E27FC236}">
                <a16:creationId xmlns:a16="http://schemas.microsoft.com/office/drawing/2014/main" id="{8E9A76A2-A386-1EE1-2533-83E6D35C6F03}"/>
              </a:ext>
            </a:extLst>
          </p:cNvPr>
          <p:cNvSpPr txBox="1"/>
          <p:nvPr/>
        </p:nvSpPr>
        <p:spPr>
          <a:xfrm>
            <a:off x="5234898" y="5018700"/>
            <a:ext cx="527103" cy="400110"/>
          </a:xfrm>
          <a:prstGeom prst="rect">
            <a:avLst/>
          </a:prstGeom>
          <a:noFill/>
        </p:spPr>
        <p:txBody>
          <a:bodyPr wrap="square" rtlCol="0">
            <a:spAutoFit/>
          </a:bodyPr>
          <a:lstStyle/>
          <a:p>
            <a:r>
              <a:rPr lang="sv-SE" sz="2000" dirty="0"/>
              <a:t>9</a:t>
            </a:r>
          </a:p>
        </p:txBody>
      </p:sp>
      <p:sp>
        <p:nvSpPr>
          <p:cNvPr id="22" name="Likbent triangel 21">
            <a:extLst>
              <a:ext uri="{FF2B5EF4-FFF2-40B4-BE49-F238E27FC236}">
                <a16:creationId xmlns:a16="http://schemas.microsoft.com/office/drawing/2014/main" id="{E98E5DCA-704B-BACF-6FE8-EB692867132E}"/>
              </a:ext>
            </a:extLst>
          </p:cNvPr>
          <p:cNvSpPr/>
          <p:nvPr/>
        </p:nvSpPr>
        <p:spPr>
          <a:xfrm>
            <a:off x="5954161" y="4963617"/>
            <a:ext cx="412498" cy="400110"/>
          </a:xfrm>
          <a:prstGeom prst="triangle">
            <a:avLst/>
          </a:prstGeom>
          <a:solidFill>
            <a:srgbClr val="4DFC24"/>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23" name="textruta 22">
            <a:extLst>
              <a:ext uri="{FF2B5EF4-FFF2-40B4-BE49-F238E27FC236}">
                <a16:creationId xmlns:a16="http://schemas.microsoft.com/office/drawing/2014/main" id="{9BB07E97-3471-9537-297C-E00DA9824C45}"/>
              </a:ext>
            </a:extLst>
          </p:cNvPr>
          <p:cNvSpPr txBox="1"/>
          <p:nvPr/>
        </p:nvSpPr>
        <p:spPr>
          <a:xfrm>
            <a:off x="5989278" y="5018700"/>
            <a:ext cx="527103" cy="400110"/>
          </a:xfrm>
          <a:prstGeom prst="rect">
            <a:avLst/>
          </a:prstGeom>
          <a:noFill/>
        </p:spPr>
        <p:txBody>
          <a:bodyPr wrap="square" rtlCol="0">
            <a:spAutoFit/>
          </a:bodyPr>
          <a:lstStyle/>
          <a:p>
            <a:r>
              <a:rPr lang="sv-SE" sz="2000" dirty="0"/>
              <a:t>3</a:t>
            </a:r>
          </a:p>
        </p:txBody>
      </p:sp>
      <p:sp>
        <p:nvSpPr>
          <p:cNvPr id="24" name="Likbent triangel 23">
            <a:extLst>
              <a:ext uri="{FF2B5EF4-FFF2-40B4-BE49-F238E27FC236}">
                <a16:creationId xmlns:a16="http://schemas.microsoft.com/office/drawing/2014/main" id="{6BBFD1FF-FC1C-DB3D-E4C9-22CA98AE8B2C}"/>
              </a:ext>
            </a:extLst>
          </p:cNvPr>
          <p:cNvSpPr/>
          <p:nvPr/>
        </p:nvSpPr>
        <p:spPr>
          <a:xfrm>
            <a:off x="6743658" y="4963617"/>
            <a:ext cx="412498" cy="400110"/>
          </a:xfrm>
          <a:prstGeom prst="triangle">
            <a:avLst/>
          </a:prstGeom>
          <a:solidFill>
            <a:srgbClr val="4DFC24"/>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25" name="textruta 24">
            <a:extLst>
              <a:ext uri="{FF2B5EF4-FFF2-40B4-BE49-F238E27FC236}">
                <a16:creationId xmlns:a16="http://schemas.microsoft.com/office/drawing/2014/main" id="{4318D946-904A-F9CD-0C8E-29418D772314}"/>
              </a:ext>
            </a:extLst>
          </p:cNvPr>
          <p:cNvSpPr txBox="1"/>
          <p:nvPr/>
        </p:nvSpPr>
        <p:spPr>
          <a:xfrm>
            <a:off x="6778775" y="5018700"/>
            <a:ext cx="527103" cy="400110"/>
          </a:xfrm>
          <a:prstGeom prst="rect">
            <a:avLst/>
          </a:prstGeom>
          <a:noFill/>
        </p:spPr>
        <p:txBody>
          <a:bodyPr wrap="square" rtlCol="0">
            <a:spAutoFit/>
          </a:bodyPr>
          <a:lstStyle/>
          <a:p>
            <a:r>
              <a:rPr lang="sv-SE" sz="2000" dirty="0"/>
              <a:t>7</a:t>
            </a:r>
          </a:p>
        </p:txBody>
      </p:sp>
      <p:sp>
        <p:nvSpPr>
          <p:cNvPr id="26" name="Likbent triangel 25">
            <a:extLst>
              <a:ext uri="{FF2B5EF4-FFF2-40B4-BE49-F238E27FC236}">
                <a16:creationId xmlns:a16="http://schemas.microsoft.com/office/drawing/2014/main" id="{368BB673-BAB8-F5D4-293E-AFC70DDAE5A4}"/>
              </a:ext>
            </a:extLst>
          </p:cNvPr>
          <p:cNvSpPr/>
          <p:nvPr/>
        </p:nvSpPr>
        <p:spPr>
          <a:xfrm>
            <a:off x="8025356" y="4963617"/>
            <a:ext cx="412498" cy="400110"/>
          </a:xfrm>
          <a:prstGeom prst="triangle">
            <a:avLst/>
          </a:prstGeom>
          <a:solidFill>
            <a:srgbClr val="4DFC24"/>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27" name="textruta 26">
            <a:extLst>
              <a:ext uri="{FF2B5EF4-FFF2-40B4-BE49-F238E27FC236}">
                <a16:creationId xmlns:a16="http://schemas.microsoft.com/office/drawing/2014/main" id="{740FDF92-68DF-3184-B3EF-9DFF3EAFEAB5}"/>
              </a:ext>
            </a:extLst>
          </p:cNvPr>
          <p:cNvSpPr txBox="1"/>
          <p:nvPr/>
        </p:nvSpPr>
        <p:spPr>
          <a:xfrm>
            <a:off x="8060473" y="5018700"/>
            <a:ext cx="527103" cy="400110"/>
          </a:xfrm>
          <a:prstGeom prst="rect">
            <a:avLst/>
          </a:prstGeom>
          <a:noFill/>
        </p:spPr>
        <p:txBody>
          <a:bodyPr wrap="square" rtlCol="0">
            <a:spAutoFit/>
          </a:bodyPr>
          <a:lstStyle/>
          <a:p>
            <a:r>
              <a:rPr lang="sv-SE" sz="2000" dirty="0"/>
              <a:t>2</a:t>
            </a:r>
          </a:p>
        </p:txBody>
      </p:sp>
      <p:sp>
        <p:nvSpPr>
          <p:cNvPr id="28" name="Likbent triangel 27">
            <a:extLst>
              <a:ext uri="{FF2B5EF4-FFF2-40B4-BE49-F238E27FC236}">
                <a16:creationId xmlns:a16="http://schemas.microsoft.com/office/drawing/2014/main" id="{76D6E4FE-4586-C211-5DA3-873EC0BAB588}"/>
              </a:ext>
            </a:extLst>
          </p:cNvPr>
          <p:cNvSpPr/>
          <p:nvPr/>
        </p:nvSpPr>
        <p:spPr>
          <a:xfrm>
            <a:off x="8779736" y="4963617"/>
            <a:ext cx="412498" cy="400110"/>
          </a:xfrm>
          <a:prstGeom prst="triangle">
            <a:avLst/>
          </a:prstGeom>
          <a:solidFill>
            <a:srgbClr val="4DFC24"/>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29" name="textruta 28">
            <a:extLst>
              <a:ext uri="{FF2B5EF4-FFF2-40B4-BE49-F238E27FC236}">
                <a16:creationId xmlns:a16="http://schemas.microsoft.com/office/drawing/2014/main" id="{BA5030C6-1F02-38E2-4C8F-A5E09A1A11A2}"/>
              </a:ext>
            </a:extLst>
          </p:cNvPr>
          <p:cNvSpPr txBox="1"/>
          <p:nvPr/>
        </p:nvSpPr>
        <p:spPr>
          <a:xfrm>
            <a:off x="8814853" y="5018700"/>
            <a:ext cx="527103" cy="400110"/>
          </a:xfrm>
          <a:prstGeom prst="rect">
            <a:avLst/>
          </a:prstGeom>
          <a:noFill/>
        </p:spPr>
        <p:txBody>
          <a:bodyPr wrap="square" rtlCol="0">
            <a:spAutoFit/>
          </a:bodyPr>
          <a:lstStyle/>
          <a:p>
            <a:r>
              <a:rPr lang="sv-SE" sz="2000" dirty="0"/>
              <a:t>4</a:t>
            </a:r>
          </a:p>
        </p:txBody>
      </p:sp>
      <p:sp>
        <p:nvSpPr>
          <p:cNvPr id="30" name="Likbent triangel 29">
            <a:extLst>
              <a:ext uri="{FF2B5EF4-FFF2-40B4-BE49-F238E27FC236}">
                <a16:creationId xmlns:a16="http://schemas.microsoft.com/office/drawing/2014/main" id="{F0BE3990-F3CD-C488-2ADD-515360573A02}"/>
              </a:ext>
            </a:extLst>
          </p:cNvPr>
          <p:cNvSpPr/>
          <p:nvPr/>
        </p:nvSpPr>
        <p:spPr>
          <a:xfrm>
            <a:off x="9569233" y="4963617"/>
            <a:ext cx="412498" cy="400110"/>
          </a:xfrm>
          <a:prstGeom prst="triangle">
            <a:avLst/>
          </a:prstGeom>
          <a:solidFill>
            <a:srgbClr val="4DFC24"/>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31" name="textruta 30">
            <a:extLst>
              <a:ext uri="{FF2B5EF4-FFF2-40B4-BE49-F238E27FC236}">
                <a16:creationId xmlns:a16="http://schemas.microsoft.com/office/drawing/2014/main" id="{968C51FF-9457-33A1-6569-2F889EB0E153}"/>
              </a:ext>
            </a:extLst>
          </p:cNvPr>
          <p:cNvSpPr txBox="1"/>
          <p:nvPr/>
        </p:nvSpPr>
        <p:spPr>
          <a:xfrm>
            <a:off x="9604350" y="5018700"/>
            <a:ext cx="527103" cy="400110"/>
          </a:xfrm>
          <a:prstGeom prst="rect">
            <a:avLst/>
          </a:prstGeom>
          <a:noFill/>
        </p:spPr>
        <p:txBody>
          <a:bodyPr wrap="square" rtlCol="0">
            <a:spAutoFit/>
          </a:bodyPr>
          <a:lstStyle/>
          <a:p>
            <a:r>
              <a:rPr lang="sv-SE" sz="2000" dirty="0"/>
              <a:t>6</a:t>
            </a:r>
          </a:p>
        </p:txBody>
      </p:sp>
      <p:cxnSp>
        <p:nvCxnSpPr>
          <p:cNvPr id="96" name="Rak pilkoppling 95">
            <a:extLst>
              <a:ext uri="{FF2B5EF4-FFF2-40B4-BE49-F238E27FC236}">
                <a16:creationId xmlns:a16="http://schemas.microsoft.com/office/drawing/2014/main" id="{ABAA821F-E550-5A9E-2B42-1DA43796BD7C}"/>
              </a:ext>
            </a:extLst>
          </p:cNvPr>
          <p:cNvCxnSpPr>
            <a:cxnSpLocks/>
          </p:cNvCxnSpPr>
          <p:nvPr/>
        </p:nvCxnSpPr>
        <p:spPr>
          <a:xfrm flipH="1">
            <a:off x="3324834" y="1840579"/>
            <a:ext cx="2374228" cy="1222711"/>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97" name="Rak pilkoppling 96">
            <a:extLst>
              <a:ext uri="{FF2B5EF4-FFF2-40B4-BE49-F238E27FC236}">
                <a16:creationId xmlns:a16="http://schemas.microsoft.com/office/drawing/2014/main" id="{B41AFC0D-97D1-E9B7-FBCB-87AF47C38133}"/>
              </a:ext>
            </a:extLst>
          </p:cNvPr>
          <p:cNvCxnSpPr>
            <a:cxnSpLocks/>
          </p:cNvCxnSpPr>
          <p:nvPr/>
        </p:nvCxnSpPr>
        <p:spPr>
          <a:xfrm>
            <a:off x="6638281" y="1840578"/>
            <a:ext cx="2176572" cy="1108429"/>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98" name="Rak pilkoppling 97">
            <a:extLst>
              <a:ext uri="{FF2B5EF4-FFF2-40B4-BE49-F238E27FC236}">
                <a16:creationId xmlns:a16="http://schemas.microsoft.com/office/drawing/2014/main" id="{FF3BC88B-7A1F-946F-AF68-8387C7B48359}"/>
              </a:ext>
            </a:extLst>
          </p:cNvPr>
          <p:cNvCxnSpPr>
            <a:cxnSpLocks/>
          </p:cNvCxnSpPr>
          <p:nvPr/>
        </p:nvCxnSpPr>
        <p:spPr>
          <a:xfrm>
            <a:off x="6110294" y="1907981"/>
            <a:ext cx="25058" cy="1198356"/>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99" name="Rak pilkoppling 98">
            <a:extLst>
              <a:ext uri="{FF2B5EF4-FFF2-40B4-BE49-F238E27FC236}">
                <a16:creationId xmlns:a16="http://schemas.microsoft.com/office/drawing/2014/main" id="{DEE0EDB2-4591-1124-4A14-7297E0F1E267}"/>
              </a:ext>
            </a:extLst>
          </p:cNvPr>
          <p:cNvCxnSpPr>
            <a:cxnSpLocks/>
          </p:cNvCxnSpPr>
          <p:nvPr/>
        </p:nvCxnSpPr>
        <p:spPr>
          <a:xfrm>
            <a:off x="3084210" y="3831222"/>
            <a:ext cx="25058" cy="979808"/>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00" name="Rak pilkoppling 99">
            <a:extLst>
              <a:ext uri="{FF2B5EF4-FFF2-40B4-BE49-F238E27FC236}">
                <a16:creationId xmlns:a16="http://schemas.microsoft.com/office/drawing/2014/main" id="{C0D9A60A-CBB9-0E45-8937-E3963F035C55}"/>
              </a:ext>
            </a:extLst>
          </p:cNvPr>
          <p:cNvCxnSpPr>
            <a:cxnSpLocks/>
          </p:cNvCxnSpPr>
          <p:nvPr/>
        </p:nvCxnSpPr>
        <p:spPr>
          <a:xfrm flipH="1">
            <a:off x="2381804" y="3831222"/>
            <a:ext cx="489129" cy="887072"/>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01" name="Rak pilkoppling 100">
            <a:extLst>
              <a:ext uri="{FF2B5EF4-FFF2-40B4-BE49-F238E27FC236}">
                <a16:creationId xmlns:a16="http://schemas.microsoft.com/office/drawing/2014/main" id="{0367DB20-A1F5-2E26-49F6-B4E415170B5C}"/>
              </a:ext>
            </a:extLst>
          </p:cNvPr>
          <p:cNvCxnSpPr>
            <a:cxnSpLocks/>
          </p:cNvCxnSpPr>
          <p:nvPr/>
        </p:nvCxnSpPr>
        <p:spPr>
          <a:xfrm>
            <a:off x="3344822" y="3843793"/>
            <a:ext cx="480573" cy="929584"/>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02" name="Rak pilkoppling 101">
            <a:extLst>
              <a:ext uri="{FF2B5EF4-FFF2-40B4-BE49-F238E27FC236}">
                <a16:creationId xmlns:a16="http://schemas.microsoft.com/office/drawing/2014/main" id="{930A21A6-710C-9F4B-D482-AB91866C52D8}"/>
              </a:ext>
            </a:extLst>
          </p:cNvPr>
          <p:cNvCxnSpPr>
            <a:cxnSpLocks/>
          </p:cNvCxnSpPr>
          <p:nvPr/>
        </p:nvCxnSpPr>
        <p:spPr>
          <a:xfrm>
            <a:off x="6135352" y="3817536"/>
            <a:ext cx="25058" cy="979808"/>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03" name="Rak pilkoppling 102">
            <a:extLst>
              <a:ext uri="{FF2B5EF4-FFF2-40B4-BE49-F238E27FC236}">
                <a16:creationId xmlns:a16="http://schemas.microsoft.com/office/drawing/2014/main" id="{87B0ACA3-87C9-BC3A-0571-ABAA402B0C42}"/>
              </a:ext>
            </a:extLst>
          </p:cNvPr>
          <p:cNvCxnSpPr>
            <a:cxnSpLocks/>
          </p:cNvCxnSpPr>
          <p:nvPr/>
        </p:nvCxnSpPr>
        <p:spPr>
          <a:xfrm flipH="1">
            <a:off x="5432946" y="3817536"/>
            <a:ext cx="489129" cy="887072"/>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05" name="Rak pilkoppling 104">
            <a:extLst>
              <a:ext uri="{FF2B5EF4-FFF2-40B4-BE49-F238E27FC236}">
                <a16:creationId xmlns:a16="http://schemas.microsoft.com/office/drawing/2014/main" id="{98BC8A23-7301-2697-1726-9171CB82C874}"/>
              </a:ext>
            </a:extLst>
          </p:cNvPr>
          <p:cNvCxnSpPr>
            <a:cxnSpLocks/>
          </p:cNvCxnSpPr>
          <p:nvPr/>
        </p:nvCxnSpPr>
        <p:spPr>
          <a:xfrm>
            <a:off x="6395964" y="3830107"/>
            <a:ext cx="480573" cy="929584"/>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06" name="Rak pilkoppling 105">
            <a:extLst>
              <a:ext uri="{FF2B5EF4-FFF2-40B4-BE49-F238E27FC236}">
                <a16:creationId xmlns:a16="http://schemas.microsoft.com/office/drawing/2014/main" id="{43E52945-4977-FEDD-4FDA-F70EFF38109E}"/>
              </a:ext>
            </a:extLst>
          </p:cNvPr>
          <p:cNvCxnSpPr>
            <a:cxnSpLocks/>
          </p:cNvCxnSpPr>
          <p:nvPr/>
        </p:nvCxnSpPr>
        <p:spPr>
          <a:xfrm>
            <a:off x="8953716" y="3807521"/>
            <a:ext cx="25058" cy="979808"/>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07" name="Rak pilkoppling 106">
            <a:extLst>
              <a:ext uri="{FF2B5EF4-FFF2-40B4-BE49-F238E27FC236}">
                <a16:creationId xmlns:a16="http://schemas.microsoft.com/office/drawing/2014/main" id="{7041E090-5BA0-B489-942D-28B19BA09118}"/>
              </a:ext>
            </a:extLst>
          </p:cNvPr>
          <p:cNvCxnSpPr>
            <a:cxnSpLocks/>
          </p:cNvCxnSpPr>
          <p:nvPr/>
        </p:nvCxnSpPr>
        <p:spPr>
          <a:xfrm flipH="1">
            <a:off x="8251310" y="3807521"/>
            <a:ext cx="489129" cy="887072"/>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08" name="Rak pilkoppling 107">
            <a:extLst>
              <a:ext uri="{FF2B5EF4-FFF2-40B4-BE49-F238E27FC236}">
                <a16:creationId xmlns:a16="http://schemas.microsoft.com/office/drawing/2014/main" id="{7EEFCD56-EF93-DF28-C771-E8373875D5DD}"/>
              </a:ext>
            </a:extLst>
          </p:cNvPr>
          <p:cNvCxnSpPr>
            <a:cxnSpLocks/>
          </p:cNvCxnSpPr>
          <p:nvPr/>
        </p:nvCxnSpPr>
        <p:spPr>
          <a:xfrm>
            <a:off x="9214328" y="3820092"/>
            <a:ext cx="480573" cy="929584"/>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109" name="textruta 108">
            <a:extLst>
              <a:ext uri="{FF2B5EF4-FFF2-40B4-BE49-F238E27FC236}">
                <a16:creationId xmlns:a16="http://schemas.microsoft.com/office/drawing/2014/main" id="{5ECB94F1-08C3-B6FA-F9EF-B1550B3F18C2}"/>
              </a:ext>
            </a:extLst>
          </p:cNvPr>
          <p:cNvSpPr txBox="1"/>
          <p:nvPr/>
        </p:nvSpPr>
        <p:spPr>
          <a:xfrm>
            <a:off x="2947452" y="5018700"/>
            <a:ext cx="527103" cy="400110"/>
          </a:xfrm>
          <a:prstGeom prst="rect">
            <a:avLst/>
          </a:prstGeom>
          <a:noFill/>
        </p:spPr>
        <p:txBody>
          <a:bodyPr wrap="square" rtlCol="0">
            <a:spAutoFit/>
          </a:bodyPr>
          <a:lstStyle/>
          <a:p>
            <a:r>
              <a:rPr lang="sv-SE" sz="2000" dirty="0"/>
              <a:t>5</a:t>
            </a:r>
          </a:p>
        </p:txBody>
      </p:sp>
      <p:sp>
        <p:nvSpPr>
          <p:cNvPr id="112" name="textruta 111">
            <a:extLst>
              <a:ext uri="{FF2B5EF4-FFF2-40B4-BE49-F238E27FC236}">
                <a16:creationId xmlns:a16="http://schemas.microsoft.com/office/drawing/2014/main" id="{E982AEA8-6801-70C9-D048-3EEBB304C2D3}"/>
              </a:ext>
            </a:extLst>
          </p:cNvPr>
          <p:cNvSpPr txBox="1"/>
          <p:nvPr/>
        </p:nvSpPr>
        <p:spPr>
          <a:xfrm>
            <a:off x="5989278" y="5023359"/>
            <a:ext cx="527103" cy="400110"/>
          </a:xfrm>
          <a:prstGeom prst="rect">
            <a:avLst/>
          </a:prstGeom>
          <a:noFill/>
        </p:spPr>
        <p:txBody>
          <a:bodyPr wrap="square" rtlCol="0">
            <a:spAutoFit/>
          </a:bodyPr>
          <a:lstStyle/>
          <a:p>
            <a:r>
              <a:rPr lang="sv-SE" sz="2000" dirty="0"/>
              <a:t>3</a:t>
            </a:r>
          </a:p>
        </p:txBody>
      </p:sp>
      <p:sp>
        <p:nvSpPr>
          <p:cNvPr id="113" name="textruta 112">
            <a:extLst>
              <a:ext uri="{FF2B5EF4-FFF2-40B4-BE49-F238E27FC236}">
                <a16:creationId xmlns:a16="http://schemas.microsoft.com/office/drawing/2014/main" id="{3ED1D97A-CD9A-5D4C-88B5-4BD16CAA4F24}"/>
              </a:ext>
            </a:extLst>
          </p:cNvPr>
          <p:cNvSpPr txBox="1"/>
          <p:nvPr/>
        </p:nvSpPr>
        <p:spPr>
          <a:xfrm>
            <a:off x="8060473" y="5017009"/>
            <a:ext cx="527103" cy="400110"/>
          </a:xfrm>
          <a:prstGeom prst="rect">
            <a:avLst/>
          </a:prstGeom>
          <a:noFill/>
        </p:spPr>
        <p:txBody>
          <a:bodyPr wrap="square" rtlCol="0">
            <a:spAutoFit/>
          </a:bodyPr>
          <a:lstStyle/>
          <a:p>
            <a:r>
              <a:rPr lang="sv-SE" sz="2000" dirty="0"/>
              <a:t>2</a:t>
            </a:r>
          </a:p>
        </p:txBody>
      </p:sp>
      <p:sp>
        <p:nvSpPr>
          <p:cNvPr id="141" name="textruta 140">
            <a:extLst>
              <a:ext uri="{FF2B5EF4-FFF2-40B4-BE49-F238E27FC236}">
                <a16:creationId xmlns:a16="http://schemas.microsoft.com/office/drawing/2014/main" id="{AA87112C-8CE8-0E49-8C27-CD7298D95CC7}"/>
              </a:ext>
            </a:extLst>
          </p:cNvPr>
          <p:cNvSpPr txBox="1"/>
          <p:nvPr/>
        </p:nvSpPr>
        <p:spPr>
          <a:xfrm>
            <a:off x="6363372" y="3879400"/>
            <a:ext cx="777505" cy="830997"/>
          </a:xfrm>
          <a:prstGeom prst="rect">
            <a:avLst/>
          </a:prstGeom>
          <a:noFill/>
        </p:spPr>
        <p:txBody>
          <a:bodyPr wrap="square" rtlCol="0">
            <a:spAutoFit/>
          </a:bodyPr>
          <a:lstStyle/>
          <a:p>
            <a:r>
              <a:rPr lang="sv-SE" sz="4800" b="1" dirty="0">
                <a:solidFill>
                  <a:srgbClr val="FF0000"/>
                </a:solidFill>
              </a:rPr>
              <a:t>X</a:t>
            </a:r>
          </a:p>
        </p:txBody>
      </p:sp>
      <p:sp>
        <p:nvSpPr>
          <p:cNvPr id="142" name="textruta 141">
            <a:extLst>
              <a:ext uri="{FF2B5EF4-FFF2-40B4-BE49-F238E27FC236}">
                <a16:creationId xmlns:a16="http://schemas.microsoft.com/office/drawing/2014/main" id="{5B22BC16-5472-F187-ED85-1D70E6F4109D}"/>
              </a:ext>
            </a:extLst>
          </p:cNvPr>
          <p:cNvSpPr txBox="1"/>
          <p:nvPr/>
        </p:nvSpPr>
        <p:spPr>
          <a:xfrm>
            <a:off x="8698224" y="3879399"/>
            <a:ext cx="777505" cy="830997"/>
          </a:xfrm>
          <a:prstGeom prst="rect">
            <a:avLst/>
          </a:prstGeom>
          <a:noFill/>
        </p:spPr>
        <p:txBody>
          <a:bodyPr wrap="square" rtlCol="0">
            <a:spAutoFit/>
          </a:bodyPr>
          <a:lstStyle/>
          <a:p>
            <a:r>
              <a:rPr lang="sv-SE" sz="4800" b="1" dirty="0">
                <a:solidFill>
                  <a:srgbClr val="FF0000"/>
                </a:solidFill>
              </a:rPr>
              <a:t>X</a:t>
            </a:r>
          </a:p>
        </p:txBody>
      </p:sp>
      <p:sp>
        <p:nvSpPr>
          <p:cNvPr id="145" name="textruta 144">
            <a:extLst>
              <a:ext uri="{FF2B5EF4-FFF2-40B4-BE49-F238E27FC236}">
                <a16:creationId xmlns:a16="http://schemas.microsoft.com/office/drawing/2014/main" id="{102E99D1-3171-6188-0B81-BF0B905C58A0}"/>
              </a:ext>
            </a:extLst>
          </p:cNvPr>
          <p:cNvSpPr txBox="1"/>
          <p:nvPr/>
        </p:nvSpPr>
        <p:spPr>
          <a:xfrm>
            <a:off x="9211061" y="3879398"/>
            <a:ext cx="777505" cy="830997"/>
          </a:xfrm>
          <a:prstGeom prst="rect">
            <a:avLst/>
          </a:prstGeom>
          <a:noFill/>
        </p:spPr>
        <p:txBody>
          <a:bodyPr wrap="square" rtlCol="0">
            <a:spAutoFit/>
          </a:bodyPr>
          <a:lstStyle/>
          <a:p>
            <a:r>
              <a:rPr lang="sv-SE" sz="4800" b="1" dirty="0">
                <a:solidFill>
                  <a:srgbClr val="FF0000"/>
                </a:solidFill>
              </a:rPr>
              <a:t>X</a:t>
            </a:r>
          </a:p>
        </p:txBody>
      </p:sp>
      <mc:AlternateContent xmlns:mc="http://schemas.openxmlformats.org/markup-compatibility/2006" xmlns:a14="http://schemas.microsoft.com/office/drawing/2010/main">
        <mc:Choice Requires="a14">
          <p:sp>
            <p:nvSpPr>
              <p:cNvPr id="164" name="textruta 163">
                <a:extLst>
                  <a:ext uri="{FF2B5EF4-FFF2-40B4-BE49-F238E27FC236}">
                    <a16:creationId xmlns:a16="http://schemas.microsoft.com/office/drawing/2014/main" id="{18849993-2023-88B3-B938-21792755B297}"/>
                  </a:ext>
                </a:extLst>
              </p:cNvPr>
              <p:cNvSpPr txBox="1"/>
              <p:nvPr/>
            </p:nvSpPr>
            <p:spPr>
              <a:xfrm>
                <a:off x="4101785" y="2971146"/>
                <a:ext cx="1119148" cy="83099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sv-SE" sz="2400" i="1" smtClean="0">
                          <a:latin typeface="Cambria Math" panose="02040503050406030204" pitchFamily="18" charset="0"/>
                          <a:ea typeface="Cambria Math" panose="02040503050406030204" pitchFamily="18" charset="0"/>
                        </a:rPr>
                        <m:t>𝛼</m:t>
                      </m:r>
                      <m:r>
                        <a:rPr lang="sv-SE" sz="2400" b="0" i="1" smtClean="0">
                          <a:latin typeface="Cambria Math" panose="02040503050406030204" pitchFamily="18" charset="0"/>
                          <a:ea typeface="Cambria Math" panose="02040503050406030204" pitchFamily="18" charset="0"/>
                        </a:rPr>
                        <m:t>=</m:t>
                      </m:r>
                    </m:oMath>
                    <m:oMath xmlns:m="http://schemas.openxmlformats.org/officeDocument/2006/math">
                      <m:r>
                        <a:rPr lang="sv-SE" sz="2400" b="0" i="1" smtClean="0">
                          <a:latin typeface="Cambria Math" panose="02040503050406030204" pitchFamily="18" charset="0"/>
                          <a:ea typeface="Cambria Math" panose="02040503050406030204" pitchFamily="18" charset="0"/>
                        </a:rPr>
                        <m:t>𝛽</m:t>
                      </m:r>
                      <m:r>
                        <a:rPr lang="sv-SE" sz="2400" b="0" i="1" smtClean="0">
                          <a:latin typeface="Cambria Math" panose="02040503050406030204" pitchFamily="18" charset="0"/>
                          <a:ea typeface="Cambria Math" panose="02040503050406030204" pitchFamily="18" charset="0"/>
                        </a:rPr>
                        <m:t>=</m:t>
                      </m:r>
                    </m:oMath>
                  </m:oMathPara>
                </a14:m>
                <a:endParaRPr lang="sv-SE" sz="2400" dirty="0"/>
              </a:p>
            </p:txBody>
          </p:sp>
        </mc:Choice>
        <mc:Fallback xmlns="">
          <p:sp>
            <p:nvSpPr>
              <p:cNvPr id="164" name="textruta 163">
                <a:extLst>
                  <a:ext uri="{FF2B5EF4-FFF2-40B4-BE49-F238E27FC236}">
                    <a16:creationId xmlns:a16="http://schemas.microsoft.com/office/drawing/2014/main" id="{18849993-2023-88B3-B938-21792755B297}"/>
                  </a:ext>
                </a:extLst>
              </p:cNvPr>
              <p:cNvSpPr txBox="1">
                <a:spLocks noRot="1" noChangeAspect="1" noMove="1" noResize="1" noEditPoints="1" noAdjustHandles="1" noChangeArrowheads="1" noChangeShapeType="1" noTextEdit="1"/>
              </p:cNvSpPr>
              <p:nvPr/>
            </p:nvSpPr>
            <p:spPr>
              <a:xfrm>
                <a:off x="4101785" y="2971146"/>
                <a:ext cx="1119148" cy="830997"/>
              </a:xfrm>
              <a:prstGeom prst="rect">
                <a:avLst/>
              </a:prstGeom>
              <a:blipFill>
                <a:blip r:embed="rId4"/>
                <a:stretch>
                  <a:fillRect b="-8759"/>
                </a:stretch>
              </a:blipFill>
            </p:spPr>
            <p:txBody>
              <a:bodyPr/>
              <a:lstStyle/>
              <a:p>
                <a:r>
                  <a:rPr lang="sv-SE">
                    <a:noFill/>
                  </a:rPr>
                  <a:t> </a:t>
                </a:r>
              </a:p>
            </p:txBody>
          </p:sp>
        </mc:Fallback>
      </mc:AlternateContent>
      <p:sp>
        <p:nvSpPr>
          <p:cNvPr id="165" name="Rektangel 164">
            <a:extLst>
              <a:ext uri="{FF2B5EF4-FFF2-40B4-BE49-F238E27FC236}">
                <a16:creationId xmlns:a16="http://schemas.microsoft.com/office/drawing/2014/main" id="{9EBF2CDC-5618-160C-E324-34B7B039756C}"/>
              </a:ext>
            </a:extLst>
          </p:cNvPr>
          <p:cNvSpPr/>
          <p:nvPr/>
        </p:nvSpPr>
        <p:spPr>
          <a:xfrm>
            <a:off x="4242499" y="3024206"/>
            <a:ext cx="1378943" cy="771111"/>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mc:AlternateContent xmlns:mc="http://schemas.openxmlformats.org/markup-compatibility/2006" xmlns:a14="http://schemas.microsoft.com/office/drawing/2010/main">
        <mc:Choice Requires="a14">
          <p:sp>
            <p:nvSpPr>
              <p:cNvPr id="176" name="textruta 175">
                <a:extLst>
                  <a:ext uri="{FF2B5EF4-FFF2-40B4-BE49-F238E27FC236}">
                    <a16:creationId xmlns:a16="http://schemas.microsoft.com/office/drawing/2014/main" id="{09BB85FA-220C-B80D-6BA0-FA9EFB3C5888}"/>
                  </a:ext>
                </a:extLst>
              </p:cNvPr>
              <p:cNvSpPr txBox="1"/>
              <p:nvPr/>
            </p:nvSpPr>
            <p:spPr>
              <a:xfrm>
                <a:off x="4650977" y="2969729"/>
                <a:ext cx="1119148" cy="83099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sv-SE" sz="2400" b="0" i="1" smtClean="0">
                          <a:latin typeface="Cambria Math" panose="02040503050406030204" pitchFamily="18" charset="0"/>
                        </a:rPr>
                        <m:t>5</m:t>
                      </m:r>
                    </m:oMath>
                  </m:oMathPara>
                </a14:m>
                <a:endParaRPr lang="sv-SE" sz="2400" b="0" dirty="0"/>
              </a:p>
              <a:p>
                <a:pPr/>
                <a14:m>
                  <m:oMathPara xmlns:m="http://schemas.openxmlformats.org/officeDocument/2006/math">
                    <m:oMathParaPr>
                      <m:jc m:val="centerGroup"/>
                    </m:oMathParaPr>
                    <m:oMath xmlns:m="http://schemas.openxmlformats.org/officeDocument/2006/math">
                      <m:r>
                        <a:rPr lang="sv-SE" sz="2400" b="0" i="1" smtClean="0">
                          <a:latin typeface="Cambria Math" panose="02040503050406030204" pitchFamily="18" charset="0"/>
                        </a:rPr>
                        <m:t>+</m:t>
                      </m:r>
                      <m:r>
                        <a:rPr lang="sv-SE" sz="2400" b="0" i="1" smtClean="0">
                          <a:latin typeface="Cambria Math" panose="02040503050406030204" pitchFamily="18" charset="0"/>
                          <a:ea typeface="Cambria Math" panose="02040503050406030204" pitchFamily="18" charset="0"/>
                        </a:rPr>
                        <m:t>∞</m:t>
                      </m:r>
                    </m:oMath>
                  </m:oMathPara>
                </a14:m>
                <a:endParaRPr lang="sv-SE" sz="2400" dirty="0"/>
              </a:p>
            </p:txBody>
          </p:sp>
        </mc:Choice>
        <mc:Fallback xmlns="">
          <p:sp>
            <p:nvSpPr>
              <p:cNvPr id="176" name="textruta 175">
                <a:extLst>
                  <a:ext uri="{FF2B5EF4-FFF2-40B4-BE49-F238E27FC236}">
                    <a16:creationId xmlns:a16="http://schemas.microsoft.com/office/drawing/2014/main" id="{09BB85FA-220C-B80D-6BA0-FA9EFB3C5888}"/>
                  </a:ext>
                </a:extLst>
              </p:cNvPr>
              <p:cNvSpPr txBox="1">
                <a:spLocks noRot="1" noChangeAspect="1" noMove="1" noResize="1" noEditPoints="1" noAdjustHandles="1" noChangeArrowheads="1" noChangeShapeType="1" noTextEdit="1"/>
              </p:cNvSpPr>
              <p:nvPr/>
            </p:nvSpPr>
            <p:spPr>
              <a:xfrm>
                <a:off x="4650977" y="2969729"/>
                <a:ext cx="1119148" cy="830997"/>
              </a:xfrm>
              <a:prstGeom prst="rect">
                <a:avLst/>
              </a:prstGeom>
              <a:blipFill>
                <a:blip r:embed="rId5"/>
                <a:stretch>
                  <a:fillRect/>
                </a:stretch>
              </a:blipFill>
            </p:spPr>
            <p:txBody>
              <a:bodyPr/>
              <a:lstStyle/>
              <a:p>
                <a:r>
                  <a:rPr lang="sv-SE">
                    <a:noFill/>
                  </a:rPr>
                  <a:t> </a:t>
                </a:r>
              </a:p>
            </p:txBody>
          </p:sp>
        </mc:Fallback>
      </mc:AlternateContent>
      <p:sp>
        <p:nvSpPr>
          <p:cNvPr id="179" name="Ellips 178">
            <a:extLst>
              <a:ext uri="{FF2B5EF4-FFF2-40B4-BE49-F238E27FC236}">
                <a16:creationId xmlns:a16="http://schemas.microsoft.com/office/drawing/2014/main" id="{90477593-8BBA-4BF8-E044-BAD3F93D87D6}"/>
              </a:ext>
            </a:extLst>
          </p:cNvPr>
          <p:cNvSpPr/>
          <p:nvPr/>
        </p:nvSpPr>
        <p:spPr>
          <a:xfrm>
            <a:off x="2692631" y="3096838"/>
            <a:ext cx="832856" cy="646665"/>
          </a:xfrm>
          <a:prstGeom prst="ellipse">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80" name="Ellips 179">
            <a:extLst>
              <a:ext uri="{FF2B5EF4-FFF2-40B4-BE49-F238E27FC236}">
                <a16:creationId xmlns:a16="http://schemas.microsoft.com/office/drawing/2014/main" id="{FFCD3CE3-D228-4D10-F6ED-DB3CA337B9C7}"/>
              </a:ext>
            </a:extLst>
          </p:cNvPr>
          <p:cNvSpPr/>
          <p:nvPr/>
        </p:nvSpPr>
        <p:spPr>
          <a:xfrm>
            <a:off x="1940330" y="4893731"/>
            <a:ext cx="832856" cy="646665"/>
          </a:xfrm>
          <a:prstGeom prst="ellipse">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83" name="textruta 182">
            <a:extLst>
              <a:ext uri="{FF2B5EF4-FFF2-40B4-BE49-F238E27FC236}">
                <a16:creationId xmlns:a16="http://schemas.microsoft.com/office/drawing/2014/main" id="{15BDD79B-6EA6-7A75-87B3-4276B70C678F}"/>
              </a:ext>
            </a:extLst>
          </p:cNvPr>
          <p:cNvSpPr txBox="1"/>
          <p:nvPr/>
        </p:nvSpPr>
        <p:spPr>
          <a:xfrm>
            <a:off x="2942406" y="3204235"/>
            <a:ext cx="527103" cy="400110"/>
          </a:xfrm>
          <a:prstGeom prst="rect">
            <a:avLst/>
          </a:prstGeom>
          <a:noFill/>
        </p:spPr>
        <p:txBody>
          <a:bodyPr wrap="square" rtlCol="0">
            <a:spAutoFit/>
          </a:bodyPr>
          <a:lstStyle/>
          <a:p>
            <a:r>
              <a:rPr lang="sv-SE" sz="2000" dirty="0"/>
              <a:t>8</a:t>
            </a:r>
          </a:p>
        </p:txBody>
      </p:sp>
      <p:sp>
        <p:nvSpPr>
          <p:cNvPr id="185" name="Ellips 184">
            <a:extLst>
              <a:ext uri="{FF2B5EF4-FFF2-40B4-BE49-F238E27FC236}">
                <a16:creationId xmlns:a16="http://schemas.microsoft.com/office/drawing/2014/main" id="{9CE27B49-B762-7281-3812-D77D18F5AB38}"/>
              </a:ext>
            </a:extLst>
          </p:cNvPr>
          <p:cNvSpPr/>
          <p:nvPr/>
        </p:nvSpPr>
        <p:spPr>
          <a:xfrm>
            <a:off x="5706395" y="1316541"/>
            <a:ext cx="832856" cy="646665"/>
          </a:xfrm>
          <a:prstGeom prst="ellipse">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86" name="Ellips 185">
            <a:extLst>
              <a:ext uri="{FF2B5EF4-FFF2-40B4-BE49-F238E27FC236}">
                <a16:creationId xmlns:a16="http://schemas.microsoft.com/office/drawing/2014/main" id="{5A040D34-0243-48B6-479E-8793E9F10C80}"/>
              </a:ext>
            </a:extLst>
          </p:cNvPr>
          <p:cNvSpPr/>
          <p:nvPr/>
        </p:nvSpPr>
        <p:spPr>
          <a:xfrm>
            <a:off x="2692631" y="4880656"/>
            <a:ext cx="832856" cy="646665"/>
          </a:xfrm>
          <a:prstGeom prst="ellipse">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mc:AlternateContent xmlns:mc="http://schemas.openxmlformats.org/markup-compatibility/2006" xmlns:a14="http://schemas.microsoft.com/office/drawing/2010/main">
        <mc:Choice Requires="a14">
          <p:sp>
            <p:nvSpPr>
              <p:cNvPr id="187" name="textruta 186">
                <a:extLst>
                  <a:ext uri="{FF2B5EF4-FFF2-40B4-BE49-F238E27FC236}">
                    <a16:creationId xmlns:a16="http://schemas.microsoft.com/office/drawing/2014/main" id="{ABF9C49A-7DB6-3CB4-FB22-FC5AA0B6F208}"/>
                  </a:ext>
                </a:extLst>
              </p:cNvPr>
              <p:cNvSpPr txBox="1"/>
              <p:nvPr/>
            </p:nvSpPr>
            <p:spPr>
              <a:xfrm>
                <a:off x="1072476" y="2930772"/>
                <a:ext cx="1119148" cy="83099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sv-SE" sz="2400" b="0" i="1" smtClean="0">
                          <a:latin typeface="Cambria Math" panose="02040503050406030204" pitchFamily="18" charset="0"/>
                          <a:ea typeface="Cambria Math" panose="02040503050406030204" pitchFamily="18" charset="0"/>
                        </a:rPr>
                        <m:t>−∞</m:t>
                      </m:r>
                    </m:oMath>
                    <m:oMath xmlns:m="http://schemas.openxmlformats.org/officeDocument/2006/math">
                      <m:r>
                        <a:rPr lang="sv-SE" sz="2400" b="0" i="1" smtClean="0">
                          <a:latin typeface="Cambria Math" panose="02040503050406030204" pitchFamily="18" charset="0"/>
                          <a:ea typeface="Cambria Math" panose="02040503050406030204" pitchFamily="18" charset="0"/>
                        </a:rPr>
                        <m:t>8</m:t>
                      </m:r>
                    </m:oMath>
                  </m:oMathPara>
                </a14:m>
                <a:endParaRPr lang="sv-SE" sz="2400" dirty="0"/>
              </a:p>
            </p:txBody>
          </p:sp>
        </mc:Choice>
        <mc:Fallback xmlns="">
          <p:sp>
            <p:nvSpPr>
              <p:cNvPr id="187" name="textruta 186">
                <a:extLst>
                  <a:ext uri="{FF2B5EF4-FFF2-40B4-BE49-F238E27FC236}">
                    <a16:creationId xmlns:a16="http://schemas.microsoft.com/office/drawing/2014/main" id="{ABF9C49A-7DB6-3CB4-FB22-FC5AA0B6F208}"/>
                  </a:ext>
                </a:extLst>
              </p:cNvPr>
              <p:cNvSpPr txBox="1">
                <a:spLocks noRot="1" noChangeAspect="1" noMove="1" noResize="1" noEditPoints="1" noAdjustHandles="1" noChangeArrowheads="1" noChangeShapeType="1" noTextEdit="1"/>
              </p:cNvSpPr>
              <p:nvPr/>
            </p:nvSpPr>
            <p:spPr>
              <a:xfrm>
                <a:off x="1072476" y="2930772"/>
                <a:ext cx="1119148" cy="830997"/>
              </a:xfrm>
              <a:prstGeom prst="rect">
                <a:avLst/>
              </a:prstGeom>
              <a:blipFill>
                <a:blip r:embed="rId6"/>
                <a:stretch>
                  <a:fillRect/>
                </a:stretch>
              </a:blipFill>
            </p:spPr>
            <p:txBody>
              <a:bodyPr/>
              <a:lstStyle/>
              <a:p>
                <a:r>
                  <a:rPr lang="sv-SE">
                    <a:noFill/>
                  </a:rPr>
                  <a:t> </a:t>
                </a:r>
              </a:p>
            </p:txBody>
          </p:sp>
        </mc:Fallback>
      </mc:AlternateContent>
      <mc:AlternateContent xmlns:mc="http://schemas.openxmlformats.org/markup-compatibility/2006" xmlns:a14="http://schemas.microsoft.com/office/drawing/2010/main">
        <mc:Choice Requires="a14">
          <p:sp>
            <p:nvSpPr>
              <p:cNvPr id="188" name="textruta 187">
                <a:extLst>
                  <a:ext uri="{FF2B5EF4-FFF2-40B4-BE49-F238E27FC236}">
                    <a16:creationId xmlns:a16="http://schemas.microsoft.com/office/drawing/2014/main" id="{18C8581E-00DF-8036-F973-0B84C5A7CC8A}"/>
                  </a:ext>
                </a:extLst>
              </p:cNvPr>
              <p:cNvSpPr txBox="1"/>
              <p:nvPr/>
            </p:nvSpPr>
            <p:spPr>
              <a:xfrm>
                <a:off x="1071075" y="2956140"/>
                <a:ext cx="1119148" cy="83099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sv-SE" sz="2400" b="0" i="1" smtClean="0">
                          <a:latin typeface="Cambria Math" panose="02040503050406030204" pitchFamily="18" charset="0"/>
                          <a:ea typeface="Cambria Math" panose="02040503050406030204" pitchFamily="18" charset="0"/>
                        </a:rPr>
                        <m:t>−∞</m:t>
                      </m:r>
                    </m:oMath>
                    <m:oMath xmlns:m="http://schemas.openxmlformats.org/officeDocument/2006/math">
                      <m:r>
                        <a:rPr lang="sv-SE" sz="2400" b="0" i="1" smtClean="0">
                          <a:latin typeface="Cambria Math" panose="02040503050406030204" pitchFamily="18" charset="0"/>
                          <a:ea typeface="Cambria Math" panose="02040503050406030204" pitchFamily="18" charset="0"/>
                        </a:rPr>
                        <m:t>5</m:t>
                      </m:r>
                    </m:oMath>
                  </m:oMathPara>
                </a14:m>
                <a:endParaRPr lang="sv-SE" sz="2400" dirty="0"/>
              </a:p>
            </p:txBody>
          </p:sp>
        </mc:Choice>
        <mc:Fallback xmlns="">
          <p:sp>
            <p:nvSpPr>
              <p:cNvPr id="188" name="textruta 187">
                <a:extLst>
                  <a:ext uri="{FF2B5EF4-FFF2-40B4-BE49-F238E27FC236}">
                    <a16:creationId xmlns:a16="http://schemas.microsoft.com/office/drawing/2014/main" id="{18C8581E-00DF-8036-F973-0B84C5A7CC8A}"/>
                  </a:ext>
                </a:extLst>
              </p:cNvPr>
              <p:cNvSpPr txBox="1">
                <a:spLocks noRot="1" noChangeAspect="1" noMove="1" noResize="1" noEditPoints="1" noAdjustHandles="1" noChangeArrowheads="1" noChangeShapeType="1" noTextEdit="1"/>
              </p:cNvSpPr>
              <p:nvPr/>
            </p:nvSpPr>
            <p:spPr>
              <a:xfrm>
                <a:off x="1071075" y="2956140"/>
                <a:ext cx="1119148" cy="830997"/>
              </a:xfrm>
              <a:prstGeom prst="rect">
                <a:avLst/>
              </a:prstGeom>
              <a:blipFill>
                <a:blip r:embed="rId7"/>
                <a:stretch>
                  <a:fillRect/>
                </a:stretch>
              </a:blipFill>
            </p:spPr>
            <p:txBody>
              <a:bodyPr/>
              <a:lstStyle/>
              <a:p>
                <a:r>
                  <a:rPr lang="sv-SE">
                    <a:noFill/>
                  </a:rPr>
                  <a:t> </a:t>
                </a:r>
              </a:p>
            </p:txBody>
          </p:sp>
        </mc:Fallback>
      </mc:AlternateContent>
      <p:sp>
        <p:nvSpPr>
          <p:cNvPr id="189" name="Ellips 188">
            <a:extLst>
              <a:ext uri="{FF2B5EF4-FFF2-40B4-BE49-F238E27FC236}">
                <a16:creationId xmlns:a16="http://schemas.microsoft.com/office/drawing/2014/main" id="{CB605F73-19A2-A792-1045-C43656A191B8}"/>
              </a:ext>
            </a:extLst>
          </p:cNvPr>
          <p:cNvSpPr/>
          <p:nvPr/>
        </p:nvSpPr>
        <p:spPr>
          <a:xfrm>
            <a:off x="3492727" y="4887193"/>
            <a:ext cx="832856" cy="646665"/>
          </a:xfrm>
          <a:prstGeom prst="ellipse">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90" name="Ellips 189">
            <a:extLst>
              <a:ext uri="{FF2B5EF4-FFF2-40B4-BE49-F238E27FC236}">
                <a16:creationId xmlns:a16="http://schemas.microsoft.com/office/drawing/2014/main" id="{902730DC-6CAB-679C-F127-B8AC4C2A7BB2}"/>
              </a:ext>
            </a:extLst>
          </p:cNvPr>
          <p:cNvSpPr/>
          <p:nvPr/>
        </p:nvSpPr>
        <p:spPr>
          <a:xfrm>
            <a:off x="7802616" y="4876519"/>
            <a:ext cx="832856" cy="646665"/>
          </a:xfrm>
          <a:prstGeom prst="ellipse">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91" name="textruta 190">
            <a:extLst>
              <a:ext uri="{FF2B5EF4-FFF2-40B4-BE49-F238E27FC236}">
                <a16:creationId xmlns:a16="http://schemas.microsoft.com/office/drawing/2014/main" id="{992D82B1-9D84-77C4-4A55-2DF27F4C73EA}"/>
              </a:ext>
            </a:extLst>
          </p:cNvPr>
          <p:cNvSpPr txBox="1"/>
          <p:nvPr/>
        </p:nvSpPr>
        <p:spPr>
          <a:xfrm>
            <a:off x="5939621" y="1433010"/>
            <a:ext cx="527103" cy="400110"/>
          </a:xfrm>
          <a:prstGeom prst="rect">
            <a:avLst/>
          </a:prstGeom>
          <a:noFill/>
        </p:spPr>
        <p:txBody>
          <a:bodyPr wrap="square" rtlCol="0">
            <a:spAutoFit/>
          </a:bodyPr>
          <a:lstStyle/>
          <a:p>
            <a:r>
              <a:rPr lang="sv-SE" sz="2000" dirty="0"/>
              <a:t>5</a:t>
            </a:r>
          </a:p>
        </p:txBody>
      </p:sp>
      <p:sp>
        <p:nvSpPr>
          <p:cNvPr id="192" name="textruta 191">
            <a:extLst>
              <a:ext uri="{FF2B5EF4-FFF2-40B4-BE49-F238E27FC236}">
                <a16:creationId xmlns:a16="http://schemas.microsoft.com/office/drawing/2014/main" id="{E3964CBD-2A02-2D50-4856-FE0CFCACA718}"/>
              </a:ext>
            </a:extLst>
          </p:cNvPr>
          <p:cNvSpPr txBox="1"/>
          <p:nvPr/>
        </p:nvSpPr>
        <p:spPr>
          <a:xfrm>
            <a:off x="2945670" y="3188237"/>
            <a:ext cx="527103" cy="400110"/>
          </a:xfrm>
          <a:prstGeom prst="rect">
            <a:avLst/>
          </a:prstGeom>
          <a:noFill/>
        </p:spPr>
        <p:txBody>
          <a:bodyPr wrap="square" rtlCol="0">
            <a:spAutoFit/>
          </a:bodyPr>
          <a:lstStyle/>
          <a:p>
            <a:r>
              <a:rPr lang="sv-SE" sz="2000" dirty="0"/>
              <a:t>5</a:t>
            </a:r>
          </a:p>
        </p:txBody>
      </p:sp>
      <mc:AlternateContent xmlns:mc="http://schemas.openxmlformats.org/markup-compatibility/2006" xmlns:a14="http://schemas.microsoft.com/office/drawing/2010/main">
        <mc:Choice Requires="a14">
          <p:sp>
            <p:nvSpPr>
              <p:cNvPr id="193" name="textruta 192">
                <a:extLst>
                  <a:ext uri="{FF2B5EF4-FFF2-40B4-BE49-F238E27FC236}">
                    <a16:creationId xmlns:a16="http://schemas.microsoft.com/office/drawing/2014/main" id="{F3F610AC-0B8E-D8DA-D829-8B77D9EE02CE}"/>
                  </a:ext>
                </a:extLst>
              </p:cNvPr>
              <p:cNvSpPr txBox="1"/>
              <p:nvPr/>
            </p:nvSpPr>
            <p:spPr>
              <a:xfrm>
                <a:off x="3756340" y="1152907"/>
                <a:ext cx="1119148" cy="83099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sv-SE" sz="2400" i="1" smtClean="0">
                          <a:latin typeface="Cambria Math" panose="02040503050406030204" pitchFamily="18" charset="0"/>
                          <a:ea typeface="Cambria Math" panose="02040503050406030204" pitchFamily="18" charset="0"/>
                        </a:rPr>
                        <m:t>𝛼</m:t>
                      </m:r>
                      <m:r>
                        <a:rPr lang="sv-SE" sz="2400" b="0" i="1" smtClean="0">
                          <a:latin typeface="Cambria Math" panose="02040503050406030204" pitchFamily="18" charset="0"/>
                          <a:ea typeface="Cambria Math" panose="02040503050406030204" pitchFamily="18" charset="0"/>
                        </a:rPr>
                        <m:t>=</m:t>
                      </m:r>
                    </m:oMath>
                    <m:oMath xmlns:m="http://schemas.openxmlformats.org/officeDocument/2006/math">
                      <m:r>
                        <a:rPr lang="sv-SE" sz="2400" b="0" i="1" smtClean="0">
                          <a:latin typeface="Cambria Math" panose="02040503050406030204" pitchFamily="18" charset="0"/>
                          <a:ea typeface="Cambria Math" panose="02040503050406030204" pitchFamily="18" charset="0"/>
                        </a:rPr>
                        <m:t>𝛽</m:t>
                      </m:r>
                      <m:r>
                        <a:rPr lang="sv-SE" sz="2400" b="0" i="1" smtClean="0">
                          <a:latin typeface="Cambria Math" panose="02040503050406030204" pitchFamily="18" charset="0"/>
                          <a:ea typeface="Cambria Math" panose="02040503050406030204" pitchFamily="18" charset="0"/>
                        </a:rPr>
                        <m:t>=</m:t>
                      </m:r>
                    </m:oMath>
                  </m:oMathPara>
                </a14:m>
                <a:endParaRPr lang="sv-SE" sz="2400" dirty="0"/>
              </a:p>
            </p:txBody>
          </p:sp>
        </mc:Choice>
        <mc:Fallback xmlns="">
          <p:sp>
            <p:nvSpPr>
              <p:cNvPr id="193" name="textruta 192">
                <a:extLst>
                  <a:ext uri="{FF2B5EF4-FFF2-40B4-BE49-F238E27FC236}">
                    <a16:creationId xmlns:a16="http://schemas.microsoft.com/office/drawing/2014/main" id="{F3F610AC-0B8E-D8DA-D829-8B77D9EE02CE}"/>
                  </a:ext>
                </a:extLst>
              </p:cNvPr>
              <p:cNvSpPr txBox="1">
                <a:spLocks noRot="1" noChangeAspect="1" noMove="1" noResize="1" noEditPoints="1" noAdjustHandles="1" noChangeArrowheads="1" noChangeShapeType="1" noTextEdit="1"/>
              </p:cNvSpPr>
              <p:nvPr/>
            </p:nvSpPr>
            <p:spPr>
              <a:xfrm>
                <a:off x="3756340" y="1152907"/>
                <a:ext cx="1119148" cy="830997"/>
              </a:xfrm>
              <a:prstGeom prst="rect">
                <a:avLst/>
              </a:prstGeom>
              <a:blipFill>
                <a:blip r:embed="rId8"/>
                <a:stretch>
                  <a:fillRect b="-9559"/>
                </a:stretch>
              </a:blipFill>
            </p:spPr>
            <p:txBody>
              <a:bodyPr/>
              <a:lstStyle/>
              <a:p>
                <a:r>
                  <a:rPr lang="sv-SE">
                    <a:noFill/>
                  </a:rPr>
                  <a:t> </a:t>
                </a:r>
              </a:p>
            </p:txBody>
          </p:sp>
        </mc:Fallback>
      </mc:AlternateContent>
      <p:sp>
        <p:nvSpPr>
          <p:cNvPr id="194" name="Rektangel 193">
            <a:extLst>
              <a:ext uri="{FF2B5EF4-FFF2-40B4-BE49-F238E27FC236}">
                <a16:creationId xmlns:a16="http://schemas.microsoft.com/office/drawing/2014/main" id="{DBD4D4AA-8304-D720-FBAC-01E94C66CC20}"/>
              </a:ext>
            </a:extLst>
          </p:cNvPr>
          <p:cNvSpPr/>
          <p:nvPr/>
        </p:nvSpPr>
        <p:spPr>
          <a:xfrm>
            <a:off x="3897054" y="1205967"/>
            <a:ext cx="1378943" cy="771111"/>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mc:AlternateContent xmlns:mc="http://schemas.openxmlformats.org/markup-compatibility/2006" xmlns:a14="http://schemas.microsoft.com/office/drawing/2010/main">
        <mc:Choice Requires="a14">
          <p:sp>
            <p:nvSpPr>
              <p:cNvPr id="195" name="textruta 194">
                <a:extLst>
                  <a:ext uri="{FF2B5EF4-FFF2-40B4-BE49-F238E27FC236}">
                    <a16:creationId xmlns:a16="http://schemas.microsoft.com/office/drawing/2014/main" id="{9B629768-2CC1-836D-3016-6F43D2A5E4E9}"/>
                  </a:ext>
                </a:extLst>
              </p:cNvPr>
              <p:cNvSpPr txBox="1"/>
              <p:nvPr/>
            </p:nvSpPr>
            <p:spPr>
              <a:xfrm>
                <a:off x="4305532" y="1151490"/>
                <a:ext cx="1119148" cy="83099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sv-SE" sz="2400" b="0" i="1" smtClean="0">
                          <a:latin typeface="Cambria Math" panose="02040503050406030204" pitchFamily="18" charset="0"/>
                          <a:ea typeface="Cambria Math" panose="02040503050406030204" pitchFamily="18" charset="0"/>
                        </a:rPr>
                        <m:t>−∞</m:t>
                      </m:r>
                    </m:oMath>
                    <m:oMath xmlns:m="http://schemas.openxmlformats.org/officeDocument/2006/math">
                      <m:r>
                        <a:rPr lang="sv-SE" sz="2400" b="0" i="1" smtClean="0">
                          <a:latin typeface="Cambria Math" panose="02040503050406030204" pitchFamily="18" charset="0"/>
                          <a:ea typeface="Cambria Math" panose="02040503050406030204" pitchFamily="18" charset="0"/>
                        </a:rPr>
                        <m:t>+∞</m:t>
                      </m:r>
                    </m:oMath>
                  </m:oMathPara>
                </a14:m>
                <a:endParaRPr lang="sv-SE" sz="2400" dirty="0"/>
              </a:p>
            </p:txBody>
          </p:sp>
        </mc:Choice>
        <mc:Fallback xmlns="">
          <p:sp>
            <p:nvSpPr>
              <p:cNvPr id="195" name="textruta 194">
                <a:extLst>
                  <a:ext uri="{FF2B5EF4-FFF2-40B4-BE49-F238E27FC236}">
                    <a16:creationId xmlns:a16="http://schemas.microsoft.com/office/drawing/2014/main" id="{9B629768-2CC1-836D-3016-6F43D2A5E4E9}"/>
                  </a:ext>
                </a:extLst>
              </p:cNvPr>
              <p:cNvSpPr txBox="1">
                <a:spLocks noRot="1" noChangeAspect="1" noMove="1" noResize="1" noEditPoints="1" noAdjustHandles="1" noChangeArrowheads="1" noChangeShapeType="1" noTextEdit="1"/>
              </p:cNvSpPr>
              <p:nvPr/>
            </p:nvSpPr>
            <p:spPr>
              <a:xfrm>
                <a:off x="4305532" y="1151490"/>
                <a:ext cx="1119148" cy="830997"/>
              </a:xfrm>
              <a:prstGeom prst="rect">
                <a:avLst/>
              </a:prstGeom>
              <a:blipFill>
                <a:blip r:embed="rId9"/>
                <a:stretch>
                  <a:fillRect/>
                </a:stretch>
              </a:blipFill>
            </p:spPr>
            <p:txBody>
              <a:bodyPr/>
              <a:lstStyle/>
              <a:p>
                <a:r>
                  <a:rPr lang="sv-SE">
                    <a:noFill/>
                  </a:rPr>
                  <a:t> </a:t>
                </a:r>
              </a:p>
            </p:txBody>
          </p:sp>
        </mc:Fallback>
      </mc:AlternateContent>
      <mc:AlternateContent xmlns:mc="http://schemas.openxmlformats.org/markup-compatibility/2006" xmlns:a14="http://schemas.microsoft.com/office/drawing/2010/main">
        <mc:Choice Requires="a14">
          <p:sp>
            <p:nvSpPr>
              <p:cNvPr id="196" name="textruta 195">
                <a:extLst>
                  <a:ext uri="{FF2B5EF4-FFF2-40B4-BE49-F238E27FC236}">
                    <a16:creationId xmlns:a16="http://schemas.microsoft.com/office/drawing/2014/main" id="{0D88F2E5-1D4B-1B75-ED37-33A70CA17697}"/>
                  </a:ext>
                </a:extLst>
              </p:cNvPr>
              <p:cNvSpPr txBox="1"/>
              <p:nvPr/>
            </p:nvSpPr>
            <p:spPr>
              <a:xfrm>
                <a:off x="4325402" y="1159444"/>
                <a:ext cx="1119148" cy="83099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sv-SE" sz="2400" b="0" i="1" smtClean="0">
                          <a:latin typeface="Cambria Math" panose="02040503050406030204" pitchFamily="18" charset="0"/>
                          <a:ea typeface="Cambria Math" panose="02040503050406030204" pitchFamily="18" charset="0"/>
                        </a:rPr>
                        <m:t>5</m:t>
                      </m:r>
                    </m:oMath>
                    <m:oMath xmlns:m="http://schemas.openxmlformats.org/officeDocument/2006/math">
                      <m:r>
                        <a:rPr lang="sv-SE" sz="2400" b="0" i="1" smtClean="0">
                          <a:latin typeface="Cambria Math" panose="02040503050406030204" pitchFamily="18" charset="0"/>
                          <a:ea typeface="Cambria Math" panose="02040503050406030204" pitchFamily="18" charset="0"/>
                        </a:rPr>
                        <m:t>+∞</m:t>
                      </m:r>
                    </m:oMath>
                  </m:oMathPara>
                </a14:m>
                <a:endParaRPr lang="sv-SE" sz="2400" dirty="0"/>
              </a:p>
            </p:txBody>
          </p:sp>
        </mc:Choice>
        <mc:Fallback xmlns="">
          <p:sp>
            <p:nvSpPr>
              <p:cNvPr id="196" name="textruta 195">
                <a:extLst>
                  <a:ext uri="{FF2B5EF4-FFF2-40B4-BE49-F238E27FC236}">
                    <a16:creationId xmlns:a16="http://schemas.microsoft.com/office/drawing/2014/main" id="{0D88F2E5-1D4B-1B75-ED37-33A70CA17697}"/>
                  </a:ext>
                </a:extLst>
              </p:cNvPr>
              <p:cNvSpPr txBox="1">
                <a:spLocks noRot="1" noChangeAspect="1" noMove="1" noResize="1" noEditPoints="1" noAdjustHandles="1" noChangeArrowheads="1" noChangeShapeType="1" noTextEdit="1"/>
              </p:cNvSpPr>
              <p:nvPr/>
            </p:nvSpPr>
            <p:spPr>
              <a:xfrm>
                <a:off x="4325402" y="1159444"/>
                <a:ext cx="1119148" cy="830997"/>
              </a:xfrm>
              <a:prstGeom prst="rect">
                <a:avLst/>
              </a:prstGeom>
              <a:blipFill>
                <a:blip r:embed="rId10"/>
                <a:stretch>
                  <a:fillRect/>
                </a:stretch>
              </a:blipFill>
            </p:spPr>
            <p:txBody>
              <a:bodyPr/>
              <a:lstStyle/>
              <a:p>
                <a:r>
                  <a:rPr lang="sv-SE">
                    <a:noFill/>
                  </a:rPr>
                  <a:t> </a:t>
                </a:r>
              </a:p>
            </p:txBody>
          </p:sp>
        </mc:Fallback>
      </mc:AlternateContent>
      <p:sp>
        <p:nvSpPr>
          <p:cNvPr id="197" name="Ellips 196">
            <a:extLst>
              <a:ext uri="{FF2B5EF4-FFF2-40B4-BE49-F238E27FC236}">
                <a16:creationId xmlns:a16="http://schemas.microsoft.com/office/drawing/2014/main" id="{8665C290-9565-FCD0-DDC7-18F75F226570}"/>
              </a:ext>
            </a:extLst>
          </p:cNvPr>
          <p:cNvSpPr/>
          <p:nvPr/>
        </p:nvSpPr>
        <p:spPr>
          <a:xfrm>
            <a:off x="5726943" y="3072862"/>
            <a:ext cx="832856" cy="646665"/>
          </a:xfrm>
          <a:prstGeom prst="ellipse">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98" name="Ellips 197">
            <a:extLst>
              <a:ext uri="{FF2B5EF4-FFF2-40B4-BE49-F238E27FC236}">
                <a16:creationId xmlns:a16="http://schemas.microsoft.com/office/drawing/2014/main" id="{826D4202-9989-1BB1-FCB8-9F12C8BB816A}"/>
              </a:ext>
            </a:extLst>
          </p:cNvPr>
          <p:cNvSpPr/>
          <p:nvPr/>
        </p:nvSpPr>
        <p:spPr>
          <a:xfrm>
            <a:off x="4996141" y="4887193"/>
            <a:ext cx="832856" cy="646665"/>
          </a:xfrm>
          <a:prstGeom prst="ellipse">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mc:AlternateContent xmlns:mc="http://schemas.openxmlformats.org/markup-compatibility/2006" xmlns:a14="http://schemas.microsoft.com/office/drawing/2010/main">
        <mc:Choice Requires="a14">
          <p:sp>
            <p:nvSpPr>
              <p:cNvPr id="200" name="textruta 199">
                <a:extLst>
                  <a:ext uri="{FF2B5EF4-FFF2-40B4-BE49-F238E27FC236}">
                    <a16:creationId xmlns:a16="http://schemas.microsoft.com/office/drawing/2014/main" id="{6BC34C2D-9307-6E80-A73B-785FB6A3FA88}"/>
                  </a:ext>
                </a:extLst>
              </p:cNvPr>
              <p:cNvSpPr txBox="1"/>
              <p:nvPr/>
            </p:nvSpPr>
            <p:spPr>
              <a:xfrm>
                <a:off x="4650977" y="2976938"/>
                <a:ext cx="1119148" cy="83099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sv-SE" sz="2400" b="0" i="1" smtClean="0">
                          <a:latin typeface="Cambria Math" panose="02040503050406030204" pitchFamily="18" charset="0"/>
                        </a:rPr>
                        <m:t>5</m:t>
                      </m:r>
                    </m:oMath>
                  </m:oMathPara>
                </a14:m>
                <a:endParaRPr lang="sv-SE" sz="2400" b="0" dirty="0"/>
              </a:p>
              <a:p>
                <a:pPr/>
                <a14:m>
                  <m:oMathPara xmlns:m="http://schemas.openxmlformats.org/officeDocument/2006/math">
                    <m:oMathParaPr>
                      <m:jc m:val="centerGroup"/>
                    </m:oMathParaPr>
                    <m:oMath xmlns:m="http://schemas.openxmlformats.org/officeDocument/2006/math">
                      <m:r>
                        <a:rPr lang="sv-SE" sz="2400" b="0" i="1" smtClean="0">
                          <a:latin typeface="Cambria Math" panose="02040503050406030204" pitchFamily="18" charset="0"/>
                        </a:rPr>
                        <m:t>9</m:t>
                      </m:r>
                    </m:oMath>
                  </m:oMathPara>
                </a14:m>
                <a:endParaRPr lang="sv-SE" sz="2400" dirty="0"/>
              </a:p>
            </p:txBody>
          </p:sp>
        </mc:Choice>
        <mc:Fallback xmlns="">
          <p:sp>
            <p:nvSpPr>
              <p:cNvPr id="200" name="textruta 199">
                <a:extLst>
                  <a:ext uri="{FF2B5EF4-FFF2-40B4-BE49-F238E27FC236}">
                    <a16:creationId xmlns:a16="http://schemas.microsoft.com/office/drawing/2014/main" id="{6BC34C2D-9307-6E80-A73B-785FB6A3FA88}"/>
                  </a:ext>
                </a:extLst>
              </p:cNvPr>
              <p:cNvSpPr txBox="1">
                <a:spLocks noRot="1" noChangeAspect="1" noMove="1" noResize="1" noEditPoints="1" noAdjustHandles="1" noChangeArrowheads="1" noChangeShapeType="1" noTextEdit="1"/>
              </p:cNvSpPr>
              <p:nvPr/>
            </p:nvSpPr>
            <p:spPr>
              <a:xfrm>
                <a:off x="4650977" y="2976938"/>
                <a:ext cx="1119148" cy="830997"/>
              </a:xfrm>
              <a:prstGeom prst="rect">
                <a:avLst/>
              </a:prstGeom>
              <a:blipFill>
                <a:blip r:embed="rId11"/>
                <a:stretch>
                  <a:fillRect/>
                </a:stretch>
              </a:blipFill>
            </p:spPr>
            <p:txBody>
              <a:bodyPr/>
              <a:lstStyle/>
              <a:p>
                <a:r>
                  <a:rPr lang="sv-SE">
                    <a:noFill/>
                  </a:rPr>
                  <a:t> </a:t>
                </a:r>
              </a:p>
            </p:txBody>
          </p:sp>
        </mc:Fallback>
      </mc:AlternateContent>
      <p:sp>
        <p:nvSpPr>
          <p:cNvPr id="201" name="Ellips 200">
            <a:extLst>
              <a:ext uri="{FF2B5EF4-FFF2-40B4-BE49-F238E27FC236}">
                <a16:creationId xmlns:a16="http://schemas.microsoft.com/office/drawing/2014/main" id="{A361BA73-1213-19AB-0C13-7FF85C3573B4}"/>
              </a:ext>
            </a:extLst>
          </p:cNvPr>
          <p:cNvSpPr/>
          <p:nvPr/>
        </p:nvSpPr>
        <p:spPr>
          <a:xfrm>
            <a:off x="5739861" y="4876519"/>
            <a:ext cx="832856" cy="646665"/>
          </a:xfrm>
          <a:prstGeom prst="ellipse">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203" name="Ellips 202">
            <a:extLst>
              <a:ext uri="{FF2B5EF4-FFF2-40B4-BE49-F238E27FC236}">
                <a16:creationId xmlns:a16="http://schemas.microsoft.com/office/drawing/2014/main" id="{DA1B4C11-0EE7-2717-AC92-0816345DF4B0}"/>
              </a:ext>
            </a:extLst>
          </p:cNvPr>
          <p:cNvSpPr/>
          <p:nvPr/>
        </p:nvSpPr>
        <p:spPr>
          <a:xfrm>
            <a:off x="8530600" y="3026344"/>
            <a:ext cx="832856" cy="646665"/>
          </a:xfrm>
          <a:prstGeom prst="ellipse">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mc:AlternateContent xmlns:mc="http://schemas.openxmlformats.org/markup-compatibility/2006" xmlns:a14="http://schemas.microsoft.com/office/drawing/2010/main">
        <mc:Choice Requires="a14">
          <p:sp>
            <p:nvSpPr>
              <p:cNvPr id="204" name="textruta 203">
                <a:extLst>
                  <a:ext uri="{FF2B5EF4-FFF2-40B4-BE49-F238E27FC236}">
                    <a16:creationId xmlns:a16="http://schemas.microsoft.com/office/drawing/2014/main" id="{5A815CF4-121A-29FA-0AB7-8B1539309187}"/>
                  </a:ext>
                </a:extLst>
              </p:cNvPr>
              <p:cNvSpPr txBox="1"/>
              <p:nvPr/>
            </p:nvSpPr>
            <p:spPr>
              <a:xfrm>
                <a:off x="4658580" y="2978355"/>
                <a:ext cx="1119148" cy="83099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sv-SE" sz="2400" b="0" i="1" smtClean="0">
                          <a:latin typeface="Cambria Math" panose="02040503050406030204" pitchFamily="18" charset="0"/>
                        </a:rPr>
                        <m:t>5</m:t>
                      </m:r>
                    </m:oMath>
                  </m:oMathPara>
                </a14:m>
                <a:endParaRPr lang="sv-SE" sz="2400" b="0" dirty="0"/>
              </a:p>
              <a:p>
                <a:pPr/>
                <a14:m>
                  <m:oMathPara xmlns:m="http://schemas.openxmlformats.org/officeDocument/2006/math">
                    <m:oMathParaPr>
                      <m:jc m:val="centerGroup"/>
                    </m:oMathParaPr>
                    <m:oMath xmlns:m="http://schemas.openxmlformats.org/officeDocument/2006/math">
                      <m:r>
                        <a:rPr lang="sv-SE" sz="2400" b="0" i="1" smtClean="0">
                          <a:latin typeface="Cambria Math" panose="02040503050406030204" pitchFamily="18" charset="0"/>
                        </a:rPr>
                        <m:t>3</m:t>
                      </m:r>
                    </m:oMath>
                  </m:oMathPara>
                </a14:m>
                <a:endParaRPr lang="sv-SE" sz="2400" dirty="0"/>
              </a:p>
            </p:txBody>
          </p:sp>
        </mc:Choice>
        <mc:Fallback xmlns="">
          <p:sp>
            <p:nvSpPr>
              <p:cNvPr id="204" name="textruta 203">
                <a:extLst>
                  <a:ext uri="{FF2B5EF4-FFF2-40B4-BE49-F238E27FC236}">
                    <a16:creationId xmlns:a16="http://schemas.microsoft.com/office/drawing/2014/main" id="{5A815CF4-121A-29FA-0AB7-8B1539309187}"/>
                  </a:ext>
                </a:extLst>
              </p:cNvPr>
              <p:cNvSpPr txBox="1">
                <a:spLocks noRot="1" noChangeAspect="1" noMove="1" noResize="1" noEditPoints="1" noAdjustHandles="1" noChangeArrowheads="1" noChangeShapeType="1" noTextEdit="1"/>
              </p:cNvSpPr>
              <p:nvPr/>
            </p:nvSpPr>
            <p:spPr>
              <a:xfrm>
                <a:off x="4658580" y="2978355"/>
                <a:ext cx="1119148" cy="830997"/>
              </a:xfrm>
              <a:prstGeom prst="rect">
                <a:avLst/>
              </a:prstGeom>
              <a:blipFill>
                <a:blip r:embed="rId12"/>
                <a:stretch>
                  <a:fillRect/>
                </a:stretch>
              </a:blipFill>
            </p:spPr>
            <p:txBody>
              <a:bodyPr/>
              <a:lstStyle/>
              <a:p>
                <a:r>
                  <a:rPr lang="sv-SE">
                    <a:noFill/>
                  </a:rPr>
                  <a:t> </a:t>
                </a:r>
              </a:p>
            </p:txBody>
          </p:sp>
        </mc:Fallback>
      </mc:AlternateContent>
      <p:sp>
        <p:nvSpPr>
          <p:cNvPr id="206" name="textruta 205">
            <a:extLst>
              <a:ext uri="{FF2B5EF4-FFF2-40B4-BE49-F238E27FC236}">
                <a16:creationId xmlns:a16="http://schemas.microsoft.com/office/drawing/2014/main" id="{04FFEB85-D66C-8FBF-5FD0-632C71F60908}"/>
              </a:ext>
            </a:extLst>
          </p:cNvPr>
          <p:cNvSpPr txBox="1"/>
          <p:nvPr/>
        </p:nvSpPr>
        <p:spPr>
          <a:xfrm>
            <a:off x="5973099" y="3156489"/>
            <a:ext cx="527103" cy="400110"/>
          </a:xfrm>
          <a:prstGeom prst="rect">
            <a:avLst/>
          </a:prstGeom>
          <a:noFill/>
        </p:spPr>
        <p:txBody>
          <a:bodyPr wrap="square" rtlCol="0">
            <a:spAutoFit/>
          </a:bodyPr>
          <a:lstStyle/>
          <a:p>
            <a:r>
              <a:rPr lang="sv-SE" sz="2000" dirty="0"/>
              <a:t>9</a:t>
            </a:r>
          </a:p>
        </p:txBody>
      </p:sp>
      <p:sp>
        <p:nvSpPr>
          <p:cNvPr id="207" name="textruta 206">
            <a:extLst>
              <a:ext uri="{FF2B5EF4-FFF2-40B4-BE49-F238E27FC236}">
                <a16:creationId xmlns:a16="http://schemas.microsoft.com/office/drawing/2014/main" id="{D9F2D0DD-19FF-ABF5-FDBA-15190238BD52}"/>
              </a:ext>
            </a:extLst>
          </p:cNvPr>
          <p:cNvSpPr txBox="1"/>
          <p:nvPr/>
        </p:nvSpPr>
        <p:spPr>
          <a:xfrm>
            <a:off x="5973099" y="3169518"/>
            <a:ext cx="527103" cy="400110"/>
          </a:xfrm>
          <a:prstGeom prst="rect">
            <a:avLst/>
          </a:prstGeom>
          <a:noFill/>
        </p:spPr>
        <p:txBody>
          <a:bodyPr wrap="square" rtlCol="0">
            <a:spAutoFit/>
          </a:bodyPr>
          <a:lstStyle/>
          <a:p>
            <a:r>
              <a:rPr lang="sv-SE" sz="2000" dirty="0"/>
              <a:t>3</a:t>
            </a:r>
          </a:p>
        </p:txBody>
      </p:sp>
      <p:sp>
        <p:nvSpPr>
          <p:cNvPr id="13" name="Rektangel 12">
            <a:extLst>
              <a:ext uri="{FF2B5EF4-FFF2-40B4-BE49-F238E27FC236}">
                <a16:creationId xmlns:a16="http://schemas.microsoft.com/office/drawing/2014/main" id="{342046F6-2163-B972-7BB4-E17705BFF836}"/>
              </a:ext>
            </a:extLst>
          </p:cNvPr>
          <p:cNvSpPr/>
          <p:nvPr/>
        </p:nvSpPr>
        <p:spPr>
          <a:xfrm>
            <a:off x="4777499" y="3854525"/>
            <a:ext cx="2962366" cy="1027608"/>
          </a:xfrm>
          <a:prstGeom prst="rect">
            <a:avLst/>
          </a:prstGeom>
          <a:solidFill>
            <a:srgbClr val="FFFF00"/>
          </a:solidFill>
          <a:ln w="762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mc:AlternateContent xmlns:mc="http://schemas.openxmlformats.org/markup-compatibility/2006" xmlns:a14="http://schemas.microsoft.com/office/drawing/2010/main">
        <mc:Choice Requires="a14">
          <p:sp>
            <p:nvSpPr>
              <p:cNvPr id="5" name="textruta 4">
                <a:extLst>
                  <a:ext uri="{FF2B5EF4-FFF2-40B4-BE49-F238E27FC236}">
                    <a16:creationId xmlns:a16="http://schemas.microsoft.com/office/drawing/2014/main" id="{C01DDE4C-A8D6-C719-FC7A-9D9C45D19E6E}"/>
                  </a:ext>
                </a:extLst>
              </p:cNvPr>
              <p:cNvSpPr txBox="1"/>
              <p:nvPr/>
            </p:nvSpPr>
            <p:spPr>
              <a:xfrm>
                <a:off x="4864303" y="4018259"/>
                <a:ext cx="2863942" cy="646331"/>
              </a:xfrm>
              <a:prstGeom prst="rect">
                <a:avLst/>
              </a:prstGeom>
              <a:noFill/>
            </p:spPr>
            <p:txBody>
              <a:bodyPr wrap="square" rtlCol="0">
                <a:spAutoFit/>
              </a:bodyPr>
              <a:lstStyle/>
              <a:p>
                <a:r>
                  <a:rPr lang="sv-SE" b="1" dirty="0"/>
                  <a:t>Beta</a:t>
                </a:r>
                <a14:m>
                  <m:oMath xmlns:m="http://schemas.openxmlformats.org/officeDocument/2006/math">
                    <m:r>
                      <a:rPr lang="sv-SE" b="1" i="1" smtClean="0">
                        <a:latin typeface="Cambria Math" panose="02040503050406030204" pitchFamily="18" charset="0"/>
                        <a:ea typeface="Cambria Math" panose="02040503050406030204" pitchFamily="18" charset="0"/>
                      </a:rPr>
                      <m:t>≤</m:t>
                    </m:r>
                  </m:oMath>
                </a14:m>
                <a:r>
                  <a:rPr lang="sv-SE" b="1" dirty="0"/>
                  <a:t> Alfa , Vi behöver inte fortsätta söka i grenen</a:t>
                </a:r>
              </a:p>
            </p:txBody>
          </p:sp>
        </mc:Choice>
        <mc:Fallback xmlns="">
          <p:sp>
            <p:nvSpPr>
              <p:cNvPr id="5" name="textruta 4">
                <a:extLst>
                  <a:ext uri="{FF2B5EF4-FFF2-40B4-BE49-F238E27FC236}">
                    <a16:creationId xmlns:a16="http://schemas.microsoft.com/office/drawing/2014/main" id="{C01DDE4C-A8D6-C719-FC7A-9D9C45D19E6E}"/>
                  </a:ext>
                </a:extLst>
              </p:cNvPr>
              <p:cNvSpPr txBox="1">
                <a:spLocks noRot="1" noChangeAspect="1" noMove="1" noResize="1" noEditPoints="1" noAdjustHandles="1" noChangeArrowheads="1" noChangeShapeType="1" noTextEdit="1"/>
              </p:cNvSpPr>
              <p:nvPr/>
            </p:nvSpPr>
            <p:spPr>
              <a:xfrm>
                <a:off x="4864303" y="4018259"/>
                <a:ext cx="2863942" cy="646331"/>
              </a:xfrm>
              <a:prstGeom prst="rect">
                <a:avLst/>
              </a:prstGeom>
              <a:blipFill>
                <a:blip r:embed="rId13"/>
                <a:stretch>
                  <a:fillRect l="-1915" t="-4717" r="-1915" b="-14151"/>
                </a:stretch>
              </a:blipFill>
            </p:spPr>
            <p:txBody>
              <a:bodyPr/>
              <a:lstStyle/>
              <a:p>
                <a:r>
                  <a:rPr lang="sv-SE">
                    <a:noFill/>
                  </a:rPr>
                  <a:t> </a:t>
                </a:r>
              </a:p>
            </p:txBody>
          </p:sp>
        </mc:Fallback>
      </mc:AlternateContent>
      <mc:AlternateContent xmlns:mc="http://schemas.openxmlformats.org/markup-compatibility/2006" xmlns:a14="http://schemas.microsoft.com/office/drawing/2010/main">
        <mc:Choice Requires="a14">
          <p:sp>
            <p:nvSpPr>
              <p:cNvPr id="104" name="textruta 103">
                <a:extLst>
                  <a:ext uri="{FF2B5EF4-FFF2-40B4-BE49-F238E27FC236}">
                    <a16:creationId xmlns:a16="http://schemas.microsoft.com/office/drawing/2014/main" id="{3AF61FD1-3CB8-3EF3-AFC8-4FFCE2A22384}"/>
                  </a:ext>
                </a:extLst>
              </p:cNvPr>
              <p:cNvSpPr txBox="1"/>
              <p:nvPr/>
            </p:nvSpPr>
            <p:spPr>
              <a:xfrm>
                <a:off x="9534006" y="2895305"/>
                <a:ext cx="1119148" cy="83099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sv-SE" sz="2400" i="1" smtClean="0">
                          <a:latin typeface="Cambria Math" panose="02040503050406030204" pitchFamily="18" charset="0"/>
                          <a:ea typeface="Cambria Math" panose="02040503050406030204" pitchFamily="18" charset="0"/>
                        </a:rPr>
                        <m:t>𝛼</m:t>
                      </m:r>
                      <m:r>
                        <a:rPr lang="sv-SE" sz="2400" b="0" i="1" smtClean="0">
                          <a:latin typeface="Cambria Math" panose="02040503050406030204" pitchFamily="18" charset="0"/>
                          <a:ea typeface="Cambria Math" panose="02040503050406030204" pitchFamily="18" charset="0"/>
                        </a:rPr>
                        <m:t>=</m:t>
                      </m:r>
                    </m:oMath>
                    <m:oMath xmlns:m="http://schemas.openxmlformats.org/officeDocument/2006/math">
                      <m:r>
                        <a:rPr lang="sv-SE" sz="2400" b="0" i="1" smtClean="0">
                          <a:latin typeface="Cambria Math" panose="02040503050406030204" pitchFamily="18" charset="0"/>
                          <a:ea typeface="Cambria Math" panose="02040503050406030204" pitchFamily="18" charset="0"/>
                        </a:rPr>
                        <m:t>𝛽</m:t>
                      </m:r>
                      <m:r>
                        <a:rPr lang="sv-SE" sz="2400" b="0" i="1" smtClean="0">
                          <a:latin typeface="Cambria Math" panose="02040503050406030204" pitchFamily="18" charset="0"/>
                          <a:ea typeface="Cambria Math" panose="02040503050406030204" pitchFamily="18" charset="0"/>
                        </a:rPr>
                        <m:t>=</m:t>
                      </m:r>
                    </m:oMath>
                  </m:oMathPara>
                </a14:m>
                <a:endParaRPr lang="sv-SE" sz="2400" dirty="0"/>
              </a:p>
            </p:txBody>
          </p:sp>
        </mc:Choice>
        <mc:Fallback xmlns="">
          <p:sp>
            <p:nvSpPr>
              <p:cNvPr id="104" name="textruta 103">
                <a:extLst>
                  <a:ext uri="{FF2B5EF4-FFF2-40B4-BE49-F238E27FC236}">
                    <a16:creationId xmlns:a16="http://schemas.microsoft.com/office/drawing/2014/main" id="{3AF61FD1-3CB8-3EF3-AFC8-4FFCE2A22384}"/>
                  </a:ext>
                </a:extLst>
              </p:cNvPr>
              <p:cNvSpPr txBox="1">
                <a:spLocks noRot="1" noChangeAspect="1" noMove="1" noResize="1" noEditPoints="1" noAdjustHandles="1" noChangeArrowheads="1" noChangeShapeType="1" noTextEdit="1"/>
              </p:cNvSpPr>
              <p:nvPr/>
            </p:nvSpPr>
            <p:spPr>
              <a:xfrm>
                <a:off x="9534006" y="2895305"/>
                <a:ext cx="1119148" cy="830997"/>
              </a:xfrm>
              <a:prstGeom prst="rect">
                <a:avLst/>
              </a:prstGeom>
              <a:blipFill>
                <a:blip r:embed="rId14"/>
                <a:stretch>
                  <a:fillRect b="-9559"/>
                </a:stretch>
              </a:blipFill>
            </p:spPr>
            <p:txBody>
              <a:bodyPr/>
              <a:lstStyle/>
              <a:p>
                <a:r>
                  <a:rPr lang="sv-SE">
                    <a:noFill/>
                  </a:rPr>
                  <a:t> </a:t>
                </a:r>
              </a:p>
            </p:txBody>
          </p:sp>
        </mc:Fallback>
      </mc:AlternateContent>
      <mc:AlternateContent xmlns:mc="http://schemas.openxmlformats.org/markup-compatibility/2006" xmlns:a14="http://schemas.microsoft.com/office/drawing/2010/main">
        <mc:Choice Requires="a14">
          <p:sp>
            <p:nvSpPr>
              <p:cNvPr id="110" name="textruta 109">
                <a:extLst>
                  <a:ext uri="{FF2B5EF4-FFF2-40B4-BE49-F238E27FC236}">
                    <a16:creationId xmlns:a16="http://schemas.microsoft.com/office/drawing/2014/main" id="{C8652EFE-A9DA-3209-43FB-7B068BD73819}"/>
                  </a:ext>
                </a:extLst>
              </p:cNvPr>
              <p:cNvSpPr txBox="1"/>
              <p:nvPr/>
            </p:nvSpPr>
            <p:spPr>
              <a:xfrm>
                <a:off x="10104391" y="2912506"/>
                <a:ext cx="1119148" cy="83099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sv-SE" sz="2400" b="0" i="1" smtClean="0">
                          <a:latin typeface="Cambria Math" panose="02040503050406030204" pitchFamily="18" charset="0"/>
                          <a:ea typeface="Cambria Math" panose="02040503050406030204" pitchFamily="18" charset="0"/>
                        </a:rPr>
                        <m:t>5</m:t>
                      </m:r>
                    </m:oMath>
                    <m:oMath xmlns:m="http://schemas.openxmlformats.org/officeDocument/2006/math">
                      <m:r>
                        <a:rPr lang="sv-SE" sz="2400" b="0" i="1" smtClean="0">
                          <a:latin typeface="Cambria Math" panose="02040503050406030204" pitchFamily="18" charset="0"/>
                          <a:ea typeface="Cambria Math" panose="02040503050406030204" pitchFamily="18" charset="0"/>
                        </a:rPr>
                        <m:t>+∞</m:t>
                      </m:r>
                    </m:oMath>
                  </m:oMathPara>
                </a14:m>
                <a:endParaRPr lang="sv-SE" sz="2400" dirty="0"/>
              </a:p>
            </p:txBody>
          </p:sp>
        </mc:Choice>
        <mc:Fallback xmlns="">
          <p:sp>
            <p:nvSpPr>
              <p:cNvPr id="110" name="textruta 109">
                <a:extLst>
                  <a:ext uri="{FF2B5EF4-FFF2-40B4-BE49-F238E27FC236}">
                    <a16:creationId xmlns:a16="http://schemas.microsoft.com/office/drawing/2014/main" id="{C8652EFE-A9DA-3209-43FB-7B068BD73819}"/>
                  </a:ext>
                </a:extLst>
              </p:cNvPr>
              <p:cNvSpPr txBox="1">
                <a:spLocks noRot="1" noChangeAspect="1" noMove="1" noResize="1" noEditPoints="1" noAdjustHandles="1" noChangeArrowheads="1" noChangeShapeType="1" noTextEdit="1"/>
              </p:cNvSpPr>
              <p:nvPr/>
            </p:nvSpPr>
            <p:spPr>
              <a:xfrm>
                <a:off x="10104391" y="2912506"/>
                <a:ext cx="1119148" cy="830997"/>
              </a:xfrm>
              <a:prstGeom prst="rect">
                <a:avLst/>
              </a:prstGeom>
              <a:blipFill>
                <a:blip r:embed="rId15"/>
                <a:stretch>
                  <a:fillRect/>
                </a:stretch>
              </a:blipFill>
            </p:spPr>
            <p:txBody>
              <a:bodyPr/>
              <a:lstStyle/>
              <a:p>
                <a:r>
                  <a:rPr lang="sv-SE">
                    <a:noFill/>
                  </a:rPr>
                  <a:t> </a:t>
                </a:r>
              </a:p>
            </p:txBody>
          </p:sp>
        </mc:Fallback>
      </mc:AlternateContent>
      <p:sp>
        <p:nvSpPr>
          <p:cNvPr id="111" name="Rektangel 110">
            <a:extLst>
              <a:ext uri="{FF2B5EF4-FFF2-40B4-BE49-F238E27FC236}">
                <a16:creationId xmlns:a16="http://schemas.microsoft.com/office/drawing/2014/main" id="{C67977AC-DEDB-0D4B-FD3E-DBACC6142987}"/>
              </a:ext>
            </a:extLst>
          </p:cNvPr>
          <p:cNvSpPr/>
          <p:nvPr/>
        </p:nvSpPr>
        <p:spPr>
          <a:xfrm>
            <a:off x="9662658" y="2960294"/>
            <a:ext cx="1378943" cy="771111"/>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9" name="textruta 8">
            <a:extLst>
              <a:ext uri="{FF2B5EF4-FFF2-40B4-BE49-F238E27FC236}">
                <a16:creationId xmlns:a16="http://schemas.microsoft.com/office/drawing/2014/main" id="{F084F104-1A5A-B361-54D5-713517067DFF}"/>
              </a:ext>
            </a:extLst>
          </p:cNvPr>
          <p:cNvSpPr txBox="1"/>
          <p:nvPr/>
        </p:nvSpPr>
        <p:spPr>
          <a:xfrm>
            <a:off x="8786036" y="3125081"/>
            <a:ext cx="527103" cy="400110"/>
          </a:xfrm>
          <a:prstGeom prst="rect">
            <a:avLst/>
          </a:prstGeom>
          <a:noFill/>
        </p:spPr>
        <p:txBody>
          <a:bodyPr wrap="square" rtlCol="0">
            <a:spAutoFit/>
          </a:bodyPr>
          <a:lstStyle/>
          <a:p>
            <a:r>
              <a:rPr lang="sv-SE" sz="2000" dirty="0"/>
              <a:t>2</a:t>
            </a:r>
          </a:p>
        </p:txBody>
      </p:sp>
      <mc:AlternateContent xmlns:mc="http://schemas.openxmlformats.org/markup-compatibility/2006" xmlns:a14="http://schemas.microsoft.com/office/drawing/2010/main">
        <mc:Choice Requires="a14">
          <p:sp>
            <p:nvSpPr>
              <p:cNvPr id="11" name="textruta 10">
                <a:extLst>
                  <a:ext uri="{FF2B5EF4-FFF2-40B4-BE49-F238E27FC236}">
                    <a16:creationId xmlns:a16="http://schemas.microsoft.com/office/drawing/2014/main" id="{604CDB7E-D062-6A6E-B816-9893B0158574}"/>
                  </a:ext>
                </a:extLst>
              </p:cNvPr>
              <p:cNvSpPr txBox="1"/>
              <p:nvPr/>
            </p:nvSpPr>
            <p:spPr>
              <a:xfrm>
                <a:off x="9958453" y="2929019"/>
                <a:ext cx="1119148" cy="83099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sv-SE" sz="2400" b="0" i="1" smtClean="0">
                          <a:latin typeface="Cambria Math" panose="02040503050406030204" pitchFamily="18" charset="0"/>
                          <a:ea typeface="Cambria Math" panose="02040503050406030204" pitchFamily="18" charset="0"/>
                        </a:rPr>
                        <m:t>5</m:t>
                      </m:r>
                    </m:oMath>
                    <m:oMath xmlns:m="http://schemas.openxmlformats.org/officeDocument/2006/math">
                      <m:r>
                        <a:rPr lang="sv-SE" sz="2400" b="0" i="1" smtClean="0">
                          <a:latin typeface="Cambria Math" panose="02040503050406030204" pitchFamily="18" charset="0"/>
                          <a:ea typeface="Cambria Math" panose="02040503050406030204" pitchFamily="18" charset="0"/>
                        </a:rPr>
                        <m:t>2</m:t>
                      </m:r>
                    </m:oMath>
                  </m:oMathPara>
                </a14:m>
                <a:endParaRPr lang="sv-SE" sz="2400" dirty="0"/>
              </a:p>
            </p:txBody>
          </p:sp>
        </mc:Choice>
        <mc:Fallback xmlns="">
          <p:sp>
            <p:nvSpPr>
              <p:cNvPr id="11" name="textruta 10">
                <a:extLst>
                  <a:ext uri="{FF2B5EF4-FFF2-40B4-BE49-F238E27FC236}">
                    <a16:creationId xmlns:a16="http://schemas.microsoft.com/office/drawing/2014/main" id="{604CDB7E-D062-6A6E-B816-9893B0158574}"/>
                  </a:ext>
                </a:extLst>
              </p:cNvPr>
              <p:cNvSpPr txBox="1">
                <a:spLocks noRot="1" noChangeAspect="1" noMove="1" noResize="1" noEditPoints="1" noAdjustHandles="1" noChangeArrowheads="1" noChangeShapeType="1" noTextEdit="1"/>
              </p:cNvSpPr>
              <p:nvPr/>
            </p:nvSpPr>
            <p:spPr>
              <a:xfrm>
                <a:off x="9958453" y="2929019"/>
                <a:ext cx="1119148" cy="830997"/>
              </a:xfrm>
              <a:prstGeom prst="rect">
                <a:avLst/>
              </a:prstGeom>
              <a:blipFill>
                <a:blip r:embed="rId16"/>
                <a:stretch>
                  <a:fillRect/>
                </a:stretch>
              </a:blipFill>
            </p:spPr>
            <p:txBody>
              <a:bodyPr/>
              <a:lstStyle/>
              <a:p>
                <a:r>
                  <a:rPr lang="sv-SE">
                    <a:noFill/>
                  </a:rPr>
                  <a:t> </a:t>
                </a:r>
              </a:p>
            </p:txBody>
          </p:sp>
        </mc:Fallback>
      </mc:AlternateContent>
      <p:sp>
        <p:nvSpPr>
          <p:cNvPr id="114" name="Rektangel 113">
            <a:extLst>
              <a:ext uri="{FF2B5EF4-FFF2-40B4-BE49-F238E27FC236}">
                <a16:creationId xmlns:a16="http://schemas.microsoft.com/office/drawing/2014/main" id="{92216C00-DAB3-9BDE-73C2-632932252CB7}"/>
              </a:ext>
            </a:extLst>
          </p:cNvPr>
          <p:cNvSpPr/>
          <p:nvPr/>
        </p:nvSpPr>
        <p:spPr>
          <a:xfrm>
            <a:off x="8602010" y="3880926"/>
            <a:ext cx="2962366" cy="1027608"/>
          </a:xfrm>
          <a:prstGeom prst="rect">
            <a:avLst/>
          </a:prstGeom>
          <a:solidFill>
            <a:srgbClr val="FFFF00"/>
          </a:solidFill>
          <a:ln w="762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mc:AlternateContent xmlns:mc="http://schemas.openxmlformats.org/markup-compatibility/2006" xmlns:a14="http://schemas.microsoft.com/office/drawing/2010/main">
        <mc:Choice Requires="a14">
          <p:sp>
            <p:nvSpPr>
              <p:cNvPr id="115" name="textruta 114">
                <a:extLst>
                  <a:ext uri="{FF2B5EF4-FFF2-40B4-BE49-F238E27FC236}">
                    <a16:creationId xmlns:a16="http://schemas.microsoft.com/office/drawing/2014/main" id="{C1FD2F7A-A810-BFA0-996A-044E6139ADAA}"/>
                  </a:ext>
                </a:extLst>
              </p:cNvPr>
              <p:cNvSpPr txBox="1"/>
              <p:nvPr/>
            </p:nvSpPr>
            <p:spPr>
              <a:xfrm>
                <a:off x="8688814" y="4044660"/>
                <a:ext cx="2863942" cy="646331"/>
              </a:xfrm>
              <a:prstGeom prst="rect">
                <a:avLst/>
              </a:prstGeom>
              <a:noFill/>
            </p:spPr>
            <p:txBody>
              <a:bodyPr wrap="square" rtlCol="0">
                <a:spAutoFit/>
              </a:bodyPr>
              <a:lstStyle/>
              <a:p>
                <a:r>
                  <a:rPr lang="sv-SE" b="1" dirty="0"/>
                  <a:t>Beta</a:t>
                </a:r>
                <a14:m>
                  <m:oMath xmlns:m="http://schemas.openxmlformats.org/officeDocument/2006/math">
                    <m:r>
                      <a:rPr lang="sv-SE" b="1" i="1" smtClean="0">
                        <a:latin typeface="Cambria Math" panose="02040503050406030204" pitchFamily="18" charset="0"/>
                        <a:ea typeface="Cambria Math" panose="02040503050406030204" pitchFamily="18" charset="0"/>
                      </a:rPr>
                      <m:t>≤</m:t>
                    </m:r>
                  </m:oMath>
                </a14:m>
                <a:r>
                  <a:rPr lang="sv-SE" b="1" dirty="0"/>
                  <a:t> Alfa , Vi behöver inte fortsätta söka i grenen</a:t>
                </a:r>
              </a:p>
            </p:txBody>
          </p:sp>
        </mc:Choice>
        <mc:Fallback xmlns="">
          <p:sp>
            <p:nvSpPr>
              <p:cNvPr id="115" name="textruta 114">
                <a:extLst>
                  <a:ext uri="{FF2B5EF4-FFF2-40B4-BE49-F238E27FC236}">
                    <a16:creationId xmlns:a16="http://schemas.microsoft.com/office/drawing/2014/main" id="{C1FD2F7A-A810-BFA0-996A-044E6139ADAA}"/>
                  </a:ext>
                </a:extLst>
              </p:cNvPr>
              <p:cNvSpPr txBox="1">
                <a:spLocks noRot="1" noChangeAspect="1" noMove="1" noResize="1" noEditPoints="1" noAdjustHandles="1" noChangeArrowheads="1" noChangeShapeType="1" noTextEdit="1"/>
              </p:cNvSpPr>
              <p:nvPr/>
            </p:nvSpPr>
            <p:spPr>
              <a:xfrm>
                <a:off x="8688814" y="4044660"/>
                <a:ext cx="2863942" cy="646331"/>
              </a:xfrm>
              <a:prstGeom prst="rect">
                <a:avLst/>
              </a:prstGeom>
              <a:blipFill>
                <a:blip r:embed="rId17"/>
                <a:stretch>
                  <a:fillRect l="-1702" t="-4673" r="-2128" b="-13084"/>
                </a:stretch>
              </a:blipFill>
            </p:spPr>
            <p:txBody>
              <a:bodyPr/>
              <a:lstStyle/>
              <a:p>
                <a:r>
                  <a:rPr lang="sv-SE">
                    <a:noFill/>
                  </a:rPr>
                  <a:t> </a:t>
                </a:r>
              </a:p>
            </p:txBody>
          </p:sp>
        </mc:Fallback>
      </mc:AlternateContent>
      <p:sp>
        <p:nvSpPr>
          <p:cNvPr id="116" name="Platshållare för sidfot 1">
            <a:extLst>
              <a:ext uri="{FF2B5EF4-FFF2-40B4-BE49-F238E27FC236}">
                <a16:creationId xmlns:a16="http://schemas.microsoft.com/office/drawing/2014/main" id="{4AFABC27-3C75-2CBA-C9B8-1B6417BF8CC5}"/>
              </a:ext>
            </a:extLst>
          </p:cNvPr>
          <p:cNvSpPr>
            <a:spLocks noGrp="1"/>
          </p:cNvSpPr>
          <p:nvPr/>
        </p:nvSpPr>
        <p:spPr>
          <a:xfrm>
            <a:off x="2768194" y="6419850"/>
            <a:ext cx="5588812" cy="438150"/>
          </a:xfrm>
          <a:prstGeom prst="rect">
            <a:avLst/>
          </a:prstGeom>
        </p:spPr>
        <p:txBody>
          <a:bodyPr vert="horz" lIns="91440" tIns="45720" rIns="91440" bIns="45720" rtlCol="0" anchor="ctr"/>
          <a:lstStyle>
            <a:defPPr>
              <a:defRPr lang="en-US"/>
            </a:defPPr>
            <a:lvl1pPr marL="0" algn="ctr" defTabSz="457200" rtl="0" eaLnBrk="1" latinLnBrk="0" hangingPunct="1">
              <a:defRPr sz="144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dirty="0"/>
              <a:t>Presentation av David Hedengren</a:t>
            </a:r>
          </a:p>
        </p:txBody>
      </p:sp>
    </p:spTree>
    <p:extLst>
      <p:ext uri="{BB962C8B-B14F-4D97-AF65-F5344CB8AC3E}">
        <p14:creationId xmlns:p14="http://schemas.microsoft.com/office/powerpoint/2010/main" val="25882178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500"/>
                                        <p:tgtEl>
                                          <p:spTgt spid="3"/>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500"/>
                                        <p:tgtEl>
                                          <p:spTgt spid="4"/>
                                        </p:tgtEl>
                                      </p:cBhvr>
                                    </p:animEffect>
                                  </p:childTnLst>
                                </p:cTn>
                              </p:par>
                              <p:par>
                                <p:cTn id="14" presetID="1" presetClass="entr" presetSubtype="0" fill="hold" grpId="0" nodeType="withEffect">
                                  <p:stCondLst>
                                    <p:cond delay="0"/>
                                  </p:stCondLst>
                                  <p:childTnLst>
                                    <p:set>
                                      <p:cBhvr>
                                        <p:cTn id="15" dur="1" fill="hold">
                                          <p:stCondLst>
                                            <p:cond delay="0"/>
                                          </p:stCondLst>
                                        </p:cTn>
                                        <p:tgtEl>
                                          <p:spTgt spid="179"/>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0"/>
                                          </p:stCondLst>
                                        </p:cTn>
                                        <p:tgtEl>
                                          <p:spTgt spid="180"/>
                                        </p:tgtEl>
                                        <p:attrNameLst>
                                          <p:attrName>style.visibility</p:attrName>
                                        </p:attrNameLst>
                                      </p:cBhvr>
                                      <p:to>
                                        <p:strVal val="visible"/>
                                      </p:to>
                                    </p:set>
                                  </p:childTnLst>
                                </p:cTn>
                              </p:par>
                              <p:par>
                                <p:cTn id="20" presetID="1" presetClass="exit" presetSubtype="0" fill="hold" grpId="1" nodeType="withEffect">
                                  <p:stCondLst>
                                    <p:cond delay="0"/>
                                  </p:stCondLst>
                                  <p:childTnLst>
                                    <p:set>
                                      <p:cBhvr>
                                        <p:cTn id="21" dur="1" fill="hold">
                                          <p:stCondLst>
                                            <p:cond delay="0"/>
                                          </p:stCondLst>
                                        </p:cTn>
                                        <p:tgtEl>
                                          <p:spTgt spid="179"/>
                                        </p:tgtEl>
                                        <p:attrNameLst>
                                          <p:attrName>style.visibility</p:attrName>
                                        </p:attrNameLst>
                                      </p:cBhvr>
                                      <p:to>
                                        <p:strVal val="hidden"/>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grpId="2" nodeType="clickEffect">
                                  <p:stCondLst>
                                    <p:cond delay="0"/>
                                  </p:stCondLst>
                                  <p:childTnLst>
                                    <p:set>
                                      <p:cBhvr>
                                        <p:cTn id="25" dur="1" fill="hold">
                                          <p:stCondLst>
                                            <p:cond delay="0"/>
                                          </p:stCondLst>
                                        </p:cTn>
                                        <p:tgtEl>
                                          <p:spTgt spid="179"/>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183"/>
                                        </p:tgtEl>
                                        <p:attrNameLst>
                                          <p:attrName>style.visibility</p:attrName>
                                        </p:attrNameLst>
                                      </p:cBhvr>
                                      <p:to>
                                        <p:strVal val="visible"/>
                                      </p:to>
                                    </p:set>
                                  </p:childTnLst>
                                </p:cTn>
                              </p:par>
                              <p:par>
                                <p:cTn id="28" presetID="1" presetClass="exit" presetSubtype="0" fill="hold" grpId="1" nodeType="withEffect">
                                  <p:stCondLst>
                                    <p:cond delay="0"/>
                                  </p:stCondLst>
                                  <p:childTnLst>
                                    <p:set>
                                      <p:cBhvr>
                                        <p:cTn id="29" dur="1" fill="hold">
                                          <p:stCondLst>
                                            <p:cond delay="0"/>
                                          </p:stCondLst>
                                        </p:cTn>
                                        <p:tgtEl>
                                          <p:spTgt spid="180"/>
                                        </p:tgtEl>
                                        <p:attrNameLst>
                                          <p:attrName>style.visibility</p:attrName>
                                        </p:attrNameLst>
                                      </p:cBhvr>
                                      <p:to>
                                        <p:strVal val="hidden"/>
                                      </p:to>
                                    </p:set>
                                  </p:childTnLst>
                                </p:cTn>
                              </p:par>
                              <p:par>
                                <p:cTn id="30" presetID="1" presetClass="exit" presetSubtype="0" fill="hold" grpId="3" nodeType="withEffect">
                                  <p:stCondLst>
                                    <p:cond delay="0"/>
                                  </p:stCondLst>
                                  <p:childTnLst>
                                    <p:set>
                                      <p:cBhvr>
                                        <p:cTn id="31" dur="1" fill="hold">
                                          <p:stCondLst>
                                            <p:cond delay="0"/>
                                          </p:stCondLst>
                                        </p:cTn>
                                        <p:tgtEl>
                                          <p:spTgt spid="179"/>
                                        </p:tgtEl>
                                        <p:attrNameLst>
                                          <p:attrName>style.visibility</p:attrName>
                                        </p:attrNameLst>
                                      </p:cBhvr>
                                      <p:to>
                                        <p:strVal val="hidden"/>
                                      </p:to>
                                    </p:set>
                                  </p:childTnLst>
                                </p:cTn>
                              </p:par>
                              <p:par>
                                <p:cTn id="32" presetID="10" presetClass="entr" presetSubtype="0" fill="hold" grpId="0" nodeType="withEffect">
                                  <p:stCondLst>
                                    <p:cond delay="0"/>
                                  </p:stCondLst>
                                  <p:childTnLst>
                                    <p:set>
                                      <p:cBhvr>
                                        <p:cTn id="33" dur="1" fill="hold">
                                          <p:stCondLst>
                                            <p:cond delay="0"/>
                                          </p:stCondLst>
                                        </p:cTn>
                                        <p:tgtEl>
                                          <p:spTgt spid="187"/>
                                        </p:tgtEl>
                                        <p:attrNameLst>
                                          <p:attrName>style.visibility</p:attrName>
                                        </p:attrNameLst>
                                      </p:cBhvr>
                                      <p:to>
                                        <p:strVal val="visible"/>
                                      </p:to>
                                    </p:set>
                                    <p:animEffect transition="in" filter="fade">
                                      <p:cBhvr>
                                        <p:cTn id="34" dur="500"/>
                                        <p:tgtEl>
                                          <p:spTgt spid="187"/>
                                        </p:tgtEl>
                                      </p:cBhvr>
                                    </p:animEffect>
                                  </p:childTnLst>
                                </p:cTn>
                              </p:par>
                              <p:par>
                                <p:cTn id="35" presetID="1" presetClass="exit" presetSubtype="0" fill="hold" grpId="1" nodeType="withEffect">
                                  <p:stCondLst>
                                    <p:cond delay="0"/>
                                  </p:stCondLst>
                                  <p:childTnLst>
                                    <p:set>
                                      <p:cBhvr>
                                        <p:cTn id="36" dur="1" fill="hold">
                                          <p:stCondLst>
                                            <p:cond delay="0"/>
                                          </p:stCondLst>
                                        </p:cTn>
                                        <p:tgtEl>
                                          <p:spTgt spid="4"/>
                                        </p:tgtEl>
                                        <p:attrNameLst>
                                          <p:attrName>style.visibility</p:attrName>
                                        </p:attrNameLst>
                                      </p:cBhvr>
                                      <p:to>
                                        <p:strVal val="hidden"/>
                                      </p:to>
                                    </p:set>
                                  </p:childTnLst>
                                </p:cTn>
                              </p:par>
                              <p:par>
                                <p:cTn id="37" presetID="1" presetClass="entr" presetSubtype="0" fill="hold" grpId="1" nodeType="withEffect">
                                  <p:stCondLst>
                                    <p:cond delay="0"/>
                                  </p:stCondLst>
                                  <p:childTnLst>
                                    <p:set>
                                      <p:cBhvr>
                                        <p:cTn id="38" dur="1" fill="hold">
                                          <p:stCondLst>
                                            <p:cond delay="0"/>
                                          </p:stCondLst>
                                        </p:cTn>
                                        <p:tgtEl>
                                          <p:spTgt spid="187"/>
                                        </p:tgtEl>
                                        <p:attrNameLst>
                                          <p:attrName>style.visibility</p:attrName>
                                        </p:attrNameLst>
                                      </p:cBhvr>
                                      <p:to>
                                        <p:strVal val="visible"/>
                                      </p:to>
                                    </p:set>
                                  </p:childTnLst>
                                </p:cTn>
                              </p:par>
                              <p:par>
                                <p:cTn id="39" presetID="1" presetClass="entr" presetSubtype="0" fill="hold" grpId="4" nodeType="withEffect">
                                  <p:stCondLst>
                                    <p:cond delay="0"/>
                                  </p:stCondLst>
                                  <p:childTnLst>
                                    <p:set>
                                      <p:cBhvr>
                                        <p:cTn id="40" dur="1" fill="hold">
                                          <p:stCondLst>
                                            <p:cond delay="0"/>
                                          </p:stCondLst>
                                        </p:cTn>
                                        <p:tgtEl>
                                          <p:spTgt spid="179"/>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186"/>
                                        </p:tgtEl>
                                        <p:attrNameLst>
                                          <p:attrName>style.visibility</p:attrName>
                                        </p:attrNameLst>
                                      </p:cBhvr>
                                      <p:to>
                                        <p:strVal val="visible"/>
                                      </p:to>
                                    </p:set>
                                  </p:childTnLst>
                                </p:cTn>
                              </p:par>
                              <p:par>
                                <p:cTn id="45" presetID="1" presetClass="exit" presetSubtype="0" fill="hold" grpId="5" nodeType="withEffect">
                                  <p:stCondLst>
                                    <p:cond delay="0"/>
                                  </p:stCondLst>
                                  <p:childTnLst>
                                    <p:set>
                                      <p:cBhvr>
                                        <p:cTn id="46" dur="1" fill="hold">
                                          <p:stCondLst>
                                            <p:cond delay="0"/>
                                          </p:stCondLst>
                                        </p:cTn>
                                        <p:tgtEl>
                                          <p:spTgt spid="179"/>
                                        </p:tgtEl>
                                        <p:attrNameLst>
                                          <p:attrName>style.visibility</p:attrName>
                                        </p:attrNameLst>
                                      </p:cBhvr>
                                      <p:to>
                                        <p:strVal val="hidden"/>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6" nodeType="clickEffect">
                                  <p:stCondLst>
                                    <p:cond delay="0"/>
                                  </p:stCondLst>
                                  <p:childTnLst>
                                    <p:set>
                                      <p:cBhvr>
                                        <p:cTn id="50" dur="1" fill="hold">
                                          <p:stCondLst>
                                            <p:cond delay="0"/>
                                          </p:stCondLst>
                                        </p:cTn>
                                        <p:tgtEl>
                                          <p:spTgt spid="179"/>
                                        </p:tgtEl>
                                        <p:attrNameLst>
                                          <p:attrName>style.visibility</p:attrName>
                                        </p:attrNameLst>
                                      </p:cBhvr>
                                      <p:to>
                                        <p:strVal val="visible"/>
                                      </p:to>
                                    </p:set>
                                  </p:childTnLst>
                                </p:cTn>
                              </p:par>
                              <p:par>
                                <p:cTn id="51" presetID="1" presetClass="exit" presetSubtype="0" fill="hold" grpId="2" nodeType="withEffect">
                                  <p:stCondLst>
                                    <p:cond delay="0"/>
                                  </p:stCondLst>
                                  <p:childTnLst>
                                    <p:set>
                                      <p:cBhvr>
                                        <p:cTn id="52" dur="1" fill="hold">
                                          <p:stCondLst>
                                            <p:cond delay="0"/>
                                          </p:stCondLst>
                                        </p:cTn>
                                        <p:tgtEl>
                                          <p:spTgt spid="187"/>
                                        </p:tgtEl>
                                        <p:attrNameLst>
                                          <p:attrName>style.visibility</p:attrName>
                                        </p:attrNameLst>
                                      </p:cBhvr>
                                      <p:to>
                                        <p:strVal val="hidden"/>
                                      </p:to>
                                    </p:set>
                                  </p:childTnLst>
                                </p:cTn>
                              </p:par>
                              <p:par>
                                <p:cTn id="53" presetID="1" presetClass="entr" presetSubtype="0" fill="hold" grpId="0" nodeType="withEffect">
                                  <p:stCondLst>
                                    <p:cond delay="0"/>
                                  </p:stCondLst>
                                  <p:childTnLst>
                                    <p:set>
                                      <p:cBhvr>
                                        <p:cTn id="54" dur="1" fill="hold">
                                          <p:stCondLst>
                                            <p:cond delay="0"/>
                                          </p:stCondLst>
                                        </p:cTn>
                                        <p:tgtEl>
                                          <p:spTgt spid="188"/>
                                        </p:tgtEl>
                                        <p:attrNameLst>
                                          <p:attrName>style.visibility</p:attrName>
                                        </p:attrNameLst>
                                      </p:cBhvr>
                                      <p:to>
                                        <p:strVal val="visible"/>
                                      </p:to>
                                    </p:set>
                                  </p:childTnLst>
                                </p:cTn>
                              </p:par>
                              <p:par>
                                <p:cTn id="55" presetID="1" presetClass="exit" presetSubtype="0" fill="hold" grpId="1" nodeType="withEffect">
                                  <p:stCondLst>
                                    <p:cond delay="0"/>
                                  </p:stCondLst>
                                  <p:childTnLst>
                                    <p:set>
                                      <p:cBhvr>
                                        <p:cTn id="56" dur="1" fill="hold">
                                          <p:stCondLst>
                                            <p:cond delay="0"/>
                                          </p:stCondLst>
                                        </p:cTn>
                                        <p:tgtEl>
                                          <p:spTgt spid="183"/>
                                        </p:tgtEl>
                                        <p:attrNameLst>
                                          <p:attrName>style.visibility</p:attrName>
                                        </p:attrNameLst>
                                      </p:cBhvr>
                                      <p:to>
                                        <p:strVal val="hidden"/>
                                      </p:to>
                                    </p:set>
                                  </p:childTnLst>
                                </p:cTn>
                              </p:par>
                              <p:par>
                                <p:cTn id="57" presetID="1" presetClass="entr" presetSubtype="0" fill="hold" grpId="0" nodeType="withEffect">
                                  <p:stCondLst>
                                    <p:cond delay="0"/>
                                  </p:stCondLst>
                                  <p:childTnLst>
                                    <p:set>
                                      <p:cBhvr>
                                        <p:cTn id="58" dur="1" fill="hold">
                                          <p:stCondLst>
                                            <p:cond delay="0"/>
                                          </p:stCondLst>
                                        </p:cTn>
                                        <p:tgtEl>
                                          <p:spTgt spid="192"/>
                                        </p:tgtEl>
                                        <p:attrNameLst>
                                          <p:attrName>style.visibility</p:attrName>
                                        </p:attrNameLst>
                                      </p:cBhvr>
                                      <p:to>
                                        <p:strVal val="visible"/>
                                      </p:to>
                                    </p:set>
                                  </p:childTnLst>
                                </p:cTn>
                              </p:par>
                              <p:par>
                                <p:cTn id="59" presetID="1" presetClass="exit" presetSubtype="0" fill="hold" grpId="1" nodeType="withEffect">
                                  <p:stCondLst>
                                    <p:cond delay="0"/>
                                  </p:stCondLst>
                                  <p:childTnLst>
                                    <p:set>
                                      <p:cBhvr>
                                        <p:cTn id="60" dur="1" fill="hold">
                                          <p:stCondLst>
                                            <p:cond delay="0"/>
                                          </p:stCondLst>
                                        </p:cTn>
                                        <p:tgtEl>
                                          <p:spTgt spid="186"/>
                                        </p:tgtEl>
                                        <p:attrNameLst>
                                          <p:attrName>style.visibility</p:attrName>
                                        </p:attrNameLst>
                                      </p:cBhvr>
                                      <p:to>
                                        <p:strVal val="hidden"/>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grpId="0" nodeType="clickEffect">
                                  <p:stCondLst>
                                    <p:cond delay="0"/>
                                  </p:stCondLst>
                                  <p:childTnLst>
                                    <p:set>
                                      <p:cBhvr>
                                        <p:cTn id="64" dur="1" fill="hold">
                                          <p:stCondLst>
                                            <p:cond delay="0"/>
                                          </p:stCondLst>
                                        </p:cTn>
                                        <p:tgtEl>
                                          <p:spTgt spid="189"/>
                                        </p:tgtEl>
                                        <p:attrNameLst>
                                          <p:attrName>style.visibility</p:attrName>
                                        </p:attrNameLst>
                                      </p:cBhvr>
                                      <p:to>
                                        <p:strVal val="visible"/>
                                      </p:to>
                                    </p:set>
                                  </p:childTnLst>
                                </p:cTn>
                              </p:par>
                              <p:par>
                                <p:cTn id="65" presetID="1" presetClass="exit" presetSubtype="0" fill="hold" grpId="7" nodeType="withEffect">
                                  <p:stCondLst>
                                    <p:cond delay="0"/>
                                  </p:stCondLst>
                                  <p:childTnLst>
                                    <p:set>
                                      <p:cBhvr>
                                        <p:cTn id="66" dur="1" fill="hold">
                                          <p:stCondLst>
                                            <p:cond delay="0"/>
                                          </p:stCondLst>
                                        </p:cTn>
                                        <p:tgtEl>
                                          <p:spTgt spid="179"/>
                                        </p:tgtEl>
                                        <p:attrNameLst>
                                          <p:attrName>style.visibility</p:attrName>
                                        </p:attrNameLst>
                                      </p:cBhvr>
                                      <p:to>
                                        <p:strVal val="hidden"/>
                                      </p:to>
                                    </p:set>
                                  </p:childTnLst>
                                </p:cTn>
                              </p:par>
                            </p:childTnLst>
                          </p:cTn>
                        </p:par>
                      </p:childTnLst>
                    </p:cTn>
                  </p:par>
                  <p:par>
                    <p:cTn id="67" fill="hold">
                      <p:stCondLst>
                        <p:cond delay="indefinite"/>
                      </p:stCondLst>
                      <p:childTnLst>
                        <p:par>
                          <p:cTn id="68" fill="hold">
                            <p:stCondLst>
                              <p:cond delay="0"/>
                            </p:stCondLst>
                            <p:childTnLst>
                              <p:par>
                                <p:cTn id="69" presetID="1" presetClass="exit" presetSubtype="0" fill="hold" grpId="1" nodeType="clickEffect">
                                  <p:stCondLst>
                                    <p:cond delay="0"/>
                                  </p:stCondLst>
                                  <p:childTnLst>
                                    <p:set>
                                      <p:cBhvr>
                                        <p:cTn id="70" dur="1" fill="hold">
                                          <p:stCondLst>
                                            <p:cond delay="0"/>
                                          </p:stCondLst>
                                        </p:cTn>
                                        <p:tgtEl>
                                          <p:spTgt spid="189"/>
                                        </p:tgtEl>
                                        <p:attrNameLst>
                                          <p:attrName>style.visibility</p:attrName>
                                        </p:attrNameLst>
                                      </p:cBhvr>
                                      <p:to>
                                        <p:strVal val="hidden"/>
                                      </p:to>
                                    </p:set>
                                  </p:childTnLst>
                                </p:cTn>
                              </p:par>
                              <p:par>
                                <p:cTn id="71" presetID="1" presetClass="entr" presetSubtype="0" fill="hold" grpId="8" nodeType="withEffect">
                                  <p:stCondLst>
                                    <p:cond delay="0"/>
                                  </p:stCondLst>
                                  <p:childTnLst>
                                    <p:set>
                                      <p:cBhvr>
                                        <p:cTn id="72" dur="1" fill="hold">
                                          <p:stCondLst>
                                            <p:cond delay="0"/>
                                          </p:stCondLst>
                                        </p:cTn>
                                        <p:tgtEl>
                                          <p:spTgt spid="179"/>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1" presetClass="entr" presetSubtype="0" fill="hold" grpId="0" nodeType="clickEffect">
                                  <p:stCondLst>
                                    <p:cond delay="0"/>
                                  </p:stCondLst>
                                  <p:childTnLst>
                                    <p:set>
                                      <p:cBhvr>
                                        <p:cTn id="76" dur="1" fill="hold">
                                          <p:stCondLst>
                                            <p:cond delay="0"/>
                                          </p:stCondLst>
                                        </p:cTn>
                                        <p:tgtEl>
                                          <p:spTgt spid="185"/>
                                        </p:tgtEl>
                                        <p:attrNameLst>
                                          <p:attrName>style.visibility</p:attrName>
                                        </p:attrNameLst>
                                      </p:cBhvr>
                                      <p:to>
                                        <p:strVal val="visible"/>
                                      </p:to>
                                    </p:set>
                                  </p:childTnLst>
                                </p:cTn>
                              </p:par>
                              <p:par>
                                <p:cTn id="77" presetID="1" presetClass="exit" presetSubtype="0" fill="hold" grpId="9" nodeType="withEffect">
                                  <p:stCondLst>
                                    <p:cond delay="0"/>
                                  </p:stCondLst>
                                  <p:childTnLst>
                                    <p:set>
                                      <p:cBhvr>
                                        <p:cTn id="78" dur="1" fill="hold">
                                          <p:stCondLst>
                                            <p:cond delay="0"/>
                                          </p:stCondLst>
                                        </p:cTn>
                                        <p:tgtEl>
                                          <p:spTgt spid="179"/>
                                        </p:tgtEl>
                                        <p:attrNameLst>
                                          <p:attrName>style.visibility</p:attrName>
                                        </p:attrNameLst>
                                      </p:cBhvr>
                                      <p:to>
                                        <p:strVal val="hidden"/>
                                      </p:to>
                                    </p:set>
                                  </p:childTnLst>
                                </p:cTn>
                              </p:par>
                              <p:par>
                                <p:cTn id="79" presetID="1" presetClass="entr" presetSubtype="0" fill="hold" grpId="0" nodeType="withEffect">
                                  <p:stCondLst>
                                    <p:cond delay="0"/>
                                  </p:stCondLst>
                                  <p:childTnLst>
                                    <p:set>
                                      <p:cBhvr>
                                        <p:cTn id="80" dur="1" fill="hold">
                                          <p:stCondLst>
                                            <p:cond delay="0"/>
                                          </p:stCondLst>
                                        </p:cTn>
                                        <p:tgtEl>
                                          <p:spTgt spid="191"/>
                                        </p:tgtEl>
                                        <p:attrNameLst>
                                          <p:attrName>style.visibility</p:attrName>
                                        </p:attrNameLst>
                                      </p:cBhvr>
                                      <p:to>
                                        <p:strVal val="visible"/>
                                      </p:to>
                                    </p:set>
                                  </p:childTnLst>
                                </p:cTn>
                              </p:par>
                              <p:par>
                                <p:cTn id="81" presetID="1" presetClass="exit" presetSubtype="0" fill="hold" grpId="0" nodeType="withEffect">
                                  <p:stCondLst>
                                    <p:cond delay="0"/>
                                  </p:stCondLst>
                                  <p:childTnLst>
                                    <p:set>
                                      <p:cBhvr>
                                        <p:cTn id="82" dur="1" fill="hold">
                                          <p:stCondLst>
                                            <p:cond delay="0"/>
                                          </p:stCondLst>
                                        </p:cTn>
                                        <p:tgtEl>
                                          <p:spTgt spid="195"/>
                                        </p:tgtEl>
                                        <p:attrNameLst>
                                          <p:attrName>style.visibility</p:attrName>
                                        </p:attrNameLst>
                                      </p:cBhvr>
                                      <p:to>
                                        <p:strVal val="hidden"/>
                                      </p:to>
                                    </p:set>
                                  </p:childTnLst>
                                </p:cTn>
                              </p:par>
                              <p:par>
                                <p:cTn id="83" presetID="1" presetClass="entr" presetSubtype="0" fill="hold" grpId="0" nodeType="withEffect">
                                  <p:stCondLst>
                                    <p:cond delay="0"/>
                                  </p:stCondLst>
                                  <p:childTnLst>
                                    <p:set>
                                      <p:cBhvr>
                                        <p:cTn id="84" dur="1" fill="hold">
                                          <p:stCondLst>
                                            <p:cond delay="0"/>
                                          </p:stCondLst>
                                        </p:cTn>
                                        <p:tgtEl>
                                          <p:spTgt spid="196"/>
                                        </p:tgtEl>
                                        <p:attrNameLst>
                                          <p:attrName>style.visibility</p:attrName>
                                        </p:attrNameLst>
                                      </p:cBhvr>
                                      <p:to>
                                        <p:strVal val="visible"/>
                                      </p:to>
                                    </p:set>
                                  </p:childTnLst>
                                </p:cTn>
                              </p:par>
                            </p:childTnLst>
                          </p:cTn>
                        </p:par>
                      </p:childTnLst>
                    </p:cTn>
                  </p:par>
                  <p:par>
                    <p:cTn id="85" fill="hold">
                      <p:stCondLst>
                        <p:cond delay="indefinite"/>
                      </p:stCondLst>
                      <p:childTnLst>
                        <p:par>
                          <p:cTn id="86" fill="hold">
                            <p:stCondLst>
                              <p:cond delay="0"/>
                            </p:stCondLst>
                            <p:childTnLst>
                              <p:par>
                                <p:cTn id="87" presetID="1" presetClass="exit" presetSubtype="0" fill="hold" grpId="1" nodeType="clickEffect">
                                  <p:stCondLst>
                                    <p:cond delay="0"/>
                                  </p:stCondLst>
                                  <p:childTnLst>
                                    <p:set>
                                      <p:cBhvr>
                                        <p:cTn id="88" dur="1" fill="hold">
                                          <p:stCondLst>
                                            <p:cond delay="0"/>
                                          </p:stCondLst>
                                        </p:cTn>
                                        <p:tgtEl>
                                          <p:spTgt spid="185"/>
                                        </p:tgtEl>
                                        <p:attrNameLst>
                                          <p:attrName>style.visibility</p:attrName>
                                        </p:attrNameLst>
                                      </p:cBhvr>
                                      <p:to>
                                        <p:strVal val="hidden"/>
                                      </p:to>
                                    </p:set>
                                  </p:childTnLst>
                                </p:cTn>
                              </p:par>
                              <p:par>
                                <p:cTn id="89" presetID="1" presetClass="entr" presetSubtype="0" fill="hold" grpId="0" nodeType="withEffect">
                                  <p:stCondLst>
                                    <p:cond delay="0"/>
                                  </p:stCondLst>
                                  <p:childTnLst>
                                    <p:set>
                                      <p:cBhvr>
                                        <p:cTn id="90" dur="1" fill="hold">
                                          <p:stCondLst>
                                            <p:cond delay="0"/>
                                          </p:stCondLst>
                                        </p:cTn>
                                        <p:tgtEl>
                                          <p:spTgt spid="197"/>
                                        </p:tgtEl>
                                        <p:attrNameLst>
                                          <p:attrName>style.visibility</p:attrName>
                                        </p:attrNameLst>
                                      </p:cBhvr>
                                      <p:to>
                                        <p:strVal val="visible"/>
                                      </p:to>
                                    </p:set>
                                  </p:childTnLst>
                                </p:cTn>
                              </p:par>
                              <p:par>
                                <p:cTn id="91" presetID="1" presetClass="entr" presetSubtype="0" fill="hold" grpId="0" nodeType="withEffect">
                                  <p:stCondLst>
                                    <p:cond delay="0"/>
                                  </p:stCondLst>
                                  <p:childTnLst>
                                    <p:set>
                                      <p:cBhvr>
                                        <p:cTn id="92" dur="1" fill="hold">
                                          <p:stCondLst>
                                            <p:cond delay="0"/>
                                          </p:stCondLst>
                                        </p:cTn>
                                        <p:tgtEl>
                                          <p:spTgt spid="164"/>
                                        </p:tgtEl>
                                        <p:attrNameLst>
                                          <p:attrName>style.visibility</p:attrName>
                                        </p:attrNameLst>
                                      </p:cBhvr>
                                      <p:to>
                                        <p:strVal val="visible"/>
                                      </p:to>
                                    </p:set>
                                  </p:childTnLst>
                                </p:cTn>
                              </p:par>
                              <p:par>
                                <p:cTn id="93" presetID="1" presetClass="entr" presetSubtype="0" fill="hold" grpId="0" nodeType="withEffect">
                                  <p:stCondLst>
                                    <p:cond delay="0"/>
                                  </p:stCondLst>
                                  <p:childTnLst>
                                    <p:set>
                                      <p:cBhvr>
                                        <p:cTn id="94" dur="1" fill="hold">
                                          <p:stCondLst>
                                            <p:cond delay="0"/>
                                          </p:stCondLst>
                                        </p:cTn>
                                        <p:tgtEl>
                                          <p:spTgt spid="165"/>
                                        </p:tgtEl>
                                        <p:attrNameLst>
                                          <p:attrName>style.visibility</p:attrName>
                                        </p:attrNameLst>
                                      </p:cBhvr>
                                      <p:to>
                                        <p:strVal val="visible"/>
                                      </p:to>
                                    </p:set>
                                  </p:childTnLst>
                                </p:cTn>
                              </p:par>
                              <p:par>
                                <p:cTn id="95" presetID="1" presetClass="entr" presetSubtype="0" fill="hold" grpId="0" nodeType="withEffect">
                                  <p:stCondLst>
                                    <p:cond delay="0"/>
                                  </p:stCondLst>
                                  <p:childTnLst>
                                    <p:set>
                                      <p:cBhvr>
                                        <p:cTn id="96" dur="1" fill="hold">
                                          <p:stCondLst>
                                            <p:cond delay="0"/>
                                          </p:stCondLst>
                                        </p:cTn>
                                        <p:tgtEl>
                                          <p:spTgt spid="176"/>
                                        </p:tgtEl>
                                        <p:attrNameLst>
                                          <p:attrName>style.visibility</p:attrName>
                                        </p:attrNameLst>
                                      </p:cBhvr>
                                      <p:to>
                                        <p:strVal val="visible"/>
                                      </p:to>
                                    </p:set>
                                  </p:childTnLst>
                                </p:cTn>
                              </p:par>
                            </p:childTnLst>
                          </p:cTn>
                        </p:par>
                      </p:childTnLst>
                    </p:cTn>
                  </p:par>
                  <p:par>
                    <p:cTn id="97" fill="hold">
                      <p:stCondLst>
                        <p:cond delay="indefinite"/>
                      </p:stCondLst>
                      <p:childTnLst>
                        <p:par>
                          <p:cTn id="98" fill="hold">
                            <p:stCondLst>
                              <p:cond delay="0"/>
                            </p:stCondLst>
                            <p:childTnLst>
                              <p:par>
                                <p:cTn id="99" presetID="1" presetClass="exit" presetSubtype="0" fill="hold" grpId="1" nodeType="clickEffect">
                                  <p:stCondLst>
                                    <p:cond delay="0"/>
                                  </p:stCondLst>
                                  <p:childTnLst>
                                    <p:set>
                                      <p:cBhvr>
                                        <p:cTn id="100" dur="1" fill="hold">
                                          <p:stCondLst>
                                            <p:cond delay="0"/>
                                          </p:stCondLst>
                                        </p:cTn>
                                        <p:tgtEl>
                                          <p:spTgt spid="197"/>
                                        </p:tgtEl>
                                        <p:attrNameLst>
                                          <p:attrName>style.visibility</p:attrName>
                                        </p:attrNameLst>
                                      </p:cBhvr>
                                      <p:to>
                                        <p:strVal val="hidden"/>
                                      </p:to>
                                    </p:set>
                                  </p:childTnLst>
                                </p:cTn>
                              </p:par>
                              <p:par>
                                <p:cTn id="101" presetID="1" presetClass="entr" presetSubtype="0" fill="hold" grpId="0" nodeType="withEffect">
                                  <p:stCondLst>
                                    <p:cond delay="0"/>
                                  </p:stCondLst>
                                  <p:childTnLst>
                                    <p:set>
                                      <p:cBhvr>
                                        <p:cTn id="102" dur="1" fill="hold">
                                          <p:stCondLst>
                                            <p:cond delay="0"/>
                                          </p:stCondLst>
                                        </p:cTn>
                                        <p:tgtEl>
                                          <p:spTgt spid="198"/>
                                        </p:tgtEl>
                                        <p:attrNameLst>
                                          <p:attrName>style.visibility</p:attrName>
                                        </p:attrNameLst>
                                      </p:cBhvr>
                                      <p:to>
                                        <p:strVal val="visible"/>
                                      </p:to>
                                    </p:set>
                                  </p:childTnLst>
                                </p:cTn>
                              </p:par>
                            </p:childTnLst>
                          </p:cTn>
                        </p:par>
                      </p:childTnLst>
                    </p:cTn>
                  </p:par>
                  <p:par>
                    <p:cTn id="103" fill="hold">
                      <p:stCondLst>
                        <p:cond delay="indefinite"/>
                      </p:stCondLst>
                      <p:childTnLst>
                        <p:par>
                          <p:cTn id="104" fill="hold">
                            <p:stCondLst>
                              <p:cond delay="0"/>
                            </p:stCondLst>
                            <p:childTnLst>
                              <p:par>
                                <p:cTn id="105" presetID="1" presetClass="exit" presetSubtype="0" fill="hold" grpId="1" nodeType="clickEffect">
                                  <p:stCondLst>
                                    <p:cond delay="0"/>
                                  </p:stCondLst>
                                  <p:childTnLst>
                                    <p:set>
                                      <p:cBhvr>
                                        <p:cTn id="106" dur="1" fill="hold">
                                          <p:stCondLst>
                                            <p:cond delay="0"/>
                                          </p:stCondLst>
                                        </p:cTn>
                                        <p:tgtEl>
                                          <p:spTgt spid="198"/>
                                        </p:tgtEl>
                                        <p:attrNameLst>
                                          <p:attrName>style.visibility</p:attrName>
                                        </p:attrNameLst>
                                      </p:cBhvr>
                                      <p:to>
                                        <p:strVal val="hidden"/>
                                      </p:to>
                                    </p:set>
                                  </p:childTnLst>
                                </p:cTn>
                              </p:par>
                              <p:par>
                                <p:cTn id="107" presetID="1" presetClass="entr" presetSubtype="0" fill="hold" grpId="2" nodeType="withEffect">
                                  <p:stCondLst>
                                    <p:cond delay="0"/>
                                  </p:stCondLst>
                                  <p:childTnLst>
                                    <p:set>
                                      <p:cBhvr>
                                        <p:cTn id="108" dur="1" fill="hold">
                                          <p:stCondLst>
                                            <p:cond delay="0"/>
                                          </p:stCondLst>
                                        </p:cTn>
                                        <p:tgtEl>
                                          <p:spTgt spid="197"/>
                                        </p:tgtEl>
                                        <p:attrNameLst>
                                          <p:attrName>style.visibility</p:attrName>
                                        </p:attrNameLst>
                                      </p:cBhvr>
                                      <p:to>
                                        <p:strVal val="visible"/>
                                      </p:to>
                                    </p:set>
                                  </p:childTnLst>
                                </p:cTn>
                              </p:par>
                              <p:par>
                                <p:cTn id="109" presetID="1" presetClass="exit" presetSubtype="0" fill="hold" grpId="1" nodeType="withEffect">
                                  <p:stCondLst>
                                    <p:cond delay="0"/>
                                  </p:stCondLst>
                                  <p:childTnLst>
                                    <p:set>
                                      <p:cBhvr>
                                        <p:cTn id="110" dur="1" fill="hold">
                                          <p:stCondLst>
                                            <p:cond delay="0"/>
                                          </p:stCondLst>
                                        </p:cTn>
                                        <p:tgtEl>
                                          <p:spTgt spid="176"/>
                                        </p:tgtEl>
                                        <p:attrNameLst>
                                          <p:attrName>style.visibility</p:attrName>
                                        </p:attrNameLst>
                                      </p:cBhvr>
                                      <p:to>
                                        <p:strVal val="hidden"/>
                                      </p:to>
                                    </p:set>
                                  </p:childTnLst>
                                </p:cTn>
                              </p:par>
                              <p:par>
                                <p:cTn id="111" presetID="1" presetClass="entr" presetSubtype="0" fill="hold" grpId="0" nodeType="withEffect">
                                  <p:stCondLst>
                                    <p:cond delay="0"/>
                                  </p:stCondLst>
                                  <p:childTnLst>
                                    <p:set>
                                      <p:cBhvr>
                                        <p:cTn id="112" dur="1" fill="hold">
                                          <p:stCondLst>
                                            <p:cond delay="0"/>
                                          </p:stCondLst>
                                        </p:cTn>
                                        <p:tgtEl>
                                          <p:spTgt spid="200"/>
                                        </p:tgtEl>
                                        <p:attrNameLst>
                                          <p:attrName>style.visibility</p:attrName>
                                        </p:attrNameLst>
                                      </p:cBhvr>
                                      <p:to>
                                        <p:strVal val="visible"/>
                                      </p:to>
                                    </p:set>
                                  </p:childTnLst>
                                </p:cTn>
                              </p:par>
                              <p:par>
                                <p:cTn id="113" presetID="1" presetClass="entr" presetSubtype="0" fill="hold" grpId="0" nodeType="withEffect">
                                  <p:stCondLst>
                                    <p:cond delay="0"/>
                                  </p:stCondLst>
                                  <p:childTnLst>
                                    <p:set>
                                      <p:cBhvr>
                                        <p:cTn id="114" dur="1" fill="hold">
                                          <p:stCondLst>
                                            <p:cond delay="0"/>
                                          </p:stCondLst>
                                        </p:cTn>
                                        <p:tgtEl>
                                          <p:spTgt spid="206"/>
                                        </p:tgtEl>
                                        <p:attrNameLst>
                                          <p:attrName>style.visibility</p:attrName>
                                        </p:attrNameLst>
                                      </p:cBhvr>
                                      <p:to>
                                        <p:strVal val="visible"/>
                                      </p:to>
                                    </p:set>
                                  </p:childTnLst>
                                </p:cTn>
                              </p:par>
                            </p:childTnLst>
                          </p:cTn>
                        </p:par>
                      </p:childTnLst>
                    </p:cTn>
                  </p:par>
                  <p:par>
                    <p:cTn id="115" fill="hold">
                      <p:stCondLst>
                        <p:cond delay="indefinite"/>
                      </p:stCondLst>
                      <p:childTnLst>
                        <p:par>
                          <p:cTn id="116" fill="hold">
                            <p:stCondLst>
                              <p:cond delay="0"/>
                            </p:stCondLst>
                            <p:childTnLst>
                              <p:par>
                                <p:cTn id="117" presetID="1" presetClass="exit" presetSubtype="0" fill="hold" grpId="3" nodeType="clickEffect">
                                  <p:stCondLst>
                                    <p:cond delay="0"/>
                                  </p:stCondLst>
                                  <p:childTnLst>
                                    <p:set>
                                      <p:cBhvr>
                                        <p:cTn id="118" dur="1" fill="hold">
                                          <p:stCondLst>
                                            <p:cond delay="0"/>
                                          </p:stCondLst>
                                        </p:cTn>
                                        <p:tgtEl>
                                          <p:spTgt spid="197"/>
                                        </p:tgtEl>
                                        <p:attrNameLst>
                                          <p:attrName>style.visibility</p:attrName>
                                        </p:attrNameLst>
                                      </p:cBhvr>
                                      <p:to>
                                        <p:strVal val="hidden"/>
                                      </p:to>
                                    </p:set>
                                  </p:childTnLst>
                                </p:cTn>
                              </p:par>
                              <p:par>
                                <p:cTn id="119" presetID="1" presetClass="entr" presetSubtype="0" fill="hold" grpId="0" nodeType="withEffect">
                                  <p:stCondLst>
                                    <p:cond delay="0"/>
                                  </p:stCondLst>
                                  <p:childTnLst>
                                    <p:set>
                                      <p:cBhvr>
                                        <p:cTn id="120" dur="1" fill="hold">
                                          <p:stCondLst>
                                            <p:cond delay="0"/>
                                          </p:stCondLst>
                                        </p:cTn>
                                        <p:tgtEl>
                                          <p:spTgt spid="201"/>
                                        </p:tgtEl>
                                        <p:attrNameLst>
                                          <p:attrName>style.visibility</p:attrName>
                                        </p:attrNameLst>
                                      </p:cBhvr>
                                      <p:to>
                                        <p:strVal val="visible"/>
                                      </p:to>
                                    </p:set>
                                  </p:childTnLst>
                                </p:cTn>
                              </p:par>
                            </p:childTnLst>
                          </p:cTn>
                        </p:par>
                      </p:childTnLst>
                    </p:cTn>
                  </p:par>
                  <p:par>
                    <p:cTn id="121" fill="hold">
                      <p:stCondLst>
                        <p:cond delay="indefinite"/>
                      </p:stCondLst>
                      <p:childTnLst>
                        <p:par>
                          <p:cTn id="122" fill="hold">
                            <p:stCondLst>
                              <p:cond delay="0"/>
                            </p:stCondLst>
                            <p:childTnLst>
                              <p:par>
                                <p:cTn id="123" presetID="1" presetClass="exit" presetSubtype="0" fill="hold" grpId="1" nodeType="clickEffect">
                                  <p:stCondLst>
                                    <p:cond delay="0"/>
                                  </p:stCondLst>
                                  <p:childTnLst>
                                    <p:set>
                                      <p:cBhvr>
                                        <p:cTn id="124" dur="1" fill="hold">
                                          <p:stCondLst>
                                            <p:cond delay="0"/>
                                          </p:stCondLst>
                                        </p:cTn>
                                        <p:tgtEl>
                                          <p:spTgt spid="201"/>
                                        </p:tgtEl>
                                        <p:attrNameLst>
                                          <p:attrName>style.visibility</p:attrName>
                                        </p:attrNameLst>
                                      </p:cBhvr>
                                      <p:to>
                                        <p:strVal val="hidden"/>
                                      </p:to>
                                    </p:set>
                                  </p:childTnLst>
                                </p:cTn>
                              </p:par>
                              <p:par>
                                <p:cTn id="125" presetID="1" presetClass="entr" presetSubtype="0" fill="hold" grpId="4" nodeType="withEffect">
                                  <p:stCondLst>
                                    <p:cond delay="0"/>
                                  </p:stCondLst>
                                  <p:childTnLst>
                                    <p:set>
                                      <p:cBhvr>
                                        <p:cTn id="126" dur="1" fill="hold">
                                          <p:stCondLst>
                                            <p:cond delay="0"/>
                                          </p:stCondLst>
                                        </p:cTn>
                                        <p:tgtEl>
                                          <p:spTgt spid="197"/>
                                        </p:tgtEl>
                                        <p:attrNameLst>
                                          <p:attrName>style.visibility</p:attrName>
                                        </p:attrNameLst>
                                      </p:cBhvr>
                                      <p:to>
                                        <p:strVal val="visible"/>
                                      </p:to>
                                    </p:set>
                                  </p:childTnLst>
                                </p:cTn>
                              </p:par>
                              <p:par>
                                <p:cTn id="127" presetID="1" presetClass="exit" presetSubtype="0" fill="hold" grpId="1" nodeType="withEffect">
                                  <p:stCondLst>
                                    <p:cond delay="0"/>
                                  </p:stCondLst>
                                  <p:childTnLst>
                                    <p:set>
                                      <p:cBhvr>
                                        <p:cTn id="128" dur="1" fill="hold">
                                          <p:stCondLst>
                                            <p:cond delay="0"/>
                                          </p:stCondLst>
                                        </p:cTn>
                                        <p:tgtEl>
                                          <p:spTgt spid="200"/>
                                        </p:tgtEl>
                                        <p:attrNameLst>
                                          <p:attrName>style.visibility</p:attrName>
                                        </p:attrNameLst>
                                      </p:cBhvr>
                                      <p:to>
                                        <p:strVal val="hidden"/>
                                      </p:to>
                                    </p:set>
                                  </p:childTnLst>
                                </p:cTn>
                              </p:par>
                              <p:par>
                                <p:cTn id="129" presetID="1" presetClass="entr" presetSubtype="0" fill="hold" grpId="0" nodeType="withEffect">
                                  <p:stCondLst>
                                    <p:cond delay="0"/>
                                  </p:stCondLst>
                                  <p:childTnLst>
                                    <p:set>
                                      <p:cBhvr>
                                        <p:cTn id="130" dur="1" fill="hold">
                                          <p:stCondLst>
                                            <p:cond delay="0"/>
                                          </p:stCondLst>
                                        </p:cTn>
                                        <p:tgtEl>
                                          <p:spTgt spid="204"/>
                                        </p:tgtEl>
                                        <p:attrNameLst>
                                          <p:attrName>style.visibility</p:attrName>
                                        </p:attrNameLst>
                                      </p:cBhvr>
                                      <p:to>
                                        <p:strVal val="visible"/>
                                      </p:to>
                                    </p:set>
                                  </p:childTnLst>
                                </p:cTn>
                              </p:par>
                              <p:par>
                                <p:cTn id="131" presetID="1" presetClass="exit" presetSubtype="0" fill="hold" grpId="1" nodeType="withEffect">
                                  <p:stCondLst>
                                    <p:cond delay="0"/>
                                  </p:stCondLst>
                                  <p:childTnLst>
                                    <p:set>
                                      <p:cBhvr>
                                        <p:cTn id="132" dur="1" fill="hold">
                                          <p:stCondLst>
                                            <p:cond delay="0"/>
                                          </p:stCondLst>
                                        </p:cTn>
                                        <p:tgtEl>
                                          <p:spTgt spid="206"/>
                                        </p:tgtEl>
                                        <p:attrNameLst>
                                          <p:attrName>style.visibility</p:attrName>
                                        </p:attrNameLst>
                                      </p:cBhvr>
                                      <p:to>
                                        <p:strVal val="hidden"/>
                                      </p:to>
                                    </p:set>
                                  </p:childTnLst>
                                </p:cTn>
                              </p:par>
                              <p:par>
                                <p:cTn id="133" presetID="1" presetClass="entr" presetSubtype="0" fill="hold" grpId="0" nodeType="withEffect">
                                  <p:stCondLst>
                                    <p:cond delay="0"/>
                                  </p:stCondLst>
                                  <p:childTnLst>
                                    <p:set>
                                      <p:cBhvr>
                                        <p:cTn id="134" dur="1" fill="hold">
                                          <p:stCondLst>
                                            <p:cond delay="0"/>
                                          </p:stCondLst>
                                        </p:cTn>
                                        <p:tgtEl>
                                          <p:spTgt spid="207"/>
                                        </p:tgtEl>
                                        <p:attrNameLst>
                                          <p:attrName>style.visibility</p:attrName>
                                        </p:attrNameLst>
                                      </p:cBhvr>
                                      <p:to>
                                        <p:strVal val="visible"/>
                                      </p:to>
                                    </p:set>
                                  </p:childTnLst>
                                </p:cTn>
                              </p:par>
                            </p:childTnLst>
                          </p:cTn>
                        </p:par>
                      </p:childTnLst>
                    </p:cTn>
                  </p:par>
                  <p:par>
                    <p:cTn id="135" fill="hold">
                      <p:stCondLst>
                        <p:cond delay="indefinite"/>
                      </p:stCondLst>
                      <p:childTnLst>
                        <p:par>
                          <p:cTn id="136" fill="hold">
                            <p:stCondLst>
                              <p:cond delay="0"/>
                            </p:stCondLst>
                            <p:childTnLst>
                              <p:par>
                                <p:cTn id="137" presetID="1" presetClass="entr" presetSubtype="0" fill="hold" grpId="0" nodeType="clickEffect">
                                  <p:stCondLst>
                                    <p:cond delay="0"/>
                                  </p:stCondLst>
                                  <p:childTnLst>
                                    <p:set>
                                      <p:cBhvr>
                                        <p:cTn id="138" dur="1" fill="hold">
                                          <p:stCondLst>
                                            <p:cond delay="0"/>
                                          </p:stCondLst>
                                        </p:cTn>
                                        <p:tgtEl>
                                          <p:spTgt spid="13"/>
                                        </p:tgtEl>
                                        <p:attrNameLst>
                                          <p:attrName>style.visibility</p:attrName>
                                        </p:attrNameLst>
                                      </p:cBhvr>
                                      <p:to>
                                        <p:strVal val="visible"/>
                                      </p:to>
                                    </p:set>
                                  </p:childTnLst>
                                </p:cTn>
                              </p:par>
                              <p:par>
                                <p:cTn id="139" presetID="1" presetClass="entr" presetSubtype="0" fill="hold" grpId="0" nodeType="withEffect">
                                  <p:stCondLst>
                                    <p:cond delay="0"/>
                                  </p:stCondLst>
                                  <p:childTnLst>
                                    <p:set>
                                      <p:cBhvr>
                                        <p:cTn id="140" dur="1" fill="hold">
                                          <p:stCondLst>
                                            <p:cond delay="0"/>
                                          </p:stCondLst>
                                        </p:cTn>
                                        <p:tgtEl>
                                          <p:spTgt spid="5"/>
                                        </p:tgtEl>
                                        <p:attrNameLst>
                                          <p:attrName>style.visibility</p:attrName>
                                        </p:attrNameLst>
                                      </p:cBhvr>
                                      <p:to>
                                        <p:strVal val="visible"/>
                                      </p:to>
                                    </p:set>
                                  </p:childTnLst>
                                </p:cTn>
                              </p:par>
                              <p:par>
                                <p:cTn id="141" presetID="1" presetClass="entr" presetSubtype="0" fill="hold" grpId="0" nodeType="withEffect">
                                  <p:stCondLst>
                                    <p:cond delay="0"/>
                                  </p:stCondLst>
                                  <p:childTnLst>
                                    <p:set>
                                      <p:cBhvr>
                                        <p:cTn id="142" dur="1" fill="hold">
                                          <p:stCondLst>
                                            <p:cond delay="0"/>
                                          </p:stCondLst>
                                        </p:cTn>
                                        <p:tgtEl>
                                          <p:spTgt spid="141"/>
                                        </p:tgtEl>
                                        <p:attrNameLst>
                                          <p:attrName>style.visibility</p:attrName>
                                        </p:attrNameLst>
                                      </p:cBhvr>
                                      <p:to>
                                        <p:strVal val="visible"/>
                                      </p:to>
                                    </p:set>
                                  </p:childTnLst>
                                </p:cTn>
                              </p:par>
                            </p:childTnLst>
                          </p:cTn>
                        </p:par>
                      </p:childTnLst>
                    </p:cTn>
                  </p:par>
                  <p:par>
                    <p:cTn id="143" fill="hold">
                      <p:stCondLst>
                        <p:cond delay="indefinite"/>
                      </p:stCondLst>
                      <p:childTnLst>
                        <p:par>
                          <p:cTn id="144" fill="hold">
                            <p:stCondLst>
                              <p:cond delay="0"/>
                            </p:stCondLst>
                            <p:childTnLst>
                              <p:par>
                                <p:cTn id="145" presetID="1" presetClass="exit" presetSubtype="0" fill="hold" grpId="5" nodeType="clickEffect">
                                  <p:stCondLst>
                                    <p:cond delay="0"/>
                                  </p:stCondLst>
                                  <p:childTnLst>
                                    <p:set>
                                      <p:cBhvr>
                                        <p:cTn id="146" dur="1" fill="hold">
                                          <p:stCondLst>
                                            <p:cond delay="0"/>
                                          </p:stCondLst>
                                        </p:cTn>
                                        <p:tgtEl>
                                          <p:spTgt spid="197"/>
                                        </p:tgtEl>
                                        <p:attrNameLst>
                                          <p:attrName>style.visibility</p:attrName>
                                        </p:attrNameLst>
                                      </p:cBhvr>
                                      <p:to>
                                        <p:strVal val="hidden"/>
                                      </p:to>
                                    </p:set>
                                  </p:childTnLst>
                                </p:cTn>
                              </p:par>
                              <p:par>
                                <p:cTn id="147" presetID="1" presetClass="entr" presetSubtype="0" fill="hold" grpId="2" nodeType="withEffect">
                                  <p:stCondLst>
                                    <p:cond delay="0"/>
                                  </p:stCondLst>
                                  <p:childTnLst>
                                    <p:set>
                                      <p:cBhvr>
                                        <p:cTn id="148" dur="1" fill="hold">
                                          <p:stCondLst>
                                            <p:cond delay="0"/>
                                          </p:stCondLst>
                                        </p:cTn>
                                        <p:tgtEl>
                                          <p:spTgt spid="185"/>
                                        </p:tgtEl>
                                        <p:attrNameLst>
                                          <p:attrName>style.visibility</p:attrName>
                                        </p:attrNameLst>
                                      </p:cBhvr>
                                      <p:to>
                                        <p:strVal val="visible"/>
                                      </p:to>
                                    </p:set>
                                  </p:childTnLst>
                                </p:cTn>
                              </p:par>
                              <p:par>
                                <p:cTn id="149" presetID="1" presetClass="exit" presetSubtype="0" fill="hold" grpId="1" nodeType="withEffect">
                                  <p:stCondLst>
                                    <p:cond delay="0"/>
                                  </p:stCondLst>
                                  <p:childTnLst>
                                    <p:set>
                                      <p:cBhvr>
                                        <p:cTn id="150" dur="1" fill="hold">
                                          <p:stCondLst>
                                            <p:cond delay="0"/>
                                          </p:stCondLst>
                                        </p:cTn>
                                        <p:tgtEl>
                                          <p:spTgt spid="13"/>
                                        </p:tgtEl>
                                        <p:attrNameLst>
                                          <p:attrName>style.visibility</p:attrName>
                                        </p:attrNameLst>
                                      </p:cBhvr>
                                      <p:to>
                                        <p:strVal val="hidden"/>
                                      </p:to>
                                    </p:set>
                                  </p:childTnLst>
                                </p:cTn>
                              </p:par>
                              <p:par>
                                <p:cTn id="151" presetID="1" presetClass="exit" presetSubtype="0" fill="hold" grpId="1" nodeType="withEffect">
                                  <p:stCondLst>
                                    <p:cond delay="0"/>
                                  </p:stCondLst>
                                  <p:childTnLst>
                                    <p:set>
                                      <p:cBhvr>
                                        <p:cTn id="152" dur="1" fill="hold">
                                          <p:stCondLst>
                                            <p:cond delay="0"/>
                                          </p:stCondLst>
                                        </p:cTn>
                                        <p:tgtEl>
                                          <p:spTgt spid="5"/>
                                        </p:tgtEl>
                                        <p:attrNameLst>
                                          <p:attrName>style.visibility</p:attrName>
                                        </p:attrNameLst>
                                      </p:cBhvr>
                                      <p:to>
                                        <p:strVal val="hidden"/>
                                      </p:to>
                                    </p:set>
                                  </p:childTnLst>
                                </p:cTn>
                              </p:par>
                            </p:childTnLst>
                          </p:cTn>
                        </p:par>
                      </p:childTnLst>
                    </p:cTn>
                  </p:par>
                  <p:par>
                    <p:cTn id="153" fill="hold">
                      <p:stCondLst>
                        <p:cond delay="indefinite"/>
                      </p:stCondLst>
                      <p:childTnLst>
                        <p:par>
                          <p:cTn id="154" fill="hold">
                            <p:stCondLst>
                              <p:cond delay="0"/>
                            </p:stCondLst>
                            <p:childTnLst>
                              <p:par>
                                <p:cTn id="155" presetID="1" presetClass="exit" presetSubtype="0" fill="hold" grpId="3" nodeType="clickEffect">
                                  <p:stCondLst>
                                    <p:cond delay="0"/>
                                  </p:stCondLst>
                                  <p:childTnLst>
                                    <p:set>
                                      <p:cBhvr>
                                        <p:cTn id="156" dur="1" fill="hold">
                                          <p:stCondLst>
                                            <p:cond delay="0"/>
                                          </p:stCondLst>
                                        </p:cTn>
                                        <p:tgtEl>
                                          <p:spTgt spid="185"/>
                                        </p:tgtEl>
                                        <p:attrNameLst>
                                          <p:attrName>style.visibility</p:attrName>
                                        </p:attrNameLst>
                                      </p:cBhvr>
                                      <p:to>
                                        <p:strVal val="hidden"/>
                                      </p:to>
                                    </p:set>
                                  </p:childTnLst>
                                </p:cTn>
                              </p:par>
                              <p:par>
                                <p:cTn id="157" presetID="1" presetClass="entr" presetSubtype="0" fill="hold" grpId="0" nodeType="withEffect">
                                  <p:stCondLst>
                                    <p:cond delay="0"/>
                                  </p:stCondLst>
                                  <p:childTnLst>
                                    <p:set>
                                      <p:cBhvr>
                                        <p:cTn id="158" dur="1" fill="hold">
                                          <p:stCondLst>
                                            <p:cond delay="0"/>
                                          </p:stCondLst>
                                        </p:cTn>
                                        <p:tgtEl>
                                          <p:spTgt spid="203"/>
                                        </p:tgtEl>
                                        <p:attrNameLst>
                                          <p:attrName>style.visibility</p:attrName>
                                        </p:attrNameLst>
                                      </p:cBhvr>
                                      <p:to>
                                        <p:strVal val="visible"/>
                                      </p:to>
                                    </p:set>
                                  </p:childTnLst>
                                </p:cTn>
                              </p:par>
                              <p:par>
                                <p:cTn id="159" presetID="1" presetClass="entr" presetSubtype="0" fill="hold" grpId="0" nodeType="withEffect">
                                  <p:stCondLst>
                                    <p:cond delay="0"/>
                                  </p:stCondLst>
                                  <p:childTnLst>
                                    <p:set>
                                      <p:cBhvr>
                                        <p:cTn id="160" dur="1" fill="hold">
                                          <p:stCondLst>
                                            <p:cond delay="0"/>
                                          </p:stCondLst>
                                        </p:cTn>
                                        <p:tgtEl>
                                          <p:spTgt spid="110"/>
                                        </p:tgtEl>
                                        <p:attrNameLst>
                                          <p:attrName>style.visibility</p:attrName>
                                        </p:attrNameLst>
                                      </p:cBhvr>
                                      <p:to>
                                        <p:strVal val="visible"/>
                                      </p:to>
                                    </p:set>
                                  </p:childTnLst>
                                </p:cTn>
                              </p:par>
                              <p:par>
                                <p:cTn id="161" presetID="1" presetClass="entr" presetSubtype="0" fill="hold" grpId="0" nodeType="withEffect">
                                  <p:stCondLst>
                                    <p:cond delay="0"/>
                                  </p:stCondLst>
                                  <p:childTnLst>
                                    <p:set>
                                      <p:cBhvr>
                                        <p:cTn id="162" dur="1" fill="hold">
                                          <p:stCondLst>
                                            <p:cond delay="0"/>
                                          </p:stCondLst>
                                        </p:cTn>
                                        <p:tgtEl>
                                          <p:spTgt spid="111"/>
                                        </p:tgtEl>
                                        <p:attrNameLst>
                                          <p:attrName>style.visibility</p:attrName>
                                        </p:attrNameLst>
                                      </p:cBhvr>
                                      <p:to>
                                        <p:strVal val="visible"/>
                                      </p:to>
                                    </p:set>
                                  </p:childTnLst>
                                </p:cTn>
                              </p:par>
                              <p:par>
                                <p:cTn id="163" presetID="1" presetClass="entr" presetSubtype="0" fill="hold" grpId="0" nodeType="withEffect">
                                  <p:stCondLst>
                                    <p:cond delay="0"/>
                                  </p:stCondLst>
                                  <p:childTnLst>
                                    <p:set>
                                      <p:cBhvr>
                                        <p:cTn id="164" dur="1" fill="hold">
                                          <p:stCondLst>
                                            <p:cond delay="0"/>
                                          </p:stCondLst>
                                        </p:cTn>
                                        <p:tgtEl>
                                          <p:spTgt spid="104"/>
                                        </p:tgtEl>
                                        <p:attrNameLst>
                                          <p:attrName>style.visibility</p:attrName>
                                        </p:attrNameLst>
                                      </p:cBhvr>
                                      <p:to>
                                        <p:strVal val="visible"/>
                                      </p:to>
                                    </p:set>
                                  </p:childTnLst>
                                </p:cTn>
                              </p:par>
                            </p:childTnLst>
                          </p:cTn>
                        </p:par>
                      </p:childTnLst>
                    </p:cTn>
                  </p:par>
                  <p:par>
                    <p:cTn id="165" fill="hold">
                      <p:stCondLst>
                        <p:cond delay="indefinite"/>
                      </p:stCondLst>
                      <p:childTnLst>
                        <p:par>
                          <p:cTn id="166" fill="hold">
                            <p:stCondLst>
                              <p:cond delay="0"/>
                            </p:stCondLst>
                            <p:childTnLst>
                              <p:par>
                                <p:cTn id="167" presetID="1" presetClass="exit" presetSubtype="0" fill="hold" grpId="1" nodeType="clickEffect">
                                  <p:stCondLst>
                                    <p:cond delay="0"/>
                                  </p:stCondLst>
                                  <p:childTnLst>
                                    <p:set>
                                      <p:cBhvr>
                                        <p:cTn id="168" dur="1" fill="hold">
                                          <p:stCondLst>
                                            <p:cond delay="0"/>
                                          </p:stCondLst>
                                        </p:cTn>
                                        <p:tgtEl>
                                          <p:spTgt spid="203"/>
                                        </p:tgtEl>
                                        <p:attrNameLst>
                                          <p:attrName>style.visibility</p:attrName>
                                        </p:attrNameLst>
                                      </p:cBhvr>
                                      <p:to>
                                        <p:strVal val="hidden"/>
                                      </p:to>
                                    </p:set>
                                  </p:childTnLst>
                                </p:cTn>
                              </p:par>
                              <p:par>
                                <p:cTn id="169" presetID="1" presetClass="entr" presetSubtype="0" fill="hold" grpId="0" nodeType="withEffect">
                                  <p:stCondLst>
                                    <p:cond delay="0"/>
                                  </p:stCondLst>
                                  <p:childTnLst>
                                    <p:set>
                                      <p:cBhvr>
                                        <p:cTn id="170" dur="1" fill="hold">
                                          <p:stCondLst>
                                            <p:cond delay="0"/>
                                          </p:stCondLst>
                                        </p:cTn>
                                        <p:tgtEl>
                                          <p:spTgt spid="190"/>
                                        </p:tgtEl>
                                        <p:attrNameLst>
                                          <p:attrName>style.visibility</p:attrName>
                                        </p:attrNameLst>
                                      </p:cBhvr>
                                      <p:to>
                                        <p:strVal val="visible"/>
                                      </p:to>
                                    </p:set>
                                  </p:childTnLst>
                                </p:cTn>
                              </p:par>
                            </p:childTnLst>
                          </p:cTn>
                        </p:par>
                      </p:childTnLst>
                    </p:cTn>
                  </p:par>
                  <p:par>
                    <p:cTn id="171" fill="hold">
                      <p:stCondLst>
                        <p:cond delay="indefinite"/>
                      </p:stCondLst>
                      <p:childTnLst>
                        <p:par>
                          <p:cTn id="172" fill="hold">
                            <p:stCondLst>
                              <p:cond delay="0"/>
                            </p:stCondLst>
                            <p:childTnLst>
                              <p:par>
                                <p:cTn id="173" presetID="1" presetClass="exit" presetSubtype="0" fill="hold" grpId="1" nodeType="clickEffect">
                                  <p:stCondLst>
                                    <p:cond delay="0"/>
                                  </p:stCondLst>
                                  <p:childTnLst>
                                    <p:set>
                                      <p:cBhvr>
                                        <p:cTn id="174" dur="1" fill="hold">
                                          <p:stCondLst>
                                            <p:cond delay="0"/>
                                          </p:stCondLst>
                                        </p:cTn>
                                        <p:tgtEl>
                                          <p:spTgt spid="190"/>
                                        </p:tgtEl>
                                        <p:attrNameLst>
                                          <p:attrName>style.visibility</p:attrName>
                                        </p:attrNameLst>
                                      </p:cBhvr>
                                      <p:to>
                                        <p:strVal val="hidden"/>
                                      </p:to>
                                    </p:set>
                                  </p:childTnLst>
                                </p:cTn>
                              </p:par>
                              <p:par>
                                <p:cTn id="175" presetID="1" presetClass="entr" presetSubtype="0" fill="hold" grpId="2" nodeType="withEffect">
                                  <p:stCondLst>
                                    <p:cond delay="0"/>
                                  </p:stCondLst>
                                  <p:childTnLst>
                                    <p:set>
                                      <p:cBhvr>
                                        <p:cTn id="176" dur="1" fill="hold">
                                          <p:stCondLst>
                                            <p:cond delay="0"/>
                                          </p:stCondLst>
                                        </p:cTn>
                                        <p:tgtEl>
                                          <p:spTgt spid="203"/>
                                        </p:tgtEl>
                                        <p:attrNameLst>
                                          <p:attrName>style.visibility</p:attrName>
                                        </p:attrNameLst>
                                      </p:cBhvr>
                                      <p:to>
                                        <p:strVal val="visible"/>
                                      </p:to>
                                    </p:set>
                                  </p:childTnLst>
                                </p:cTn>
                              </p:par>
                              <p:par>
                                <p:cTn id="177" presetID="1" presetClass="entr" presetSubtype="0" fill="hold" grpId="0" nodeType="withEffect">
                                  <p:stCondLst>
                                    <p:cond delay="0"/>
                                  </p:stCondLst>
                                  <p:childTnLst>
                                    <p:set>
                                      <p:cBhvr>
                                        <p:cTn id="178" dur="1" fill="hold">
                                          <p:stCondLst>
                                            <p:cond delay="0"/>
                                          </p:stCondLst>
                                        </p:cTn>
                                        <p:tgtEl>
                                          <p:spTgt spid="9"/>
                                        </p:tgtEl>
                                        <p:attrNameLst>
                                          <p:attrName>style.visibility</p:attrName>
                                        </p:attrNameLst>
                                      </p:cBhvr>
                                      <p:to>
                                        <p:strVal val="visible"/>
                                      </p:to>
                                    </p:set>
                                  </p:childTnLst>
                                </p:cTn>
                              </p:par>
                              <p:par>
                                <p:cTn id="179" presetID="1" presetClass="exit" presetSubtype="0" fill="hold" grpId="1" nodeType="withEffect">
                                  <p:stCondLst>
                                    <p:cond delay="0"/>
                                  </p:stCondLst>
                                  <p:childTnLst>
                                    <p:set>
                                      <p:cBhvr>
                                        <p:cTn id="180" dur="1" fill="hold">
                                          <p:stCondLst>
                                            <p:cond delay="0"/>
                                          </p:stCondLst>
                                        </p:cTn>
                                        <p:tgtEl>
                                          <p:spTgt spid="110"/>
                                        </p:tgtEl>
                                        <p:attrNameLst>
                                          <p:attrName>style.visibility</p:attrName>
                                        </p:attrNameLst>
                                      </p:cBhvr>
                                      <p:to>
                                        <p:strVal val="hidden"/>
                                      </p:to>
                                    </p:set>
                                  </p:childTnLst>
                                </p:cTn>
                              </p:par>
                              <p:par>
                                <p:cTn id="181" presetID="1" presetClass="entr" presetSubtype="0" fill="hold" grpId="0" nodeType="withEffect">
                                  <p:stCondLst>
                                    <p:cond delay="0"/>
                                  </p:stCondLst>
                                  <p:childTnLst>
                                    <p:set>
                                      <p:cBhvr>
                                        <p:cTn id="182" dur="1" fill="hold">
                                          <p:stCondLst>
                                            <p:cond delay="0"/>
                                          </p:stCondLst>
                                        </p:cTn>
                                        <p:tgtEl>
                                          <p:spTgt spid="11"/>
                                        </p:tgtEl>
                                        <p:attrNameLst>
                                          <p:attrName>style.visibility</p:attrName>
                                        </p:attrNameLst>
                                      </p:cBhvr>
                                      <p:to>
                                        <p:strVal val="visible"/>
                                      </p:to>
                                    </p:set>
                                  </p:childTnLst>
                                </p:cTn>
                              </p:par>
                            </p:childTnLst>
                          </p:cTn>
                        </p:par>
                      </p:childTnLst>
                    </p:cTn>
                  </p:par>
                  <p:par>
                    <p:cTn id="183" fill="hold">
                      <p:stCondLst>
                        <p:cond delay="indefinite"/>
                      </p:stCondLst>
                      <p:childTnLst>
                        <p:par>
                          <p:cTn id="184" fill="hold">
                            <p:stCondLst>
                              <p:cond delay="0"/>
                            </p:stCondLst>
                            <p:childTnLst>
                              <p:par>
                                <p:cTn id="185" presetID="1" presetClass="entr" presetSubtype="0" fill="hold" grpId="0" nodeType="clickEffect">
                                  <p:stCondLst>
                                    <p:cond delay="0"/>
                                  </p:stCondLst>
                                  <p:childTnLst>
                                    <p:set>
                                      <p:cBhvr>
                                        <p:cTn id="186" dur="1" fill="hold">
                                          <p:stCondLst>
                                            <p:cond delay="0"/>
                                          </p:stCondLst>
                                        </p:cTn>
                                        <p:tgtEl>
                                          <p:spTgt spid="114"/>
                                        </p:tgtEl>
                                        <p:attrNameLst>
                                          <p:attrName>style.visibility</p:attrName>
                                        </p:attrNameLst>
                                      </p:cBhvr>
                                      <p:to>
                                        <p:strVal val="visible"/>
                                      </p:to>
                                    </p:set>
                                  </p:childTnLst>
                                </p:cTn>
                              </p:par>
                              <p:par>
                                <p:cTn id="187" presetID="1" presetClass="entr" presetSubtype="0" fill="hold" grpId="0" nodeType="withEffect">
                                  <p:stCondLst>
                                    <p:cond delay="0"/>
                                  </p:stCondLst>
                                  <p:childTnLst>
                                    <p:set>
                                      <p:cBhvr>
                                        <p:cTn id="188" dur="1" fill="hold">
                                          <p:stCondLst>
                                            <p:cond delay="0"/>
                                          </p:stCondLst>
                                        </p:cTn>
                                        <p:tgtEl>
                                          <p:spTgt spid="115"/>
                                        </p:tgtEl>
                                        <p:attrNameLst>
                                          <p:attrName>style.visibility</p:attrName>
                                        </p:attrNameLst>
                                      </p:cBhvr>
                                      <p:to>
                                        <p:strVal val="visible"/>
                                      </p:to>
                                    </p:set>
                                  </p:childTnLst>
                                </p:cTn>
                              </p:par>
                            </p:childTnLst>
                          </p:cTn>
                        </p:par>
                      </p:childTnLst>
                    </p:cTn>
                  </p:par>
                  <p:par>
                    <p:cTn id="189" fill="hold">
                      <p:stCondLst>
                        <p:cond delay="indefinite"/>
                      </p:stCondLst>
                      <p:childTnLst>
                        <p:par>
                          <p:cTn id="190" fill="hold">
                            <p:stCondLst>
                              <p:cond delay="0"/>
                            </p:stCondLst>
                            <p:childTnLst>
                              <p:par>
                                <p:cTn id="191" presetID="1" presetClass="exit" presetSubtype="0" fill="hold" grpId="1" nodeType="clickEffect">
                                  <p:stCondLst>
                                    <p:cond delay="0"/>
                                  </p:stCondLst>
                                  <p:childTnLst>
                                    <p:set>
                                      <p:cBhvr>
                                        <p:cTn id="192" dur="1" fill="hold">
                                          <p:stCondLst>
                                            <p:cond delay="0"/>
                                          </p:stCondLst>
                                        </p:cTn>
                                        <p:tgtEl>
                                          <p:spTgt spid="114"/>
                                        </p:tgtEl>
                                        <p:attrNameLst>
                                          <p:attrName>style.visibility</p:attrName>
                                        </p:attrNameLst>
                                      </p:cBhvr>
                                      <p:to>
                                        <p:strVal val="hidden"/>
                                      </p:to>
                                    </p:set>
                                  </p:childTnLst>
                                </p:cTn>
                              </p:par>
                              <p:par>
                                <p:cTn id="193" presetID="1" presetClass="exit" presetSubtype="0" fill="hold" grpId="1" nodeType="withEffect">
                                  <p:stCondLst>
                                    <p:cond delay="0"/>
                                  </p:stCondLst>
                                  <p:childTnLst>
                                    <p:set>
                                      <p:cBhvr>
                                        <p:cTn id="194" dur="1" fill="hold">
                                          <p:stCondLst>
                                            <p:cond delay="0"/>
                                          </p:stCondLst>
                                        </p:cTn>
                                        <p:tgtEl>
                                          <p:spTgt spid="115"/>
                                        </p:tgtEl>
                                        <p:attrNameLst>
                                          <p:attrName>style.visibility</p:attrName>
                                        </p:attrNameLst>
                                      </p:cBhvr>
                                      <p:to>
                                        <p:strVal val="hidden"/>
                                      </p:to>
                                    </p:set>
                                  </p:childTnLst>
                                </p:cTn>
                              </p:par>
                              <p:par>
                                <p:cTn id="195" presetID="1" presetClass="entr" presetSubtype="0" fill="hold" grpId="0" nodeType="withEffect">
                                  <p:stCondLst>
                                    <p:cond delay="0"/>
                                  </p:stCondLst>
                                  <p:childTnLst>
                                    <p:set>
                                      <p:cBhvr>
                                        <p:cTn id="196" dur="1" fill="hold">
                                          <p:stCondLst>
                                            <p:cond delay="0"/>
                                          </p:stCondLst>
                                        </p:cTn>
                                        <p:tgtEl>
                                          <p:spTgt spid="145"/>
                                        </p:tgtEl>
                                        <p:attrNameLst>
                                          <p:attrName>style.visibility</p:attrName>
                                        </p:attrNameLst>
                                      </p:cBhvr>
                                      <p:to>
                                        <p:strVal val="visible"/>
                                      </p:to>
                                    </p:set>
                                  </p:childTnLst>
                                </p:cTn>
                              </p:par>
                              <p:par>
                                <p:cTn id="197" presetID="1" presetClass="entr" presetSubtype="0" fill="hold" grpId="0" nodeType="withEffect">
                                  <p:stCondLst>
                                    <p:cond delay="0"/>
                                  </p:stCondLst>
                                  <p:childTnLst>
                                    <p:set>
                                      <p:cBhvr>
                                        <p:cTn id="198" dur="1" fill="hold">
                                          <p:stCondLst>
                                            <p:cond delay="0"/>
                                          </p:stCondLst>
                                        </p:cTn>
                                        <p:tgtEl>
                                          <p:spTgt spid="14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animBg="1"/>
      <p:bldP spid="4" grpId="0"/>
      <p:bldP spid="4" grpId="1"/>
      <p:bldP spid="141" grpId="0"/>
      <p:bldP spid="142" grpId="0"/>
      <p:bldP spid="145" grpId="0"/>
      <p:bldP spid="164" grpId="0"/>
      <p:bldP spid="165" grpId="0" animBg="1"/>
      <p:bldP spid="176" grpId="0"/>
      <p:bldP spid="176" grpId="1"/>
      <p:bldP spid="179" grpId="0" animBg="1"/>
      <p:bldP spid="179" grpId="1" animBg="1"/>
      <p:bldP spid="179" grpId="2" animBg="1"/>
      <p:bldP spid="179" grpId="3" animBg="1"/>
      <p:bldP spid="179" grpId="4" animBg="1"/>
      <p:bldP spid="179" grpId="5" animBg="1"/>
      <p:bldP spid="179" grpId="6" animBg="1"/>
      <p:bldP spid="179" grpId="7" animBg="1"/>
      <p:bldP spid="179" grpId="8" animBg="1"/>
      <p:bldP spid="179" grpId="9" animBg="1"/>
      <p:bldP spid="180" grpId="0" animBg="1"/>
      <p:bldP spid="180" grpId="1" animBg="1"/>
      <p:bldP spid="183" grpId="0"/>
      <p:bldP spid="183" grpId="1"/>
      <p:bldP spid="185" grpId="0" animBg="1"/>
      <p:bldP spid="185" grpId="1" animBg="1"/>
      <p:bldP spid="185" grpId="2" animBg="1"/>
      <p:bldP spid="185" grpId="3" animBg="1"/>
      <p:bldP spid="186" grpId="0" animBg="1"/>
      <p:bldP spid="186" grpId="1" animBg="1"/>
      <p:bldP spid="187" grpId="0"/>
      <p:bldP spid="187" grpId="1"/>
      <p:bldP spid="187" grpId="2"/>
      <p:bldP spid="188" grpId="0"/>
      <p:bldP spid="189" grpId="0" animBg="1"/>
      <p:bldP spid="189" grpId="1" animBg="1"/>
      <p:bldP spid="190" grpId="0" animBg="1"/>
      <p:bldP spid="190" grpId="1" animBg="1"/>
      <p:bldP spid="191" grpId="0"/>
      <p:bldP spid="192" grpId="0"/>
      <p:bldP spid="195" grpId="0"/>
      <p:bldP spid="196" grpId="0"/>
      <p:bldP spid="197" grpId="0" animBg="1"/>
      <p:bldP spid="197" grpId="1" animBg="1"/>
      <p:bldP spid="197" grpId="2" animBg="1"/>
      <p:bldP spid="197" grpId="3" animBg="1"/>
      <p:bldP spid="197" grpId="4" animBg="1"/>
      <p:bldP spid="197" grpId="5" animBg="1"/>
      <p:bldP spid="198" grpId="0" animBg="1"/>
      <p:bldP spid="198" grpId="1" animBg="1"/>
      <p:bldP spid="200" grpId="0"/>
      <p:bldP spid="200" grpId="1"/>
      <p:bldP spid="201" grpId="0" animBg="1"/>
      <p:bldP spid="201" grpId="1" animBg="1"/>
      <p:bldP spid="203" grpId="0" animBg="1"/>
      <p:bldP spid="203" grpId="1" animBg="1"/>
      <p:bldP spid="203" grpId="2" animBg="1"/>
      <p:bldP spid="204" grpId="0"/>
      <p:bldP spid="206" grpId="0"/>
      <p:bldP spid="206" grpId="1"/>
      <p:bldP spid="207" grpId="0"/>
      <p:bldP spid="13" grpId="0" animBg="1"/>
      <p:bldP spid="13" grpId="1" animBg="1"/>
      <p:bldP spid="5" grpId="0"/>
      <p:bldP spid="5" grpId="1"/>
      <p:bldP spid="104" grpId="0"/>
      <p:bldP spid="110" grpId="0"/>
      <p:bldP spid="110" grpId="1"/>
      <p:bldP spid="111" grpId="0" animBg="1"/>
      <p:bldP spid="9" grpId="0"/>
      <p:bldP spid="11" grpId="0"/>
      <p:bldP spid="114" grpId="0" animBg="1"/>
      <p:bldP spid="114" grpId="1" animBg="1"/>
      <p:bldP spid="115" grpId="0"/>
      <p:bldP spid="115" grpId="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 name="Text 1">
            <a:extLst>
              <a:ext uri="{FF2B5EF4-FFF2-40B4-BE49-F238E27FC236}">
                <a16:creationId xmlns:a16="http://schemas.microsoft.com/office/drawing/2014/main" id="{5F5D752B-D806-88E3-01A5-C678503BCFF6}"/>
              </a:ext>
            </a:extLst>
          </p:cNvPr>
          <p:cNvSpPr/>
          <p:nvPr/>
        </p:nvSpPr>
        <p:spPr>
          <a:xfrm>
            <a:off x="409575" y="255854"/>
            <a:ext cx="11695828" cy="982916"/>
          </a:xfrm>
          <a:prstGeom prst="rect">
            <a:avLst/>
          </a:prstGeom>
          <a:noFill/>
          <a:ln/>
        </p:spPr>
        <p:txBody>
          <a:bodyPr wrap="square" lIns="0" tIns="0" rIns="0" bIns="0" rtlCol="0" anchor="t"/>
          <a:lstStyle/>
          <a:p>
            <a:pPr>
              <a:lnSpc>
                <a:spcPts val="6375"/>
              </a:lnSpc>
            </a:pPr>
            <a:r>
              <a:rPr lang="en-US" sz="4000" dirty="0" err="1">
                <a:solidFill>
                  <a:srgbClr val="00002E"/>
                </a:solidFill>
                <a:latin typeface="Nunito" pitchFamily="34" charset="0"/>
              </a:rPr>
              <a:t>Aktivitet</a:t>
            </a:r>
            <a:r>
              <a:rPr lang="en-US" sz="4000" dirty="0">
                <a:solidFill>
                  <a:srgbClr val="00002E"/>
                </a:solidFill>
                <a:latin typeface="Nunito" pitchFamily="34" charset="0"/>
              </a:rPr>
              <a:t> – </a:t>
            </a:r>
            <a:r>
              <a:rPr lang="en-US" sz="4000" dirty="0" err="1">
                <a:solidFill>
                  <a:srgbClr val="00002E"/>
                </a:solidFill>
                <a:latin typeface="Nunito" pitchFamily="34" charset="0"/>
              </a:rPr>
              <a:t>Vilka</a:t>
            </a:r>
            <a:r>
              <a:rPr lang="en-US" sz="4000" dirty="0">
                <a:solidFill>
                  <a:srgbClr val="00002E"/>
                </a:solidFill>
                <a:latin typeface="Nunito" pitchFamily="34" charset="0"/>
              </a:rPr>
              <a:t> </a:t>
            </a:r>
            <a:r>
              <a:rPr lang="en-US" sz="4000" dirty="0" err="1">
                <a:solidFill>
                  <a:srgbClr val="00002E"/>
                </a:solidFill>
                <a:latin typeface="Nunito" pitchFamily="34" charset="0"/>
              </a:rPr>
              <a:t>grenar</a:t>
            </a:r>
            <a:r>
              <a:rPr lang="en-US" sz="4000" dirty="0">
                <a:solidFill>
                  <a:srgbClr val="00002E"/>
                </a:solidFill>
                <a:latin typeface="Nunito" pitchFamily="34" charset="0"/>
              </a:rPr>
              <a:t> </a:t>
            </a:r>
            <a:r>
              <a:rPr lang="en-US" sz="4000" dirty="0" err="1">
                <a:solidFill>
                  <a:srgbClr val="00002E"/>
                </a:solidFill>
                <a:latin typeface="Nunito" pitchFamily="34" charset="0"/>
              </a:rPr>
              <a:t>kan</a:t>
            </a:r>
            <a:r>
              <a:rPr lang="en-US" sz="4000" dirty="0">
                <a:solidFill>
                  <a:srgbClr val="00002E"/>
                </a:solidFill>
                <a:latin typeface="Nunito" pitchFamily="34" charset="0"/>
              </a:rPr>
              <a:t> </a:t>
            </a:r>
            <a:r>
              <a:rPr lang="en-US" sz="4000" dirty="0" err="1">
                <a:solidFill>
                  <a:srgbClr val="00002E"/>
                </a:solidFill>
                <a:latin typeface="Nunito" pitchFamily="34" charset="0"/>
              </a:rPr>
              <a:t>beskäras</a:t>
            </a:r>
            <a:r>
              <a:rPr lang="en-US" sz="4000" dirty="0">
                <a:solidFill>
                  <a:srgbClr val="00002E"/>
                </a:solidFill>
                <a:latin typeface="Nunito" pitchFamily="34" charset="0"/>
              </a:rPr>
              <a:t>?</a:t>
            </a:r>
            <a:endParaRPr lang="en-US" sz="4000" dirty="0"/>
          </a:p>
        </p:txBody>
      </p:sp>
      <p:cxnSp>
        <p:nvCxnSpPr>
          <p:cNvPr id="110" name="Rak pilkoppling 109">
            <a:extLst>
              <a:ext uri="{FF2B5EF4-FFF2-40B4-BE49-F238E27FC236}">
                <a16:creationId xmlns:a16="http://schemas.microsoft.com/office/drawing/2014/main" id="{E77A9F06-13CC-E553-B787-F261357C301E}"/>
              </a:ext>
            </a:extLst>
          </p:cNvPr>
          <p:cNvCxnSpPr>
            <a:cxnSpLocks/>
          </p:cNvCxnSpPr>
          <p:nvPr/>
        </p:nvCxnSpPr>
        <p:spPr>
          <a:xfrm>
            <a:off x="6003704" y="1929699"/>
            <a:ext cx="2683670" cy="742832"/>
          </a:xfrm>
          <a:prstGeom prst="straightConnector1">
            <a:avLst/>
          </a:prstGeom>
          <a:ln w="19050">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111" name="Rak pilkoppling 110">
            <a:extLst>
              <a:ext uri="{FF2B5EF4-FFF2-40B4-BE49-F238E27FC236}">
                <a16:creationId xmlns:a16="http://schemas.microsoft.com/office/drawing/2014/main" id="{1C13623E-6D64-BD9E-BDE6-0B45B0E7158F}"/>
              </a:ext>
            </a:extLst>
          </p:cNvPr>
          <p:cNvCxnSpPr>
            <a:cxnSpLocks/>
          </p:cNvCxnSpPr>
          <p:nvPr/>
        </p:nvCxnSpPr>
        <p:spPr>
          <a:xfrm flipH="1">
            <a:off x="3318654" y="1929699"/>
            <a:ext cx="2685050" cy="733307"/>
          </a:xfrm>
          <a:prstGeom prst="straightConnector1">
            <a:avLst/>
          </a:prstGeom>
          <a:ln w="19050">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114" name="Rak pilkoppling 113">
            <a:extLst>
              <a:ext uri="{FF2B5EF4-FFF2-40B4-BE49-F238E27FC236}">
                <a16:creationId xmlns:a16="http://schemas.microsoft.com/office/drawing/2014/main" id="{709CC7C2-F339-FE24-44FE-85714D6C8B93}"/>
              </a:ext>
            </a:extLst>
          </p:cNvPr>
          <p:cNvCxnSpPr>
            <a:cxnSpLocks/>
          </p:cNvCxnSpPr>
          <p:nvPr/>
        </p:nvCxnSpPr>
        <p:spPr>
          <a:xfrm flipH="1">
            <a:off x="1802261" y="3135915"/>
            <a:ext cx="1119148" cy="849903"/>
          </a:xfrm>
          <a:prstGeom prst="straightConnector1">
            <a:avLst/>
          </a:prstGeom>
          <a:ln w="19050">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115" name="Rak pilkoppling 114">
            <a:extLst>
              <a:ext uri="{FF2B5EF4-FFF2-40B4-BE49-F238E27FC236}">
                <a16:creationId xmlns:a16="http://schemas.microsoft.com/office/drawing/2014/main" id="{F38A4BFB-0608-F7A1-E35B-CC568669A7D1}"/>
              </a:ext>
            </a:extLst>
          </p:cNvPr>
          <p:cNvCxnSpPr>
            <a:cxnSpLocks/>
          </p:cNvCxnSpPr>
          <p:nvPr/>
        </p:nvCxnSpPr>
        <p:spPr>
          <a:xfrm>
            <a:off x="2921409" y="3135915"/>
            <a:ext cx="1078621" cy="870431"/>
          </a:xfrm>
          <a:prstGeom prst="straightConnector1">
            <a:avLst/>
          </a:prstGeom>
          <a:ln w="19050">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116" name="Rak pilkoppling 115">
            <a:extLst>
              <a:ext uri="{FF2B5EF4-FFF2-40B4-BE49-F238E27FC236}">
                <a16:creationId xmlns:a16="http://schemas.microsoft.com/office/drawing/2014/main" id="{EA64C406-AC94-A35A-0253-C5B8CBA1BAFB}"/>
              </a:ext>
            </a:extLst>
          </p:cNvPr>
          <p:cNvCxnSpPr>
            <a:cxnSpLocks/>
          </p:cNvCxnSpPr>
          <p:nvPr/>
        </p:nvCxnSpPr>
        <p:spPr>
          <a:xfrm flipH="1">
            <a:off x="8040909" y="3250644"/>
            <a:ext cx="1000125" cy="804514"/>
          </a:xfrm>
          <a:prstGeom prst="straightConnector1">
            <a:avLst/>
          </a:prstGeom>
          <a:ln w="19050">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117" name="Rak pilkoppling 116">
            <a:extLst>
              <a:ext uri="{FF2B5EF4-FFF2-40B4-BE49-F238E27FC236}">
                <a16:creationId xmlns:a16="http://schemas.microsoft.com/office/drawing/2014/main" id="{8CD98AED-D49D-4B79-685F-EFE56ADA1035}"/>
              </a:ext>
            </a:extLst>
          </p:cNvPr>
          <p:cNvCxnSpPr>
            <a:cxnSpLocks/>
          </p:cNvCxnSpPr>
          <p:nvPr/>
        </p:nvCxnSpPr>
        <p:spPr>
          <a:xfrm>
            <a:off x="9041034" y="3250644"/>
            <a:ext cx="1055702" cy="804514"/>
          </a:xfrm>
          <a:prstGeom prst="straightConnector1">
            <a:avLst/>
          </a:prstGeom>
          <a:ln w="19050">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118" name="Rak pilkoppling 117">
            <a:extLst>
              <a:ext uri="{FF2B5EF4-FFF2-40B4-BE49-F238E27FC236}">
                <a16:creationId xmlns:a16="http://schemas.microsoft.com/office/drawing/2014/main" id="{C6F5A18D-994F-4171-D3E8-0A683A7BA1A4}"/>
              </a:ext>
            </a:extLst>
          </p:cNvPr>
          <p:cNvCxnSpPr>
            <a:cxnSpLocks/>
          </p:cNvCxnSpPr>
          <p:nvPr/>
        </p:nvCxnSpPr>
        <p:spPr>
          <a:xfrm>
            <a:off x="1591014" y="4713461"/>
            <a:ext cx="740901" cy="1197885"/>
          </a:xfrm>
          <a:prstGeom prst="straightConnector1">
            <a:avLst/>
          </a:prstGeom>
          <a:ln w="19050">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122" name="Rak pilkoppling 121">
            <a:extLst>
              <a:ext uri="{FF2B5EF4-FFF2-40B4-BE49-F238E27FC236}">
                <a16:creationId xmlns:a16="http://schemas.microsoft.com/office/drawing/2014/main" id="{965214A9-34A6-5DD9-8C88-D7131E0531EE}"/>
              </a:ext>
            </a:extLst>
          </p:cNvPr>
          <p:cNvCxnSpPr>
            <a:cxnSpLocks/>
          </p:cNvCxnSpPr>
          <p:nvPr/>
        </p:nvCxnSpPr>
        <p:spPr>
          <a:xfrm>
            <a:off x="4216959" y="4653288"/>
            <a:ext cx="614875" cy="1279197"/>
          </a:xfrm>
          <a:prstGeom prst="straightConnector1">
            <a:avLst/>
          </a:prstGeom>
          <a:ln w="19050">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125" name="Rak pilkoppling 124">
            <a:extLst>
              <a:ext uri="{FF2B5EF4-FFF2-40B4-BE49-F238E27FC236}">
                <a16:creationId xmlns:a16="http://schemas.microsoft.com/office/drawing/2014/main" id="{6F988C6D-F45A-79A4-F70F-3DFA3856F9C0}"/>
              </a:ext>
            </a:extLst>
          </p:cNvPr>
          <p:cNvCxnSpPr>
            <a:cxnSpLocks/>
          </p:cNvCxnSpPr>
          <p:nvPr/>
        </p:nvCxnSpPr>
        <p:spPr>
          <a:xfrm flipH="1">
            <a:off x="3849383" y="4653288"/>
            <a:ext cx="367576" cy="1258058"/>
          </a:xfrm>
          <a:prstGeom prst="straightConnector1">
            <a:avLst/>
          </a:prstGeom>
          <a:ln w="19050">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126" name="Rak pilkoppling 125">
            <a:extLst>
              <a:ext uri="{FF2B5EF4-FFF2-40B4-BE49-F238E27FC236}">
                <a16:creationId xmlns:a16="http://schemas.microsoft.com/office/drawing/2014/main" id="{72F907F0-4B93-EC47-FD98-6D8C74E06D8B}"/>
              </a:ext>
            </a:extLst>
          </p:cNvPr>
          <p:cNvCxnSpPr>
            <a:cxnSpLocks/>
          </p:cNvCxnSpPr>
          <p:nvPr/>
        </p:nvCxnSpPr>
        <p:spPr>
          <a:xfrm flipH="1">
            <a:off x="970266" y="4713461"/>
            <a:ext cx="620606" cy="1132171"/>
          </a:xfrm>
          <a:prstGeom prst="straightConnector1">
            <a:avLst/>
          </a:prstGeom>
          <a:ln w="19050">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127" name="Rak pilkoppling 126">
            <a:extLst>
              <a:ext uri="{FF2B5EF4-FFF2-40B4-BE49-F238E27FC236}">
                <a16:creationId xmlns:a16="http://schemas.microsoft.com/office/drawing/2014/main" id="{DDEDA4E8-2DF1-6CDE-E21D-B8DCAD565C91}"/>
              </a:ext>
            </a:extLst>
          </p:cNvPr>
          <p:cNvCxnSpPr>
            <a:cxnSpLocks/>
          </p:cNvCxnSpPr>
          <p:nvPr/>
        </p:nvCxnSpPr>
        <p:spPr>
          <a:xfrm>
            <a:off x="7695395" y="4632149"/>
            <a:ext cx="614875" cy="1279197"/>
          </a:xfrm>
          <a:prstGeom prst="straightConnector1">
            <a:avLst/>
          </a:prstGeom>
          <a:ln w="19050">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128" name="Rak pilkoppling 127">
            <a:extLst>
              <a:ext uri="{FF2B5EF4-FFF2-40B4-BE49-F238E27FC236}">
                <a16:creationId xmlns:a16="http://schemas.microsoft.com/office/drawing/2014/main" id="{C2E5BC40-10A4-022B-24E0-4142DAA38100}"/>
              </a:ext>
            </a:extLst>
          </p:cNvPr>
          <p:cNvCxnSpPr>
            <a:cxnSpLocks/>
          </p:cNvCxnSpPr>
          <p:nvPr/>
        </p:nvCxnSpPr>
        <p:spPr>
          <a:xfrm flipH="1">
            <a:off x="7327819" y="4632149"/>
            <a:ext cx="367576" cy="1258058"/>
          </a:xfrm>
          <a:prstGeom prst="straightConnector1">
            <a:avLst/>
          </a:prstGeom>
          <a:ln w="19050">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131" name="Rak pilkoppling 130">
            <a:extLst>
              <a:ext uri="{FF2B5EF4-FFF2-40B4-BE49-F238E27FC236}">
                <a16:creationId xmlns:a16="http://schemas.microsoft.com/office/drawing/2014/main" id="{9E49AF9A-A25C-7024-8E6E-0145CB986AD4}"/>
              </a:ext>
            </a:extLst>
          </p:cNvPr>
          <p:cNvCxnSpPr>
            <a:cxnSpLocks/>
          </p:cNvCxnSpPr>
          <p:nvPr/>
        </p:nvCxnSpPr>
        <p:spPr>
          <a:xfrm>
            <a:off x="10364845" y="4692419"/>
            <a:ext cx="614875" cy="1279197"/>
          </a:xfrm>
          <a:prstGeom prst="straightConnector1">
            <a:avLst/>
          </a:prstGeom>
          <a:ln w="19050">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132" name="Rak pilkoppling 131">
            <a:extLst>
              <a:ext uri="{FF2B5EF4-FFF2-40B4-BE49-F238E27FC236}">
                <a16:creationId xmlns:a16="http://schemas.microsoft.com/office/drawing/2014/main" id="{336F55C1-0D6E-510C-DD63-D5A45CD520E8}"/>
              </a:ext>
            </a:extLst>
          </p:cNvPr>
          <p:cNvCxnSpPr>
            <a:cxnSpLocks/>
          </p:cNvCxnSpPr>
          <p:nvPr/>
        </p:nvCxnSpPr>
        <p:spPr>
          <a:xfrm flipH="1">
            <a:off x="9997269" y="4692419"/>
            <a:ext cx="367576" cy="1258058"/>
          </a:xfrm>
          <a:prstGeom prst="straightConnector1">
            <a:avLst/>
          </a:prstGeom>
          <a:ln w="19050">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143" name="Likbent triangel 142">
            <a:extLst>
              <a:ext uri="{FF2B5EF4-FFF2-40B4-BE49-F238E27FC236}">
                <a16:creationId xmlns:a16="http://schemas.microsoft.com/office/drawing/2014/main" id="{4994FBB2-165A-987E-4F90-8B99A8A92364}"/>
              </a:ext>
            </a:extLst>
          </p:cNvPr>
          <p:cNvSpPr/>
          <p:nvPr/>
        </p:nvSpPr>
        <p:spPr>
          <a:xfrm rot="10800000">
            <a:off x="2484773" y="2517683"/>
            <a:ext cx="819150" cy="742950"/>
          </a:xfrm>
          <a:prstGeom prst="triangle">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46" name="Likbent triangel 145">
            <a:extLst>
              <a:ext uri="{FF2B5EF4-FFF2-40B4-BE49-F238E27FC236}">
                <a16:creationId xmlns:a16="http://schemas.microsoft.com/office/drawing/2014/main" id="{183F0B26-9472-0E95-F5CB-EE448DE52FEA}"/>
              </a:ext>
            </a:extLst>
          </p:cNvPr>
          <p:cNvSpPr/>
          <p:nvPr/>
        </p:nvSpPr>
        <p:spPr>
          <a:xfrm>
            <a:off x="5594129" y="1151733"/>
            <a:ext cx="819150" cy="742950"/>
          </a:xfrm>
          <a:prstGeom prst="triangle">
            <a:avLst/>
          </a:prstGeom>
          <a:solidFill>
            <a:srgbClr val="4DFC24"/>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48" name="Likbent triangel 147">
            <a:extLst>
              <a:ext uri="{FF2B5EF4-FFF2-40B4-BE49-F238E27FC236}">
                <a16:creationId xmlns:a16="http://schemas.microsoft.com/office/drawing/2014/main" id="{5FB25958-A184-0556-114B-E45A4AA4FB07}"/>
              </a:ext>
            </a:extLst>
          </p:cNvPr>
          <p:cNvSpPr/>
          <p:nvPr/>
        </p:nvSpPr>
        <p:spPr>
          <a:xfrm>
            <a:off x="1194777" y="3932332"/>
            <a:ext cx="819150" cy="742950"/>
          </a:xfrm>
          <a:prstGeom prst="triangle">
            <a:avLst/>
          </a:prstGeom>
          <a:solidFill>
            <a:srgbClr val="4DFC24"/>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50" name="Likbent triangel 149">
            <a:extLst>
              <a:ext uri="{FF2B5EF4-FFF2-40B4-BE49-F238E27FC236}">
                <a16:creationId xmlns:a16="http://schemas.microsoft.com/office/drawing/2014/main" id="{6762672E-3965-A993-8F71-1D2134C6DC44}"/>
              </a:ext>
            </a:extLst>
          </p:cNvPr>
          <p:cNvSpPr/>
          <p:nvPr/>
        </p:nvSpPr>
        <p:spPr>
          <a:xfrm>
            <a:off x="3759556" y="3885842"/>
            <a:ext cx="819150" cy="742950"/>
          </a:xfrm>
          <a:prstGeom prst="triangle">
            <a:avLst/>
          </a:prstGeom>
          <a:solidFill>
            <a:srgbClr val="4DFC24"/>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52" name="Likbent triangel 151">
            <a:extLst>
              <a:ext uri="{FF2B5EF4-FFF2-40B4-BE49-F238E27FC236}">
                <a16:creationId xmlns:a16="http://schemas.microsoft.com/office/drawing/2014/main" id="{D6853789-B7D1-55CD-C0AF-2FB8E0630375}"/>
              </a:ext>
            </a:extLst>
          </p:cNvPr>
          <p:cNvSpPr/>
          <p:nvPr/>
        </p:nvSpPr>
        <p:spPr>
          <a:xfrm>
            <a:off x="7298877" y="3824949"/>
            <a:ext cx="819150" cy="742950"/>
          </a:xfrm>
          <a:prstGeom prst="triangle">
            <a:avLst/>
          </a:prstGeom>
          <a:solidFill>
            <a:srgbClr val="4DFC24"/>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54" name="Likbent triangel 153">
            <a:extLst>
              <a:ext uri="{FF2B5EF4-FFF2-40B4-BE49-F238E27FC236}">
                <a16:creationId xmlns:a16="http://schemas.microsoft.com/office/drawing/2014/main" id="{050D1FC2-5D4B-86A8-810E-D90734C316BC}"/>
              </a:ext>
            </a:extLst>
          </p:cNvPr>
          <p:cNvSpPr/>
          <p:nvPr/>
        </p:nvSpPr>
        <p:spPr>
          <a:xfrm>
            <a:off x="9957089" y="3885842"/>
            <a:ext cx="819150" cy="742950"/>
          </a:xfrm>
          <a:prstGeom prst="triangle">
            <a:avLst/>
          </a:prstGeom>
          <a:solidFill>
            <a:srgbClr val="4DFC24"/>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56" name="Likbent triangel 155">
            <a:extLst>
              <a:ext uri="{FF2B5EF4-FFF2-40B4-BE49-F238E27FC236}">
                <a16:creationId xmlns:a16="http://schemas.microsoft.com/office/drawing/2014/main" id="{9324825B-A042-2093-4202-06E7DDCBEE8B}"/>
              </a:ext>
            </a:extLst>
          </p:cNvPr>
          <p:cNvSpPr/>
          <p:nvPr/>
        </p:nvSpPr>
        <p:spPr>
          <a:xfrm rot="10800000">
            <a:off x="8673864" y="2549225"/>
            <a:ext cx="819150" cy="742950"/>
          </a:xfrm>
          <a:prstGeom prst="triangle">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58" name="Likbent triangel 157">
            <a:extLst>
              <a:ext uri="{FF2B5EF4-FFF2-40B4-BE49-F238E27FC236}">
                <a16:creationId xmlns:a16="http://schemas.microsoft.com/office/drawing/2014/main" id="{DDCB984B-8AA1-CB44-A5E2-3E55B3873702}"/>
              </a:ext>
            </a:extLst>
          </p:cNvPr>
          <p:cNvSpPr/>
          <p:nvPr/>
        </p:nvSpPr>
        <p:spPr>
          <a:xfrm rot="10800000">
            <a:off x="4571001" y="5932892"/>
            <a:ext cx="819150" cy="742950"/>
          </a:xfrm>
          <a:prstGeom prst="triangle">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59" name="textruta 158">
            <a:extLst>
              <a:ext uri="{FF2B5EF4-FFF2-40B4-BE49-F238E27FC236}">
                <a16:creationId xmlns:a16="http://schemas.microsoft.com/office/drawing/2014/main" id="{42F6569F-8A0D-828B-1F97-B3CAC04523C9}"/>
              </a:ext>
            </a:extLst>
          </p:cNvPr>
          <p:cNvSpPr txBox="1"/>
          <p:nvPr/>
        </p:nvSpPr>
        <p:spPr>
          <a:xfrm>
            <a:off x="4799440" y="5943195"/>
            <a:ext cx="527103" cy="523220"/>
          </a:xfrm>
          <a:prstGeom prst="rect">
            <a:avLst/>
          </a:prstGeom>
          <a:noFill/>
        </p:spPr>
        <p:txBody>
          <a:bodyPr wrap="square" rtlCol="0">
            <a:spAutoFit/>
          </a:bodyPr>
          <a:lstStyle/>
          <a:p>
            <a:r>
              <a:rPr lang="sv-SE" sz="2800" dirty="0"/>
              <a:t>2</a:t>
            </a:r>
          </a:p>
        </p:txBody>
      </p:sp>
      <p:sp>
        <p:nvSpPr>
          <p:cNvPr id="160" name="Likbent triangel 159">
            <a:extLst>
              <a:ext uri="{FF2B5EF4-FFF2-40B4-BE49-F238E27FC236}">
                <a16:creationId xmlns:a16="http://schemas.microsoft.com/office/drawing/2014/main" id="{15F9E240-4198-56C9-704A-C8A8A37765C6}"/>
              </a:ext>
            </a:extLst>
          </p:cNvPr>
          <p:cNvSpPr/>
          <p:nvPr/>
        </p:nvSpPr>
        <p:spPr>
          <a:xfrm rot="10800000">
            <a:off x="9609303" y="5987178"/>
            <a:ext cx="819150" cy="742950"/>
          </a:xfrm>
          <a:prstGeom prst="triangle">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61" name="textruta 160">
            <a:extLst>
              <a:ext uri="{FF2B5EF4-FFF2-40B4-BE49-F238E27FC236}">
                <a16:creationId xmlns:a16="http://schemas.microsoft.com/office/drawing/2014/main" id="{6B3E9EA2-5C80-DC55-04BB-119F0018E4FB}"/>
              </a:ext>
            </a:extLst>
          </p:cNvPr>
          <p:cNvSpPr txBox="1"/>
          <p:nvPr/>
        </p:nvSpPr>
        <p:spPr>
          <a:xfrm>
            <a:off x="9837742" y="5997481"/>
            <a:ext cx="527103" cy="523220"/>
          </a:xfrm>
          <a:prstGeom prst="rect">
            <a:avLst/>
          </a:prstGeom>
          <a:noFill/>
        </p:spPr>
        <p:txBody>
          <a:bodyPr wrap="square" rtlCol="0">
            <a:spAutoFit/>
          </a:bodyPr>
          <a:lstStyle/>
          <a:p>
            <a:r>
              <a:rPr lang="sv-SE" sz="2800" dirty="0"/>
              <a:t>2</a:t>
            </a:r>
          </a:p>
        </p:txBody>
      </p:sp>
      <p:sp>
        <p:nvSpPr>
          <p:cNvPr id="162" name="Likbent triangel 161">
            <a:extLst>
              <a:ext uri="{FF2B5EF4-FFF2-40B4-BE49-F238E27FC236}">
                <a16:creationId xmlns:a16="http://schemas.microsoft.com/office/drawing/2014/main" id="{8FDF3833-050E-9947-7540-5415896B58C7}"/>
              </a:ext>
            </a:extLst>
          </p:cNvPr>
          <p:cNvSpPr/>
          <p:nvPr/>
        </p:nvSpPr>
        <p:spPr>
          <a:xfrm rot="10800000">
            <a:off x="1944359" y="5901043"/>
            <a:ext cx="819150" cy="742950"/>
          </a:xfrm>
          <a:prstGeom prst="triangle">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63" name="textruta 162">
            <a:extLst>
              <a:ext uri="{FF2B5EF4-FFF2-40B4-BE49-F238E27FC236}">
                <a16:creationId xmlns:a16="http://schemas.microsoft.com/office/drawing/2014/main" id="{B3DEA422-37A9-3DC2-30C8-D9497D80BD42}"/>
              </a:ext>
            </a:extLst>
          </p:cNvPr>
          <p:cNvSpPr txBox="1"/>
          <p:nvPr/>
        </p:nvSpPr>
        <p:spPr>
          <a:xfrm>
            <a:off x="2172798" y="5911346"/>
            <a:ext cx="527103" cy="523220"/>
          </a:xfrm>
          <a:prstGeom prst="rect">
            <a:avLst/>
          </a:prstGeom>
          <a:noFill/>
        </p:spPr>
        <p:txBody>
          <a:bodyPr wrap="square" rtlCol="0">
            <a:spAutoFit/>
          </a:bodyPr>
          <a:lstStyle/>
          <a:p>
            <a:r>
              <a:rPr lang="sv-SE" sz="2800" dirty="0"/>
              <a:t>3</a:t>
            </a:r>
          </a:p>
        </p:txBody>
      </p:sp>
      <p:sp>
        <p:nvSpPr>
          <p:cNvPr id="166" name="Likbent triangel 165">
            <a:extLst>
              <a:ext uri="{FF2B5EF4-FFF2-40B4-BE49-F238E27FC236}">
                <a16:creationId xmlns:a16="http://schemas.microsoft.com/office/drawing/2014/main" id="{DC2BDA18-0481-E778-4045-F00BE156DD4E}"/>
              </a:ext>
            </a:extLst>
          </p:cNvPr>
          <p:cNvSpPr/>
          <p:nvPr/>
        </p:nvSpPr>
        <p:spPr>
          <a:xfrm rot="10800000">
            <a:off x="10692249" y="5996948"/>
            <a:ext cx="819150" cy="742950"/>
          </a:xfrm>
          <a:prstGeom prst="triangle">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67" name="textruta 166">
            <a:extLst>
              <a:ext uri="{FF2B5EF4-FFF2-40B4-BE49-F238E27FC236}">
                <a16:creationId xmlns:a16="http://schemas.microsoft.com/office/drawing/2014/main" id="{F19AA433-8AE9-762C-2C81-E54F7A463E83}"/>
              </a:ext>
            </a:extLst>
          </p:cNvPr>
          <p:cNvSpPr txBox="1"/>
          <p:nvPr/>
        </p:nvSpPr>
        <p:spPr>
          <a:xfrm>
            <a:off x="10920688" y="6007251"/>
            <a:ext cx="527103" cy="523220"/>
          </a:xfrm>
          <a:prstGeom prst="rect">
            <a:avLst/>
          </a:prstGeom>
          <a:noFill/>
        </p:spPr>
        <p:txBody>
          <a:bodyPr wrap="square" rtlCol="0">
            <a:spAutoFit/>
          </a:bodyPr>
          <a:lstStyle/>
          <a:p>
            <a:r>
              <a:rPr lang="sv-SE" sz="2800" dirty="0"/>
              <a:t>3</a:t>
            </a:r>
          </a:p>
        </p:txBody>
      </p:sp>
      <p:sp>
        <p:nvSpPr>
          <p:cNvPr id="168" name="Likbent triangel 167">
            <a:extLst>
              <a:ext uri="{FF2B5EF4-FFF2-40B4-BE49-F238E27FC236}">
                <a16:creationId xmlns:a16="http://schemas.microsoft.com/office/drawing/2014/main" id="{08A48D36-4124-F703-D057-B4B36E23A370}"/>
              </a:ext>
            </a:extLst>
          </p:cNvPr>
          <p:cNvSpPr/>
          <p:nvPr/>
        </p:nvSpPr>
        <p:spPr>
          <a:xfrm rot="10800000">
            <a:off x="611613" y="5890207"/>
            <a:ext cx="819150" cy="742950"/>
          </a:xfrm>
          <a:prstGeom prst="triangle">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69" name="textruta 168">
            <a:extLst>
              <a:ext uri="{FF2B5EF4-FFF2-40B4-BE49-F238E27FC236}">
                <a16:creationId xmlns:a16="http://schemas.microsoft.com/office/drawing/2014/main" id="{F1982970-99DD-4B2B-7E83-EF1681054715}"/>
              </a:ext>
            </a:extLst>
          </p:cNvPr>
          <p:cNvSpPr txBox="1"/>
          <p:nvPr/>
        </p:nvSpPr>
        <p:spPr>
          <a:xfrm>
            <a:off x="840052" y="5900510"/>
            <a:ext cx="527103" cy="523220"/>
          </a:xfrm>
          <a:prstGeom prst="rect">
            <a:avLst/>
          </a:prstGeom>
          <a:noFill/>
        </p:spPr>
        <p:txBody>
          <a:bodyPr wrap="square" rtlCol="0">
            <a:spAutoFit/>
          </a:bodyPr>
          <a:lstStyle/>
          <a:p>
            <a:r>
              <a:rPr lang="sv-SE" sz="2800" dirty="0"/>
              <a:t>5</a:t>
            </a:r>
          </a:p>
        </p:txBody>
      </p:sp>
      <p:sp>
        <p:nvSpPr>
          <p:cNvPr id="170" name="Likbent triangel 169">
            <a:extLst>
              <a:ext uri="{FF2B5EF4-FFF2-40B4-BE49-F238E27FC236}">
                <a16:creationId xmlns:a16="http://schemas.microsoft.com/office/drawing/2014/main" id="{6AA9EC40-9F9A-2A44-6382-AB1825CCBB26}"/>
              </a:ext>
            </a:extLst>
          </p:cNvPr>
          <p:cNvSpPr/>
          <p:nvPr/>
        </p:nvSpPr>
        <p:spPr>
          <a:xfrm rot="10800000">
            <a:off x="3373487" y="5922182"/>
            <a:ext cx="819150" cy="742950"/>
          </a:xfrm>
          <a:prstGeom prst="triangle">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71" name="textruta 170">
            <a:extLst>
              <a:ext uri="{FF2B5EF4-FFF2-40B4-BE49-F238E27FC236}">
                <a16:creationId xmlns:a16="http://schemas.microsoft.com/office/drawing/2014/main" id="{D7E3BC36-7706-3010-65E8-DB1E4D38B6BF}"/>
              </a:ext>
            </a:extLst>
          </p:cNvPr>
          <p:cNvSpPr txBox="1"/>
          <p:nvPr/>
        </p:nvSpPr>
        <p:spPr>
          <a:xfrm>
            <a:off x="3601926" y="5932485"/>
            <a:ext cx="527103" cy="523220"/>
          </a:xfrm>
          <a:prstGeom prst="rect">
            <a:avLst/>
          </a:prstGeom>
          <a:noFill/>
        </p:spPr>
        <p:txBody>
          <a:bodyPr wrap="square" rtlCol="0">
            <a:spAutoFit/>
          </a:bodyPr>
          <a:lstStyle/>
          <a:p>
            <a:r>
              <a:rPr lang="sv-SE" sz="2800" dirty="0"/>
              <a:t>8</a:t>
            </a:r>
          </a:p>
        </p:txBody>
      </p:sp>
      <p:sp>
        <p:nvSpPr>
          <p:cNvPr id="172" name="Likbent triangel 171">
            <a:extLst>
              <a:ext uri="{FF2B5EF4-FFF2-40B4-BE49-F238E27FC236}">
                <a16:creationId xmlns:a16="http://schemas.microsoft.com/office/drawing/2014/main" id="{AAC1F86C-6F11-6234-3CCC-3BD3A1543082}"/>
              </a:ext>
            </a:extLst>
          </p:cNvPr>
          <p:cNvSpPr/>
          <p:nvPr/>
        </p:nvSpPr>
        <p:spPr>
          <a:xfrm rot="10800000">
            <a:off x="6906360" y="5932892"/>
            <a:ext cx="819150" cy="742950"/>
          </a:xfrm>
          <a:prstGeom prst="triangle">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73" name="textruta 172">
            <a:extLst>
              <a:ext uri="{FF2B5EF4-FFF2-40B4-BE49-F238E27FC236}">
                <a16:creationId xmlns:a16="http://schemas.microsoft.com/office/drawing/2014/main" id="{BCAA3D6C-3B68-2965-2D54-D62B96E7561C}"/>
              </a:ext>
            </a:extLst>
          </p:cNvPr>
          <p:cNvSpPr txBox="1"/>
          <p:nvPr/>
        </p:nvSpPr>
        <p:spPr>
          <a:xfrm>
            <a:off x="7134799" y="5943195"/>
            <a:ext cx="527103" cy="523220"/>
          </a:xfrm>
          <a:prstGeom prst="rect">
            <a:avLst/>
          </a:prstGeom>
          <a:noFill/>
        </p:spPr>
        <p:txBody>
          <a:bodyPr wrap="square" rtlCol="0">
            <a:spAutoFit/>
          </a:bodyPr>
          <a:lstStyle/>
          <a:p>
            <a:r>
              <a:rPr lang="sv-SE" sz="2800" dirty="0"/>
              <a:t>7</a:t>
            </a:r>
          </a:p>
        </p:txBody>
      </p:sp>
      <p:sp>
        <p:nvSpPr>
          <p:cNvPr id="174" name="Likbent triangel 173">
            <a:extLst>
              <a:ext uri="{FF2B5EF4-FFF2-40B4-BE49-F238E27FC236}">
                <a16:creationId xmlns:a16="http://schemas.microsoft.com/office/drawing/2014/main" id="{08A331E6-0ABB-6635-D197-E63C7D8C295B}"/>
              </a:ext>
            </a:extLst>
          </p:cNvPr>
          <p:cNvSpPr/>
          <p:nvPr/>
        </p:nvSpPr>
        <p:spPr>
          <a:xfrm rot="10800000">
            <a:off x="8029392" y="5951788"/>
            <a:ext cx="819150" cy="742950"/>
          </a:xfrm>
          <a:prstGeom prst="triangle">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75" name="textruta 174">
            <a:extLst>
              <a:ext uri="{FF2B5EF4-FFF2-40B4-BE49-F238E27FC236}">
                <a16:creationId xmlns:a16="http://schemas.microsoft.com/office/drawing/2014/main" id="{774A1877-F9DB-038F-24FB-B0FCB1FCC39B}"/>
              </a:ext>
            </a:extLst>
          </p:cNvPr>
          <p:cNvSpPr txBox="1"/>
          <p:nvPr/>
        </p:nvSpPr>
        <p:spPr>
          <a:xfrm>
            <a:off x="8257831" y="5962091"/>
            <a:ext cx="527103" cy="523220"/>
          </a:xfrm>
          <a:prstGeom prst="rect">
            <a:avLst/>
          </a:prstGeom>
          <a:noFill/>
        </p:spPr>
        <p:txBody>
          <a:bodyPr wrap="square" rtlCol="0">
            <a:spAutoFit/>
          </a:bodyPr>
          <a:lstStyle/>
          <a:p>
            <a:r>
              <a:rPr lang="sv-SE" sz="2800" dirty="0"/>
              <a:t>1</a:t>
            </a:r>
          </a:p>
        </p:txBody>
      </p:sp>
      <p:sp>
        <p:nvSpPr>
          <p:cNvPr id="2" name="Platshållare för sidfot 1">
            <a:extLst>
              <a:ext uri="{FF2B5EF4-FFF2-40B4-BE49-F238E27FC236}">
                <a16:creationId xmlns:a16="http://schemas.microsoft.com/office/drawing/2014/main" id="{B19C4072-3766-563B-21BE-00AD5F725B75}"/>
              </a:ext>
            </a:extLst>
          </p:cNvPr>
          <p:cNvSpPr>
            <a:spLocks noGrp="1"/>
          </p:cNvSpPr>
          <p:nvPr/>
        </p:nvSpPr>
        <p:spPr>
          <a:xfrm>
            <a:off x="2768194" y="6419850"/>
            <a:ext cx="5588812" cy="438150"/>
          </a:xfrm>
          <a:prstGeom prst="rect">
            <a:avLst/>
          </a:prstGeom>
        </p:spPr>
        <p:txBody>
          <a:bodyPr vert="horz" lIns="91440" tIns="45720" rIns="91440" bIns="45720" rtlCol="0" anchor="ctr"/>
          <a:lstStyle>
            <a:defPPr>
              <a:defRPr lang="en-US"/>
            </a:defPPr>
            <a:lvl1pPr marL="0" algn="ctr" defTabSz="457200" rtl="0" eaLnBrk="1" latinLnBrk="0" hangingPunct="1">
              <a:defRPr sz="144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dirty="0"/>
              <a:t>Presentation av David Hedengren</a:t>
            </a:r>
          </a:p>
        </p:txBody>
      </p:sp>
    </p:spTree>
    <p:extLst>
      <p:ext uri="{BB962C8B-B14F-4D97-AF65-F5344CB8AC3E}">
        <p14:creationId xmlns:p14="http://schemas.microsoft.com/office/powerpoint/2010/main" val="56712615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 name="Text 1">
            <a:extLst>
              <a:ext uri="{FF2B5EF4-FFF2-40B4-BE49-F238E27FC236}">
                <a16:creationId xmlns:a16="http://schemas.microsoft.com/office/drawing/2014/main" id="{5F5D752B-D806-88E3-01A5-C678503BCFF6}"/>
              </a:ext>
            </a:extLst>
          </p:cNvPr>
          <p:cNvSpPr/>
          <p:nvPr/>
        </p:nvSpPr>
        <p:spPr>
          <a:xfrm>
            <a:off x="409575" y="255854"/>
            <a:ext cx="11695828" cy="982916"/>
          </a:xfrm>
          <a:prstGeom prst="rect">
            <a:avLst/>
          </a:prstGeom>
          <a:noFill/>
          <a:ln/>
        </p:spPr>
        <p:txBody>
          <a:bodyPr wrap="square" lIns="0" tIns="0" rIns="0" bIns="0" rtlCol="0" anchor="t"/>
          <a:lstStyle/>
          <a:p>
            <a:pPr>
              <a:lnSpc>
                <a:spcPts val="6375"/>
              </a:lnSpc>
            </a:pPr>
            <a:r>
              <a:rPr lang="en-US" sz="4000" dirty="0" err="1">
                <a:solidFill>
                  <a:srgbClr val="00002E"/>
                </a:solidFill>
                <a:latin typeface="Nunito" pitchFamily="34" charset="0"/>
              </a:rPr>
              <a:t>Aktivitet</a:t>
            </a:r>
            <a:r>
              <a:rPr lang="en-US" sz="4000" dirty="0">
                <a:solidFill>
                  <a:srgbClr val="00002E"/>
                </a:solidFill>
                <a:latin typeface="Nunito" pitchFamily="34" charset="0"/>
              </a:rPr>
              <a:t> – </a:t>
            </a:r>
            <a:r>
              <a:rPr lang="en-US" sz="4000" dirty="0" err="1">
                <a:solidFill>
                  <a:srgbClr val="00002E"/>
                </a:solidFill>
                <a:latin typeface="Nunito" pitchFamily="34" charset="0"/>
              </a:rPr>
              <a:t>Vilka</a:t>
            </a:r>
            <a:r>
              <a:rPr lang="en-US" sz="4000" dirty="0">
                <a:solidFill>
                  <a:srgbClr val="00002E"/>
                </a:solidFill>
                <a:latin typeface="Nunito" pitchFamily="34" charset="0"/>
              </a:rPr>
              <a:t> </a:t>
            </a:r>
            <a:r>
              <a:rPr lang="en-US" sz="4000" dirty="0" err="1">
                <a:solidFill>
                  <a:srgbClr val="00002E"/>
                </a:solidFill>
                <a:latin typeface="Nunito" pitchFamily="34" charset="0"/>
              </a:rPr>
              <a:t>grenar</a:t>
            </a:r>
            <a:r>
              <a:rPr lang="en-US" sz="4000" dirty="0">
                <a:solidFill>
                  <a:srgbClr val="00002E"/>
                </a:solidFill>
                <a:latin typeface="Nunito" pitchFamily="34" charset="0"/>
              </a:rPr>
              <a:t> </a:t>
            </a:r>
            <a:r>
              <a:rPr lang="en-US" sz="4000" dirty="0" err="1">
                <a:solidFill>
                  <a:srgbClr val="00002E"/>
                </a:solidFill>
                <a:latin typeface="Nunito" pitchFamily="34" charset="0"/>
              </a:rPr>
              <a:t>kan</a:t>
            </a:r>
            <a:r>
              <a:rPr lang="en-US" sz="4000" dirty="0">
                <a:solidFill>
                  <a:srgbClr val="00002E"/>
                </a:solidFill>
                <a:latin typeface="Nunito" pitchFamily="34" charset="0"/>
              </a:rPr>
              <a:t> </a:t>
            </a:r>
            <a:r>
              <a:rPr lang="en-US" sz="4000" dirty="0" err="1">
                <a:solidFill>
                  <a:srgbClr val="00002E"/>
                </a:solidFill>
                <a:latin typeface="Nunito" pitchFamily="34" charset="0"/>
              </a:rPr>
              <a:t>beskäras</a:t>
            </a:r>
            <a:r>
              <a:rPr lang="en-US" sz="4000" dirty="0">
                <a:solidFill>
                  <a:srgbClr val="00002E"/>
                </a:solidFill>
                <a:latin typeface="Nunito" pitchFamily="34" charset="0"/>
              </a:rPr>
              <a:t>?</a:t>
            </a:r>
            <a:endParaRPr lang="en-US" sz="4000" dirty="0"/>
          </a:p>
        </p:txBody>
      </p:sp>
      <p:cxnSp>
        <p:nvCxnSpPr>
          <p:cNvPr id="110" name="Rak pilkoppling 109">
            <a:extLst>
              <a:ext uri="{FF2B5EF4-FFF2-40B4-BE49-F238E27FC236}">
                <a16:creationId xmlns:a16="http://schemas.microsoft.com/office/drawing/2014/main" id="{E77A9F06-13CC-E553-B787-F261357C301E}"/>
              </a:ext>
            </a:extLst>
          </p:cNvPr>
          <p:cNvCxnSpPr>
            <a:cxnSpLocks/>
          </p:cNvCxnSpPr>
          <p:nvPr/>
        </p:nvCxnSpPr>
        <p:spPr>
          <a:xfrm>
            <a:off x="6003704" y="1929699"/>
            <a:ext cx="2683670" cy="742832"/>
          </a:xfrm>
          <a:prstGeom prst="straightConnector1">
            <a:avLst/>
          </a:prstGeom>
          <a:ln w="19050">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111" name="Rak pilkoppling 110">
            <a:extLst>
              <a:ext uri="{FF2B5EF4-FFF2-40B4-BE49-F238E27FC236}">
                <a16:creationId xmlns:a16="http://schemas.microsoft.com/office/drawing/2014/main" id="{1C13623E-6D64-BD9E-BDE6-0B45B0E7158F}"/>
              </a:ext>
            </a:extLst>
          </p:cNvPr>
          <p:cNvCxnSpPr>
            <a:cxnSpLocks/>
          </p:cNvCxnSpPr>
          <p:nvPr/>
        </p:nvCxnSpPr>
        <p:spPr>
          <a:xfrm flipH="1">
            <a:off x="3318654" y="1929699"/>
            <a:ext cx="2685050" cy="733307"/>
          </a:xfrm>
          <a:prstGeom prst="straightConnector1">
            <a:avLst/>
          </a:prstGeom>
          <a:ln w="19050">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114" name="Rak pilkoppling 113">
            <a:extLst>
              <a:ext uri="{FF2B5EF4-FFF2-40B4-BE49-F238E27FC236}">
                <a16:creationId xmlns:a16="http://schemas.microsoft.com/office/drawing/2014/main" id="{709CC7C2-F339-FE24-44FE-85714D6C8B93}"/>
              </a:ext>
            </a:extLst>
          </p:cNvPr>
          <p:cNvCxnSpPr>
            <a:cxnSpLocks/>
          </p:cNvCxnSpPr>
          <p:nvPr/>
        </p:nvCxnSpPr>
        <p:spPr>
          <a:xfrm flipH="1">
            <a:off x="1802261" y="3135915"/>
            <a:ext cx="1119148" cy="849903"/>
          </a:xfrm>
          <a:prstGeom prst="straightConnector1">
            <a:avLst/>
          </a:prstGeom>
          <a:ln w="19050">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115" name="Rak pilkoppling 114">
            <a:extLst>
              <a:ext uri="{FF2B5EF4-FFF2-40B4-BE49-F238E27FC236}">
                <a16:creationId xmlns:a16="http://schemas.microsoft.com/office/drawing/2014/main" id="{F38A4BFB-0608-F7A1-E35B-CC568669A7D1}"/>
              </a:ext>
            </a:extLst>
          </p:cNvPr>
          <p:cNvCxnSpPr>
            <a:cxnSpLocks/>
          </p:cNvCxnSpPr>
          <p:nvPr/>
        </p:nvCxnSpPr>
        <p:spPr>
          <a:xfrm>
            <a:off x="2921409" y="3135915"/>
            <a:ext cx="1078621" cy="870431"/>
          </a:xfrm>
          <a:prstGeom prst="straightConnector1">
            <a:avLst/>
          </a:prstGeom>
          <a:ln w="19050">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116" name="Rak pilkoppling 115">
            <a:extLst>
              <a:ext uri="{FF2B5EF4-FFF2-40B4-BE49-F238E27FC236}">
                <a16:creationId xmlns:a16="http://schemas.microsoft.com/office/drawing/2014/main" id="{EA64C406-AC94-A35A-0253-C5B8CBA1BAFB}"/>
              </a:ext>
            </a:extLst>
          </p:cNvPr>
          <p:cNvCxnSpPr>
            <a:cxnSpLocks/>
          </p:cNvCxnSpPr>
          <p:nvPr/>
        </p:nvCxnSpPr>
        <p:spPr>
          <a:xfrm flipH="1">
            <a:off x="8040909" y="3250644"/>
            <a:ext cx="1000125" cy="804514"/>
          </a:xfrm>
          <a:prstGeom prst="straightConnector1">
            <a:avLst/>
          </a:prstGeom>
          <a:ln w="19050">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117" name="Rak pilkoppling 116">
            <a:extLst>
              <a:ext uri="{FF2B5EF4-FFF2-40B4-BE49-F238E27FC236}">
                <a16:creationId xmlns:a16="http://schemas.microsoft.com/office/drawing/2014/main" id="{8CD98AED-D49D-4B79-685F-EFE56ADA1035}"/>
              </a:ext>
            </a:extLst>
          </p:cNvPr>
          <p:cNvCxnSpPr>
            <a:cxnSpLocks/>
          </p:cNvCxnSpPr>
          <p:nvPr/>
        </p:nvCxnSpPr>
        <p:spPr>
          <a:xfrm>
            <a:off x="9041034" y="3250644"/>
            <a:ext cx="1055702" cy="804514"/>
          </a:xfrm>
          <a:prstGeom prst="straightConnector1">
            <a:avLst/>
          </a:prstGeom>
          <a:ln w="19050">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118" name="Rak pilkoppling 117">
            <a:extLst>
              <a:ext uri="{FF2B5EF4-FFF2-40B4-BE49-F238E27FC236}">
                <a16:creationId xmlns:a16="http://schemas.microsoft.com/office/drawing/2014/main" id="{C6F5A18D-994F-4171-D3E8-0A683A7BA1A4}"/>
              </a:ext>
            </a:extLst>
          </p:cNvPr>
          <p:cNvCxnSpPr>
            <a:cxnSpLocks/>
          </p:cNvCxnSpPr>
          <p:nvPr/>
        </p:nvCxnSpPr>
        <p:spPr>
          <a:xfrm>
            <a:off x="1591014" y="4713461"/>
            <a:ext cx="740901" cy="1197885"/>
          </a:xfrm>
          <a:prstGeom prst="straightConnector1">
            <a:avLst/>
          </a:prstGeom>
          <a:ln w="19050">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122" name="Rak pilkoppling 121">
            <a:extLst>
              <a:ext uri="{FF2B5EF4-FFF2-40B4-BE49-F238E27FC236}">
                <a16:creationId xmlns:a16="http://schemas.microsoft.com/office/drawing/2014/main" id="{965214A9-34A6-5DD9-8C88-D7131E0531EE}"/>
              </a:ext>
            </a:extLst>
          </p:cNvPr>
          <p:cNvCxnSpPr>
            <a:cxnSpLocks/>
          </p:cNvCxnSpPr>
          <p:nvPr/>
        </p:nvCxnSpPr>
        <p:spPr>
          <a:xfrm>
            <a:off x="4216959" y="4653288"/>
            <a:ext cx="614875" cy="1279197"/>
          </a:xfrm>
          <a:prstGeom prst="straightConnector1">
            <a:avLst/>
          </a:prstGeom>
          <a:ln w="19050">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125" name="Rak pilkoppling 124">
            <a:extLst>
              <a:ext uri="{FF2B5EF4-FFF2-40B4-BE49-F238E27FC236}">
                <a16:creationId xmlns:a16="http://schemas.microsoft.com/office/drawing/2014/main" id="{6F988C6D-F45A-79A4-F70F-3DFA3856F9C0}"/>
              </a:ext>
            </a:extLst>
          </p:cNvPr>
          <p:cNvCxnSpPr>
            <a:cxnSpLocks/>
          </p:cNvCxnSpPr>
          <p:nvPr/>
        </p:nvCxnSpPr>
        <p:spPr>
          <a:xfrm flipH="1">
            <a:off x="3849383" y="4653288"/>
            <a:ext cx="367576" cy="1258058"/>
          </a:xfrm>
          <a:prstGeom prst="straightConnector1">
            <a:avLst/>
          </a:prstGeom>
          <a:ln w="19050">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126" name="Rak pilkoppling 125">
            <a:extLst>
              <a:ext uri="{FF2B5EF4-FFF2-40B4-BE49-F238E27FC236}">
                <a16:creationId xmlns:a16="http://schemas.microsoft.com/office/drawing/2014/main" id="{72F907F0-4B93-EC47-FD98-6D8C74E06D8B}"/>
              </a:ext>
            </a:extLst>
          </p:cNvPr>
          <p:cNvCxnSpPr>
            <a:cxnSpLocks/>
          </p:cNvCxnSpPr>
          <p:nvPr/>
        </p:nvCxnSpPr>
        <p:spPr>
          <a:xfrm flipH="1">
            <a:off x="970266" y="4713461"/>
            <a:ext cx="620606" cy="1132171"/>
          </a:xfrm>
          <a:prstGeom prst="straightConnector1">
            <a:avLst/>
          </a:prstGeom>
          <a:ln w="19050">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127" name="Rak pilkoppling 126">
            <a:extLst>
              <a:ext uri="{FF2B5EF4-FFF2-40B4-BE49-F238E27FC236}">
                <a16:creationId xmlns:a16="http://schemas.microsoft.com/office/drawing/2014/main" id="{DDEDA4E8-2DF1-6CDE-E21D-B8DCAD565C91}"/>
              </a:ext>
            </a:extLst>
          </p:cNvPr>
          <p:cNvCxnSpPr>
            <a:cxnSpLocks/>
          </p:cNvCxnSpPr>
          <p:nvPr/>
        </p:nvCxnSpPr>
        <p:spPr>
          <a:xfrm>
            <a:off x="7695395" y="4632149"/>
            <a:ext cx="614875" cy="1279197"/>
          </a:xfrm>
          <a:prstGeom prst="straightConnector1">
            <a:avLst/>
          </a:prstGeom>
          <a:ln w="19050">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128" name="Rak pilkoppling 127">
            <a:extLst>
              <a:ext uri="{FF2B5EF4-FFF2-40B4-BE49-F238E27FC236}">
                <a16:creationId xmlns:a16="http://schemas.microsoft.com/office/drawing/2014/main" id="{C2E5BC40-10A4-022B-24E0-4142DAA38100}"/>
              </a:ext>
            </a:extLst>
          </p:cNvPr>
          <p:cNvCxnSpPr>
            <a:cxnSpLocks/>
          </p:cNvCxnSpPr>
          <p:nvPr/>
        </p:nvCxnSpPr>
        <p:spPr>
          <a:xfrm flipH="1">
            <a:off x="7327819" y="4632149"/>
            <a:ext cx="367576" cy="1258058"/>
          </a:xfrm>
          <a:prstGeom prst="straightConnector1">
            <a:avLst/>
          </a:prstGeom>
          <a:ln w="19050">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131" name="Rak pilkoppling 130">
            <a:extLst>
              <a:ext uri="{FF2B5EF4-FFF2-40B4-BE49-F238E27FC236}">
                <a16:creationId xmlns:a16="http://schemas.microsoft.com/office/drawing/2014/main" id="{9E49AF9A-A25C-7024-8E6E-0145CB986AD4}"/>
              </a:ext>
            </a:extLst>
          </p:cNvPr>
          <p:cNvCxnSpPr>
            <a:cxnSpLocks/>
          </p:cNvCxnSpPr>
          <p:nvPr/>
        </p:nvCxnSpPr>
        <p:spPr>
          <a:xfrm>
            <a:off x="10364845" y="4692419"/>
            <a:ext cx="614875" cy="1279197"/>
          </a:xfrm>
          <a:prstGeom prst="straightConnector1">
            <a:avLst/>
          </a:prstGeom>
          <a:ln w="19050">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132" name="Rak pilkoppling 131">
            <a:extLst>
              <a:ext uri="{FF2B5EF4-FFF2-40B4-BE49-F238E27FC236}">
                <a16:creationId xmlns:a16="http://schemas.microsoft.com/office/drawing/2014/main" id="{336F55C1-0D6E-510C-DD63-D5A45CD520E8}"/>
              </a:ext>
            </a:extLst>
          </p:cNvPr>
          <p:cNvCxnSpPr>
            <a:cxnSpLocks/>
          </p:cNvCxnSpPr>
          <p:nvPr/>
        </p:nvCxnSpPr>
        <p:spPr>
          <a:xfrm flipH="1">
            <a:off x="9997269" y="4692419"/>
            <a:ext cx="367576" cy="1258058"/>
          </a:xfrm>
          <a:prstGeom prst="straightConnector1">
            <a:avLst/>
          </a:prstGeom>
          <a:ln w="19050">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134" name="Rak koppling 133">
            <a:extLst>
              <a:ext uri="{FF2B5EF4-FFF2-40B4-BE49-F238E27FC236}">
                <a16:creationId xmlns:a16="http://schemas.microsoft.com/office/drawing/2014/main" id="{C4D6017C-F08C-0A47-04B9-96BC4DECB673}"/>
              </a:ext>
            </a:extLst>
          </p:cNvPr>
          <p:cNvCxnSpPr>
            <a:cxnSpLocks/>
          </p:cNvCxnSpPr>
          <p:nvPr/>
        </p:nvCxnSpPr>
        <p:spPr>
          <a:xfrm flipV="1">
            <a:off x="4317934" y="5112867"/>
            <a:ext cx="465592" cy="438622"/>
          </a:xfrm>
          <a:prstGeom prst="line">
            <a:avLst/>
          </a:prstGeom>
          <a:ln w="38100">
            <a:solidFill>
              <a:srgbClr val="FF0000"/>
            </a:solidFill>
          </a:ln>
        </p:spPr>
        <p:style>
          <a:lnRef idx="1">
            <a:schemeClr val="accent2"/>
          </a:lnRef>
          <a:fillRef idx="0">
            <a:schemeClr val="accent2"/>
          </a:fillRef>
          <a:effectRef idx="0">
            <a:schemeClr val="accent2"/>
          </a:effectRef>
          <a:fontRef idx="minor">
            <a:schemeClr val="tx1"/>
          </a:fontRef>
        </p:style>
      </p:cxnSp>
      <p:cxnSp>
        <p:nvCxnSpPr>
          <p:cNvPr id="135" name="Rak koppling 134">
            <a:extLst>
              <a:ext uri="{FF2B5EF4-FFF2-40B4-BE49-F238E27FC236}">
                <a16:creationId xmlns:a16="http://schemas.microsoft.com/office/drawing/2014/main" id="{C0F97E3B-8CB2-D735-BB9A-24BADBD18067}"/>
              </a:ext>
            </a:extLst>
          </p:cNvPr>
          <p:cNvCxnSpPr>
            <a:cxnSpLocks/>
          </p:cNvCxnSpPr>
          <p:nvPr/>
        </p:nvCxnSpPr>
        <p:spPr>
          <a:xfrm flipH="1" flipV="1">
            <a:off x="4353844" y="5112867"/>
            <a:ext cx="432642" cy="450202"/>
          </a:xfrm>
          <a:prstGeom prst="line">
            <a:avLst/>
          </a:prstGeom>
          <a:ln w="38100">
            <a:solidFill>
              <a:srgbClr val="FF0000"/>
            </a:solidFill>
          </a:ln>
        </p:spPr>
        <p:style>
          <a:lnRef idx="1">
            <a:schemeClr val="accent2"/>
          </a:lnRef>
          <a:fillRef idx="0">
            <a:schemeClr val="accent2"/>
          </a:fillRef>
          <a:effectRef idx="0">
            <a:schemeClr val="accent2"/>
          </a:effectRef>
          <a:fontRef idx="minor">
            <a:schemeClr val="tx1"/>
          </a:fontRef>
        </p:style>
      </p:cxnSp>
      <p:sp>
        <p:nvSpPr>
          <p:cNvPr id="143" name="Likbent triangel 142">
            <a:extLst>
              <a:ext uri="{FF2B5EF4-FFF2-40B4-BE49-F238E27FC236}">
                <a16:creationId xmlns:a16="http://schemas.microsoft.com/office/drawing/2014/main" id="{4994FBB2-165A-987E-4F90-8B99A8A92364}"/>
              </a:ext>
            </a:extLst>
          </p:cNvPr>
          <p:cNvSpPr/>
          <p:nvPr/>
        </p:nvSpPr>
        <p:spPr>
          <a:xfrm rot="10800000">
            <a:off x="2484773" y="2517683"/>
            <a:ext cx="819150" cy="742950"/>
          </a:xfrm>
          <a:prstGeom prst="triangle">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44" name="textruta 143">
            <a:extLst>
              <a:ext uri="{FF2B5EF4-FFF2-40B4-BE49-F238E27FC236}">
                <a16:creationId xmlns:a16="http://schemas.microsoft.com/office/drawing/2014/main" id="{4CD033C9-93CE-1F61-ACC5-DFE64E92863D}"/>
              </a:ext>
            </a:extLst>
          </p:cNvPr>
          <p:cNvSpPr txBox="1"/>
          <p:nvPr/>
        </p:nvSpPr>
        <p:spPr>
          <a:xfrm>
            <a:off x="2713212" y="2527986"/>
            <a:ext cx="527103" cy="523220"/>
          </a:xfrm>
          <a:prstGeom prst="rect">
            <a:avLst/>
          </a:prstGeom>
          <a:noFill/>
        </p:spPr>
        <p:txBody>
          <a:bodyPr wrap="square" rtlCol="0">
            <a:spAutoFit/>
          </a:bodyPr>
          <a:lstStyle/>
          <a:p>
            <a:r>
              <a:rPr lang="sv-SE" sz="2800" dirty="0"/>
              <a:t>5</a:t>
            </a:r>
          </a:p>
        </p:txBody>
      </p:sp>
      <p:sp>
        <p:nvSpPr>
          <p:cNvPr id="146" name="Likbent triangel 145">
            <a:extLst>
              <a:ext uri="{FF2B5EF4-FFF2-40B4-BE49-F238E27FC236}">
                <a16:creationId xmlns:a16="http://schemas.microsoft.com/office/drawing/2014/main" id="{183F0B26-9472-0E95-F5CB-EE448DE52FEA}"/>
              </a:ext>
            </a:extLst>
          </p:cNvPr>
          <p:cNvSpPr/>
          <p:nvPr/>
        </p:nvSpPr>
        <p:spPr>
          <a:xfrm>
            <a:off x="5594129" y="1151733"/>
            <a:ext cx="819150" cy="742950"/>
          </a:xfrm>
          <a:prstGeom prst="triangle">
            <a:avLst/>
          </a:prstGeom>
          <a:solidFill>
            <a:srgbClr val="4DFC24"/>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47" name="textruta 146">
            <a:extLst>
              <a:ext uri="{FF2B5EF4-FFF2-40B4-BE49-F238E27FC236}">
                <a16:creationId xmlns:a16="http://schemas.microsoft.com/office/drawing/2014/main" id="{FCEF75C2-84CF-6730-9343-05B6B3555563}"/>
              </a:ext>
            </a:extLst>
          </p:cNvPr>
          <p:cNvSpPr txBox="1"/>
          <p:nvPr/>
        </p:nvSpPr>
        <p:spPr>
          <a:xfrm>
            <a:off x="5803599" y="1365329"/>
            <a:ext cx="527103" cy="523220"/>
          </a:xfrm>
          <a:prstGeom prst="rect">
            <a:avLst/>
          </a:prstGeom>
          <a:noFill/>
        </p:spPr>
        <p:txBody>
          <a:bodyPr wrap="square" rtlCol="0">
            <a:spAutoFit/>
          </a:bodyPr>
          <a:lstStyle/>
          <a:p>
            <a:r>
              <a:rPr lang="sv-SE" sz="2800" dirty="0"/>
              <a:t>5</a:t>
            </a:r>
          </a:p>
        </p:txBody>
      </p:sp>
      <p:sp>
        <p:nvSpPr>
          <p:cNvPr id="148" name="Likbent triangel 147">
            <a:extLst>
              <a:ext uri="{FF2B5EF4-FFF2-40B4-BE49-F238E27FC236}">
                <a16:creationId xmlns:a16="http://schemas.microsoft.com/office/drawing/2014/main" id="{5FB25958-A184-0556-114B-E45A4AA4FB07}"/>
              </a:ext>
            </a:extLst>
          </p:cNvPr>
          <p:cNvSpPr/>
          <p:nvPr/>
        </p:nvSpPr>
        <p:spPr>
          <a:xfrm>
            <a:off x="1194777" y="3932332"/>
            <a:ext cx="819150" cy="742950"/>
          </a:xfrm>
          <a:prstGeom prst="triangle">
            <a:avLst/>
          </a:prstGeom>
          <a:solidFill>
            <a:srgbClr val="4DFC24"/>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49" name="textruta 148">
            <a:extLst>
              <a:ext uri="{FF2B5EF4-FFF2-40B4-BE49-F238E27FC236}">
                <a16:creationId xmlns:a16="http://schemas.microsoft.com/office/drawing/2014/main" id="{591B23E5-A1A6-10A2-2CE7-5E2084A3BB36}"/>
              </a:ext>
            </a:extLst>
          </p:cNvPr>
          <p:cNvSpPr txBox="1"/>
          <p:nvPr/>
        </p:nvSpPr>
        <p:spPr>
          <a:xfrm>
            <a:off x="1404247" y="4145928"/>
            <a:ext cx="527103" cy="523220"/>
          </a:xfrm>
          <a:prstGeom prst="rect">
            <a:avLst/>
          </a:prstGeom>
          <a:noFill/>
        </p:spPr>
        <p:txBody>
          <a:bodyPr wrap="square" rtlCol="0">
            <a:spAutoFit/>
          </a:bodyPr>
          <a:lstStyle/>
          <a:p>
            <a:r>
              <a:rPr lang="sv-SE" sz="2800" dirty="0"/>
              <a:t>5</a:t>
            </a:r>
          </a:p>
        </p:txBody>
      </p:sp>
      <p:sp>
        <p:nvSpPr>
          <p:cNvPr id="150" name="Likbent triangel 149">
            <a:extLst>
              <a:ext uri="{FF2B5EF4-FFF2-40B4-BE49-F238E27FC236}">
                <a16:creationId xmlns:a16="http://schemas.microsoft.com/office/drawing/2014/main" id="{6762672E-3965-A993-8F71-1D2134C6DC44}"/>
              </a:ext>
            </a:extLst>
          </p:cNvPr>
          <p:cNvSpPr/>
          <p:nvPr/>
        </p:nvSpPr>
        <p:spPr>
          <a:xfrm>
            <a:off x="3759556" y="3885842"/>
            <a:ext cx="819150" cy="742950"/>
          </a:xfrm>
          <a:prstGeom prst="triangle">
            <a:avLst/>
          </a:prstGeom>
          <a:solidFill>
            <a:srgbClr val="4DFC24"/>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51" name="textruta 150">
            <a:extLst>
              <a:ext uri="{FF2B5EF4-FFF2-40B4-BE49-F238E27FC236}">
                <a16:creationId xmlns:a16="http://schemas.microsoft.com/office/drawing/2014/main" id="{04F4834B-E356-D7EA-1B2A-6BEE63EC898F}"/>
              </a:ext>
            </a:extLst>
          </p:cNvPr>
          <p:cNvSpPr txBox="1"/>
          <p:nvPr/>
        </p:nvSpPr>
        <p:spPr>
          <a:xfrm>
            <a:off x="3969026" y="4099438"/>
            <a:ext cx="527103" cy="523220"/>
          </a:xfrm>
          <a:prstGeom prst="rect">
            <a:avLst/>
          </a:prstGeom>
          <a:noFill/>
        </p:spPr>
        <p:txBody>
          <a:bodyPr wrap="square" rtlCol="0">
            <a:spAutoFit/>
          </a:bodyPr>
          <a:lstStyle/>
          <a:p>
            <a:r>
              <a:rPr lang="sv-SE" sz="2800" dirty="0"/>
              <a:t>8</a:t>
            </a:r>
          </a:p>
        </p:txBody>
      </p:sp>
      <p:sp>
        <p:nvSpPr>
          <p:cNvPr id="152" name="Likbent triangel 151">
            <a:extLst>
              <a:ext uri="{FF2B5EF4-FFF2-40B4-BE49-F238E27FC236}">
                <a16:creationId xmlns:a16="http://schemas.microsoft.com/office/drawing/2014/main" id="{D6853789-B7D1-55CD-C0AF-2FB8E0630375}"/>
              </a:ext>
            </a:extLst>
          </p:cNvPr>
          <p:cNvSpPr/>
          <p:nvPr/>
        </p:nvSpPr>
        <p:spPr>
          <a:xfrm>
            <a:off x="7298877" y="3824949"/>
            <a:ext cx="819150" cy="742950"/>
          </a:xfrm>
          <a:prstGeom prst="triangle">
            <a:avLst/>
          </a:prstGeom>
          <a:solidFill>
            <a:srgbClr val="4DFC24"/>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53" name="textruta 152">
            <a:extLst>
              <a:ext uri="{FF2B5EF4-FFF2-40B4-BE49-F238E27FC236}">
                <a16:creationId xmlns:a16="http://schemas.microsoft.com/office/drawing/2014/main" id="{4ECC7EA0-F461-FCBF-D4CA-64027C71B9CD}"/>
              </a:ext>
            </a:extLst>
          </p:cNvPr>
          <p:cNvSpPr txBox="1"/>
          <p:nvPr/>
        </p:nvSpPr>
        <p:spPr>
          <a:xfrm>
            <a:off x="7508347" y="4038545"/>
            <a:ext cx="527103" cy="523220"/>
          </a:xfrm>
          <a:prstGeom prst="rect">
            <a:avLst/>
          </a:prstGeom>
          <a:noFill/>
        </p:spPr>
        <p:txBody>
          <a:bodyPr wrap="square" rtlCol="0">
            <a:spAutoFit/>
          </a:bodyPr>
          <a:lstStyle/>
          <a:p>
            <a:r>
              <a:rPr lang="sv-SE" sz="2800" dirty="0"/>
              <a:t>7</a:t>
            </a:r>
          </a:p>
        </p:txBody>
      </p:sp>
      <p:sp>
        <p:nvSpPr>
          <p:cNvPr id="154" name="Likbent triangel 153">
            <a:extLst>
              <a:ext uri="{FF2B5EF4-FFF2-40B4-BE49-F238E27FC236}">
                <a16:creationId xmlns:a16="http://schemas.microsoft.com/office/drawing/2014/main" id="{050D1FC2-5D4B-86A8-810E-D90734C316BC}"/>
              </a:ext>
            </a:extLst>
          </p:cNvPr>
          <p:cNvSpPr/>
          <p:nvPr/>
        </p:nvSpPr>
        <p:spPr>
          <a:xfrm>
            <a:off x="9957089" y="3885842"/>
            <a:ext cx="819150" cy="742950"/>
          </a:xfrm>
          <a:prstGeom prst="triangle">
            <a:avLst/>
          </a:prstGeom>
          <a:solidFill>
            <a:srgbClr val="4DFC24"/>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55" name="textruta 154">
            <a:extLst>
              <a:ext uri="{FF2B5EF4-FFF2-40B4-BE49-F238E27FC236}">
                <a16:creationId xmlns:a16="http://schemas.microsoft.com/office/drawing/2014/main" id="{BB381C2F-A147-6FEC-BE02-7B09037DD799}"/>
              </a:ext>
            </a:extLst>
          </p:cNvPr>
          <p:cNvSpPr txBox="1"/>
          <p:nvPr/>
        </p:nvSpPr>
        <p:spPr>
          <a:xfrm>
            <a:off x="10166559" y="4099438"/>
            <a:ext cx="527103" cy="523220"/>
          </a:xfrm>
          <a:prstGeom prst="rect">
            <a:avLst/>
          </a:prstGeom>
          <a:noFill/>
        </p:spPr>
        <p:txBody>
          <a:bodyPr wrap="square" rtlCol="0">
            <a:spAutoFit/>
          </a:bodyPr>
          <a:lstStyle/>
          <a:p>
            <a:r>
              <a:rPr lang="sv-SE" sz="2800" dirty="0"/>
              <a:t>2</a:t>
            </a:r>
          </a:p>
        </p:txBody>
      </p:sp>
      <p:sp>
        <p:nvSpPr>
          <p:cNvPr id="156" name="Likbent triangel 155">
            <a:extLst>
              <a:ext uri="{FF2B5EF4-FFF2-40B4-BE49-F238E27FC236}">
                <a16:creationId xmlns:a16="http://schemas.microsoft.com/office/drawing/2014/main" id="{9324825B-A042-2093-4202-06E7DDCBEE8B}"/>
              </a:ext>
            </a:extLst>
          </p:cNvPr>
          <p:cNvSpPr/>
          <p:nvPr/>
        </p:nvSpPr>
        <p:spPr>
          <a:xfrm rot="10800000">
            <a:off x="8673864" y="2549225"/>
            <a:ext cx="819150" cy="742950"/>
          </a:xfrm>
          <a:prstGeom prst="triangle">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57" name="textruta 156">
            <a:extLst>
              <a:ext uri="{FF2B5EF4-FFF2-40B4-BE49-F238E27FC236}">
                <a16:creationId xmlns:a16="http://schemas.microsoft.com/office/drawing/2014/main" id="{30F94F03-6A43-297C-BB10-6BE3EE5F8E6C}"/>
              </a:ext>
            </a:extLst>
          </p:cNvPr>
          <p:cNvSpPr txBox="1"/>
          <p:nvPr/>
        </p:nvSpPr>
        <p:spPr>
          <a:xfrm>
            <a:off x="8902303" y="2559528"/>
            <a:ext cx="527103" cy="523220"/>
          </a:xfrm>
          <a:prstGeom prst="rect">
            <a:avLst/>
          </a:prstGeom>
          <a:noFill/>
        </p:spPr>
        <p:txBody>
          <a:bodyPr wrap="square" rtlCol="0">
            <a:spAutoFit/>
          </a:bodyPr>
          <a:lstStyle/>
          <a:p>
            <a:r>
              <a:rPr lang="sv-SE" sz="2800" dirty="0"/>
              <a:t>2</a:t>
            </a:r>
          </a:p>
        </p:txBody>
      </p:sp>
      <p:sp>
        <p:nvSpPr>
          <p:cNvPr id="158" name="Likbent triangel 157">
            <a:extLst>
              <a:ext uri="{FF2B5EF4-FFF2-40B4-BE49-F238E27FC236}">
                <a16:creationId xmlns:a16="http://schemas.microsoft.com/office/drawing/2014/main" id="{DDCB984B-8AA1-CB44-A5E2-3E55B3873702}"/>
              </a:ext>
            </a:extLst>
          </p:cNvPr>
          <p:cNvSpPr/>
          <p:nvPr/>
        </p:nvSpPr>
        <p:spPr>
          <a:xfrm rot="10800000">
            <a:off x="4571001" y="5932892"/>
            <a:ext cx="819150" cy="742950"/>
          </a:xfrm>
          <a:prstGeom prst="triangle">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59" name="textruta 158">
            <a:extLst>
              <a:ext uri="{FF2B5EF4-FFF2-40B4-BE49-F238E27FC236}">
                <a16:creationId xmlns:a16="http://schemas.microsoft.com/office/drawing/2014/main" id="{42F6569F-8A0D-828B-1F97-B3CAC04523C9}"/>
              </a:ext>
            </a:extLst>
          </p:cNvPr>
          <p:cNvSpPr txBox="1"/>
          <p:nvPr/>
        </p:nvSpPr>
        <p:spPr>
          <a:xfrm>
            <a:off x="4799440" y="5943195"/>
            <a:ext cx="527103" cy="523220"/>
          </a:xfrm>
          <a:prstGeom prst="rect">
            <a:avLst/>
          </a:prstGeom>
          <a:noFill/>
        </p:spPr>
        <p:txBody>
          <a:bodyPr wrap="square" rtlCol="0">
            <a:spAutoFit/>
          </a:bodyPr>
          <a:lstStyle/>
          <a:p>
            <a:r>
              <a:rPr lang="sv-SE" sz="2800" dirty="0"/>
              <a:t>2</a:t>
            </a:r>
          </a:p>
        </p:txBody>
      </p:sp>
      <p:sp>
        <p:nvSpPr>
          <p:cNvPr id="160" name="Likbent triangel 159">
            <a:extLst>
              <a:ext uri="{FF2B5EF4-FFF2-40B4-BE49-F238E27FC236}">
                <a16:creationId xmlns:a16="http://schemas.microsoft.com/office/drawing/2014/main" id="{15F9E240-4198-56C9-704A-C8A8A37765C6}"/>
              </a:ext>
            </a:extLst>
          </p:cNvPr>
          <p:cNvSpPr/>
          <p:nvPr/>
        </p:nvSpPr>
        <p:spPr>
          <a:xfrm rot="10800000">
            <a:off x="9609303" y="5987178"/>
            <a:ext cx="819150" cy="742950"/>
          </a:xfrm>
          <a:prstGeom prst="triangle">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61" name="textruta 160">
            <a:extLst>
              <a:ext uri="{FF2B5EF4-FFF2-40B4-BE49-F238E27FC236}">
                <a16:creationId xmlns:a16="http://schemas.microsoft.com/office/drawing/2014/main" id="{6B3E9EA2-5C80-DC55-04BB-119F0018E4FB}"/>
              </a:ext>
            </a:extLst>
          </p:cNvPr>
          <p:cNvSpPr txBox="1"/>
          <p:nvPr/>
        </p:nvSpPr>
        <p:spPr>
          <a:xfrm>
            <a:off x="9837742" y="5997481"/>
            <a:ext cx="527103" cy="523220"/>
          </a:xfrm>
          <a:prstGeom prst="rect">
            <a:avLst/>
          </a:prstGeom>
          <a:noFill/>
        </p:spPr>
        <p:txBody>
          <a:bodyPr wrap="square" rtlCol="0">
            <a:spAutoFit/>
          </a:bodyPr>
          <a:lstStyle/>
          <a:p>
            <a:r>
              <a:rPr lang="sv-SE" sz="2800" dirty="0"/>
              <a:t>2</a:t>
            </a:r>
          </a:p>
        </p:txBody>
      </p:sp>
      <p:sp>
        <p:nvSpPr>
          <p:cNvPr id="162" name="Likbent triangel 161">
            <a:extLst>
              <a:ext uri="{FF2B5EF4-FFF2-40B4-BE49-F238E27FC236}">
                <a16:creationId xmlns:a16="http://schemas.microsoft.com/office/drawing/2014/main" id="{8FDF3833-050E-9947-7540-5415896B58C7}"/>
              </a:ext>
            </a:extLst>
          </p:cNvPr>
          <p:cNvSpPr/>
          <p:nvPr/>
        </p:nvSpPr>
        <p:spPr>
          <a:xfrm rot="10800000">
            <a:off x="1944359" y="5901043"/>
            <a:ext cx="819150" cy="742950"/>
          </a:xfrm>
          <a:prstGeom prst="triangle">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63" name="textruta 162">
            <a:extLst>
              <a:ext uri="{FF2B5EF4-FFF2-40B4-BE49-F238E27FC236}">
                <a16:creationId xmlns:a16="http://schemas.microsoft.com/office/drawing/2014/main" id="{B3DEA422-37A9-3DC2-30C8-D9497D80BD42}"/>
              </a:ext>
            </a:extLst>
          </p:cNvPr>
          <p:cNvSpPr txBox="1"/>
          <p:nvPr/>
        </p:nvSpPr>
        <p:spPr>
          <a:xfrm>
            <a:off x="2172798" y="5911346"/>
            <a:ext cx="527103" cy="523220"/>
          </a:xfrm>
          <a:prstGeom prst="rect">
            <a:avLst/>
          </a:prstGeom>
          <a:noFill/>
        </p:spPr>
        <p:txBody>
          <a:bodyPr wrap="square" rtlCol="0">
            <a:spAutoFit/>
          </a:bodyPr>
          <a:lstStyle/>
          <a:p>
            <a:r>
              <a:rPr lang="sv-SE" sz="2800" dirty="0"/>
              <a:t>3</a:t>
            </a:r>
          </a:p>
        </p:txBody>
      </p:sp>
      <p:sp>
        <p:nvSpPr>
          <p:cNvPr id="166" name="Likbent triangel 165">
            <a:extLst>
              <a:ext uri="{FF2B5EF4-FFF2-40B4-BE49-F238E27FC236}">
                <a16:creationId xmlns:a16="http://schemas.microsoft.com/office/drawing/2014/main" id="{DC2BDA18-0481-E778-4045-F00BE156DD4E}"/>
              </a:ext>
            </a:extLst>
          </p:cNvPr>
          <p:cNvSpPr/>
          <p:nvPr/>
        </p:nvSpPr>
        <p:spPr>
          <a:xfrm rot="10800000">
            <a:off x="10692249" y="5996948"/>
            <a:ext cx="819150" cy="742950"/>
          </a:xfrm>
          <a:prstGeom prst="triangle">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67" name="textruta 166">
            <a:extLst>
              <a:ext uri="{FF2B5EF4-FFF2-40B4-BE49-F238E27FC236}">
                <a16:creationId xmlns:a16="http://schemas.microsoft.com/office/drawing/2014/main" id="{F19AA433-8AE9-762C-2C81-E54F7A463E83}"/>
              </a:ext>
            </a:extLst>
          </p:cNvPr>
          <p:cNvSpPr txBox="1"/>
          <p:nvPr/>
        </p:nvSpPr>
        <p:spPr>
          <a:xfrm>
            <a:off x="10920688" y="6007251"/>
            <a:ext cx="527103" cy="523220"/>
          </a:xfrm>
          <a:prstGeom prst="rect">
            <a:avLst/>
          </a:prstGeom>
          <a:noFill/>
        </p:spPr>
        <p:txBody>
          <a:bodyPr wrap="square" rtlCol="0">
            <a:spAutoFit/>
          </a:bodyPr>
          <a:lstStyle/>
          <a:p>
            <a:r>
              <a:rPr lang="sv-SE" sz="2800" dirty="0"/>
              <a:t>3</a:t>
            </a:r>
          </a:p>
        </p:txBody>
      </p:sp>
      <p:sp>
        <p:nvSpPr>
          <p:cNvPr id="168" name="Likbent triangel 167">
            <a:extLst>
              <a:ext uri="{FF2B5EF4-FFF2-40B4-BE49-F238E27FC236}">
                <a16:creationId xmlns:a16="http://schemas.microsoft.com/office/drawing/2014/main" id="{08A48D36-4124-F703-D057-B4B36E23A370}"/>
              </a:ext>
            </a:extLst>
          </p:cNvPr>
          <p:cNvSpPr/>
          <p:nvPr/>
        </p:nvSpPr>
        <p:spPr>
          <a:xfrm rot="10800000">
            <a:off x="611613" y="5890207"/>
            <a:ext cx="819150" cy="742950"/>
          </a:xfrm>
          <a:prstGeom prst="triangle">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69" name="textruta 168">
            <a:extLst>
              <a:ext uri="{FF2B5EF4-FFF2-40B4-BE49-F238E27FC236}">
                <a16:creationId xmlns:a16="http://schemas.microsoft.com/office/drawing/2014/main" id="{F1982970-99DD-4B2B-7E83-EF1681054715}"/>
              </a:ext>
            </a:extLst>
          </p:cNvPr>
          <p:cNvSpPr txBox="1"/>
          <p:nvPr/>
        </p:nvSpPr>
        <p:spPr>
          <a:xfrm>
            <a:off x="840052" y="5900510"/>
            <a:ext cx="527103" cy="523220"/>
          </a:xfrm>
          <a:prstGeom prst="rect">
            <a:avLst/>
          </a:prstGeom>
          <a:noFill/>
        </p:spPr>
        <p:txBody>
          <a:bodyPr wrap="square" rtlCol="0">
            <a:spAutoFit/>
          </a:bodyPr>
          <a:lstStyle/>
          <a:p>
            <a:r>
              <a:rPr lang="sv-SE" sz="2800" dirty="0"/>
              <a:t>5</a:t>
            </a:r>
          </a:p>
        </p:txBody>
      </p:sp>
      <p:sp>
        <p:nvSpPr>
          <p:cNvPr id="170" name="Likbent triangel 169">
            <a:extLst>
              <a:ext uri="{FF2B5EF4-FFF2-40B4-BE49-F238E27FC236}">
                <a16:creationId xmlns:a16="http://schemas.microsoft.com/office/drawing/2014/main" id="{6AA9EC40-9F9A-2A44-6382-AB1825CCBB26}"/>
              </a:ext>
            </a:extLst>
          </p:cNvPr>
          <p:cNvSpPr/>
          <p:nvPr/>
        </p:nvSpPr>
        <p:spPr>
          <a:xfrm rot="10800000">
            <a:off x="3373487" y="5922182"/>
            <a:ext cx="819150" cy="742950"/>
          </a:xfrm>
          <a:prstGeom prst="triangle">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71" name="textruta 170">
            <a:extLst>
              <a:ext uri="{FF2B5EF4-FFF2-40B4-BE49-F238E27FC236}">
                <a16:creationId xmlns:a16="http://schemas.microsoft.com/office/drawing/2014/main" id="{D7E3BC36-7706-3010-65E8-DB1E4D38B6BF}"/>
              </a:ext>
            </a:extLst>
          </p:cNvPr>
          <p:cNvSpPr txBox="1"/>
          <p:nvPr/>
        </p:nvSpPr>
        <p:spPr>
          <a:xfrm>
            <a:off x="3601926" y="5932485"/>
            <a:ext cx="527103" cy="523220"/>
          </a:xfrm>
          <a:prstGeom prst="rect">
            <a:avLst/>
          </a:prstGeom>
          <a:noFill/>
        </p:spPr>
        <p:txBody>
          <a:bodyPr wrap="square" rtlCol="0">
            <a:spAutoFit/>
          </a:bodyPr>
          <a:lstStyle/>
          <a:p>
            <a:r>
              <a:rPr lang="sv-SE" sz="2800" dirty="0"/>
              <a:t>8</a:t>
            </a:r>
          </a:p>
        </p:txBody>
      </p:sp>
      <p:sp>
        <p:nvSpPr>
          <p:cNvPr id="172" name="Likbent triangel 171">
            <a:extLst>
              <a:ext uri="{FF2B5EF4-FFF2-40B4-BE49-F238E27FC236}">
                <a16:creationId xmlns:a16="http://schemas.microsoft.com/office/drawing/2014/main" id="{AAC1F86C-6F11-6234-3CCC-3BD3A1543082}"/>
              </a:ext>
            </a:extLst>
          </p:cNvPr>
          <p:cNvSpPr/>
          <p:nvPr/>
        </p:nvSpPr>
        <p:spPr>
          <a:xfrm rot="10800000">
            <a:off x="6906360" y="5932892"/>
            <a:ext cx="819150" cy="742950"/>
          </a:xfrm>
          <a:prstGeom prst="triangle">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73" name="textruta 172">
            <a:extLst>
              <a:ext uri="{FF2B5EF4-FFF2-40B4-BE49-F238E27FC236}">
                <a16:creationId xmlns:a16="http://schemas.microsoft.com/office/drawing/2014/main" id="{BCAA3D6C-3B68-2965-2D54-D62B96E7561C}"/>
              </a:ext>
            </a:extLst>
          </p:cNvPr>
          <p:cNvSpPr txBox="1"/>
          <p:nvPr/>
        </p:nvSpPr>
        <p:spPr>
          <a:xfrm>
            <a:off x="7134799" y="5943195"/>
            <a:ext cx="527103" cy="523220"/>
          </a:xfrm>
          <a:prstGeom prst="rect">
            <a:avLst/>
          </a:prstGeom>
          <a:noFill/>
        </p:spPr>
        <p:txBody>
          <a:bodyPr wrap="square" rtlCol="0">
            <a:spAutoFit/>
          </a:bodyPr>
          <a:lstStyle/>
          <a:p>
            <a:r>
              <a:rPr lang="sv-SE" sz="2800" dirty="0"/>
              <a:t>7</a:t>
            </a:r>
          </a:p>
        </p:txBody>
      </p:sp>
      <p:sp>
        <p:nvSpPr>
          <p:cNvPr id="174" name="Likbent triangel 173">
            <a:extLst>
              <a:ext uri="{FF2B5EF4-FFF2-40B4-BE49-F238E27FC236}">
                <a16:creationId xmlns:a16="http://schemas.microsoft.com/office/drawing/2014/main" id="{08A331E6-0ABB-6635-D197-E63C7D8C295B}"/>
              </a:ext>
            </a:extLst>
          </p:cNvPr>
          <p:cNvSpPr/>
          <p:nvPr/>
        </p:nvSpPr>
        <p:spPr>
          <a:xfrm rot="10800000">
            <a:off x="8029392" y="5951788"/>
            <a:ext cx="819150" cy="742950"/>
          </a:xfrm>
          <a:prstGeom prst="triangle">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75" name="textruta 174">
            <a:extLst>
              <a:ext uri="{FF2B5EF4-FFF2-40B4-BE49-F238E27FC236}">
                <a16:creationId xmlns:a16="http://schemas.microsoft.com/office/drawing/2014/main" id="{774A1877-F9DB-038F-24FB-B0FCB1FCC39B}"/>
              </a:ext>
            </a:extLst>
          </p:cNvPr>
          <p:cNvSpPr txBox="1"/>
          <p:nvPr/>
        </p:nvSpPr>
        <p:spPr>
          <a:xfrm>
            <a:off x="8257831" y="5962091"/>
            <a:ext cx="527103" cy="523220"/>
          </a:xfrm>
          <a:prstGeom prst="rect">
            <a:avLst/>
          </a:prstGeom>
          <a:noFill/>
        </p:spPr>
        <p:txBody>
          <a:bodyPr wrap="square" rtlCol="0">
            <a:spAutoFit/>
          </a:bodyPr>
          <a:lstStyle/>
          <a:p>
            <a:r>
              <a:rPr lang="sv-SE" sz="2800" dirty="0"/>
              <a:t>1</a:t>
            </a:r>
          </a:p>
        </p:txBody>
      </p:sp>
      <p:sp>
        <p:nvSpPr>
          <p:cNvPr id="2" name="Platshållare för sidfot 1">
            <a:extLst>
              <a:ext uri="{FF2B5EF4-FFF2-40B4-BE49-F238E27FC236}">
                <a16:creationId xmlns:a16="http://schemas.microsoft.com/office/drawing/2014/main" id="{DF199E0D-1618-EAB5-9020-6B2BDCF077C6}"/>
              </a:ext>
            </a:extLst>
          </p:cNvPr>
          <p:cNvSpPr>
            <a:spLocks noGrp="1"/>
          </p:cNvSpPr>
          <p:nvPr/>
        </p:nvSpPr>
        <p:spPr>
          <a:xfrm>
            <a:off x="2768194" y="6419850"/>
            <a:ext cx="5588812" cy="438150"/>
          </a:xfrm>
          <a:prstGeom prst="rect">
            <a:avLst/>
          </a:prstGeom>
        </p:spPr>
        <p:txBody>
          <a:bodyPr vert="horz" lIns="91440" tIns="45720" rIns="91440" bIns="45720" rtlCol="0" anchor="ctr"/>
          <a:lstStyle>
            <a:defPPr>
              <a:defRPr lang="en-US"/>
            </a:defPPr>
            <a:lvl1pPr marL="0" algn="ctr" defTabSz="457200" rtl="0" eaLnBrk="1" latinLnBrk="0" hangingPunct="1">
              <a:defRPr sz="144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dirty="0"/>
              <a:t>Presentation av David Hedengren</a:t>
            </a:r>
          </a:p>
        </p:txBody>
      </p:sp>
    </p:spTree>
    <p:extLst>
      <p:ext uri="{BB962C8B-B14F-4D97-AF65-F5344CB8AC3E}">
        <p14:creationId xmlns:p14="http://schemas.microsoft.com/office/powerpoint/2010/main" val="5415631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35"/>
                                        </p:tgtEl>
                                        <p:attrNameLst>
                                          <p:attrName>style.visibility</p:attrName>
                                        </p:attrNameLst>
                                      </p:cBhvr>
                                      <p:to>
                                        <p:strVal val="visible"/>
                                      </p:to>
                                    </p:set>
                                    <p:animEffect transition="in" filter="fade">
                                      <p:cBhvr>
                                        <p:cTn id="7" dur="500"/>
                                        <p:tgtEl>
                                          <p:spTgt spid="135"/>
                                        </p:tgtEl>
                                      </p:cBhvr>
                                    </p:animEffect>
                                  </p:childTnLst>
                                </p:cTn>
                              </p:par>
                              <p:par>
                                <p:cTn id="8" presetID="10" presetClass="entr" presetSubtype="0" fill="hold" nodeType="withEffect">
                                  <p:stCondLst>
                                    <p:cond delay="0"/>
                                  </p:stCondLst>
                                  <p:childTnLst>
                                    <p:set>
                                      <p:cBhvr>
                                        <p:cTn id="9" dur="1" fill="hold">
                                          <p:stCondLst>
                                            <p:cond delay="0"/>
                                          </p:stCondLst>
                                        </p:cTn>
                                        <p:tgtEl>
                                          <p:spTgt spid="134"/>
                                        </p:tgtEl>
                                        <p:attrNameLst>
                                          <p:attrName>style.visibility</p:attrName>
                                        </p:attrNameLst>
                                      </p:cBhvr>
                                      <p:to>
                                        <p:strVal val="visible"/>
                                      </p:to>
                                    </p:set>
                                    <p:animEffect transition="in" filter="fade">
                                      <p:cBhvr>
                                        <p:cTn id="10" dur="500"/>
                                        <p:tgtEl>
                                          <p:spTgt spid="1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1">
            <a:extLst>
              <a:ext uri="{FF2B5EF4-FFF2-40B4-BE49-F238E27FC236}">
                <a16:creationId xmlns:a16="http://schemas.microsoft.com/office/drawing/2014/main" id="{367A1F92-6792-CF8B-EF35-8100E0BAD4C6}"/>
              </a:ext>
            </a:extLst>
          </p:cNvPr>
          <p:cNvSpPr/>
          <p:nvPr/>
        </p:nvSpPr>
        <p:spPr>
          <a:xfrm>
            <a:off x="409575" y="255854"/>
            <a:ext cx="11695828" cy="982916"/>
          </a:xfrm>
          <a:prstGeom prst="rect">
            <a:avLst/>
          </a:prstGeom>
          <a:noFill/>
          <a:ln/>
        </p:spPr>
        <p:txBody>
          <a:bodyPr wrap="square" lIns="0" tIns="0" rIns="0" bIns="0" rtlCol="0" anchor="t"/>
          <a:lstStyle/>
          <a:p>
            <a:pPr>
              <a:lnSpc>
                <a:spcPts val="6375"/>
              </a:lnSpc>
            </a:pPr>
            <a:r>
              <a:rPr lang="en-US" sz="4000" dirty="0" err="1">
                <a:solidFill>
                  <a:srgbClr val="00002E"/>
                </a:solidFill>
                <a:latin typeface="Nunito" pitchFamily="34" charset="0"/>
              </a:rPr>
              <a:t>Aktivitet</a:t>
            </a:r>
            <a:r>
              <a:rPr lang="en-US" sz="4000" dirty="0">
                <a:solidFill>
                  <a:srgbClr val="00002E"/>
                </a:solidFill>
                <a:latin typeface="Nunito" pitchFamily="34" charset="0"/>
              </a:rPr>
              <a:t> – Hur </a:t>
            </a:r>
            <a:r>
              <a:rPr lang="en-US" sz="4000" dirty="0" err="1">
                <a:solidFill>
                  <a:srgbClr val="00002E"/>
                </a:solidFill>
                <a:latin typeface="Nunito" pitchFamily="34" charset="0"/>
              </a:rPr>
              <a:t>många</a:t>
            </a:r>
            <a:r>
              <a:rPr lang="en-US" sz="4000" dirty="0">
                <a:solidFill>
                  <a:srgbClr val="00002E"/>
                </a:solidFill>
                <a:latin typeface="Nunito" pitchFamily="34" charset="0"/>
              </a:rPr>
              <a:t> </a:t>
            </a:r>
            <a:r>
              <a:rPr lang="en-US" sz="4000" dirty="0" err="1">
                <a:solidFill>
                  <a:srgbClr val="00002E"/>
                </a:solidFill>
                <a:latin typeface="Nunito" pitchFamily="34" charset="0"/>
              </a:rPr>
              <a:t>noder</a:t>
            </a:r>
            <a:r>
              <a:rPr lang="en-US" sz="4000" dirty="0">
                <a:solidFill>
                  <a:srgbClr val="00002E"/>
                </a:solidFill>
                <a:latin typeface="Nunito" pitchFamily="34" charset="0"/>
              </a:rPr>
              <a:t> </a:t>
            </a:r>
            <a:r>
              <a:rPr lang="en-US" sz="4000" dirty="0" err="1">
                <a:solidFill>
                  <a:srgbClr val="00002E"/>
                </a:solidFill>
                <a:latin typeface="Nunito" pitchFamily="34" charset="0"/>
              </a:rPr>
              <a:t>behöver</a:t>
            </a:r>
            <a:r>
              <a:rPr lang="en-US" sz="4000" dirty="0">
                <a:solidFill>
                  <a:srgbClr val="00002E"/>
                </a:solidFill>
                <a:latin typeface="Nunito" pitchFamily="34" charset="0"/>
              </a:rPr>
              <a:t> </a:t>
            </a:r>
            <a:r>
              <a:rPr lang="en-US" sz="4000" dirty="0" err="1">
                <a:solidFill>
                  <a:srgbClr val="00002E"/>
                </a:solidFill>
                <a:latin typeface="Nunito" pitchFamily="34" charset="0"/>
              </a:rPr>
              <a:t>utforskas</a:t>
            </a:r>
            <a:r>
              <a:rPr lang="en-US" sz="4000" dirty="0">
                <a:solidFill>
                  <a:srgbClr val="00002E"/>
                </a:solidFill>
                <a:latin typeface="Nunito" pitchFamily="34" charset="0"/>
              </a:rPr>
              <a:t>?</a:t>
            </a:r>
            <a:endParaRPr lang="en-US" sz="4000" dirty="0"/>
          </a:p>
        </p:txBody>
      </p:sp>
      <p:grpSp>
        <p:nvGrpSpPr>
          <p:cNvPr id="123" name="Grupp 122">
            <a:extLst>
              <a:ext uri="{FF2B5EF4-FFF2-40B4-BE49-F238E27FC236}">
                <a16:creationId xmlns:a16="http://schemas.microsoft.com/office/drawing/2014/main" id="{FC8795FD-8495-0044-F11A-391D193CAF36}"/>
              </a:ext>
            </a:extLst>
          </p:cNvPr>
          <p:cNvGrpSpPr/>
          <p:nvPr/>
        </p:nvGrpSpPr>
        <p:grpSpPr>
          <a:xfrm>
            <a:off x="5994801" y="6220051"/>
            <a:ext cx="383014" cy="309954"/>
            <a:chOff x="3125051" y="5558416"/>
            <a:chExt cx="383014" cy="309954"/>
          </a:xfrm>
        </p:grpSpPr>
        <p:sp>
          <p:nvSpPr>
            <p:cNvPr id="119" name="Likbent triangel 118">
              <a:extLst>
                <a:ext uri="{FF2B5EF4-FFF2-40B4-BE49-F238E27FC236}">
                  <a16:creationId xmlns:a16="http://schemas.microsoft.com/office/drawing/2014/main" id="{7C899263-4AD6-3AF2-8AC2-E0E0E8F73B2F}"/>
                </a:ext>
              </a:extLst>
            </p:cNvPr>
            <p:cNvSpPr/>
            <p:nvPr/>
          </p:nvSpPr>
          <p:spPr>
            <a:xfrm rot="10800000">
              <a:off x="3125051" y="5582231"/>
              <a:ext cx="315487" cy="286139"/>
            </a:xfrm>
            <a:prstGeom prst="triangle">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22" name="textruta 121">
              <a:extLst>
                <a:ext uri="{FF2B5EF4-FFF2-40B4-BE49-F238E27FC236}">
                  <a16:creationId xmlns:a16="http://schemas.microsoft.com/office/drawing/2014/main" id="{7118D6BF-5710-926E-14B7-E4C1C27F4FEC}"/>
                </a:ext>
              </a:extLst>
            </p:cNvPr>
            <p:cNvSpPr txBox="1"/>
            <p:nvPr/>
          </p:nvSpPr>
          <p:spPr>
            <a:xfrm>
              <a:off x="3155640" y="5558416"/>
              <a:ext cx="352425" cy="261610"/>
            </a:xfrm>
            <a:prstGeom prst="rect">
              <a:avLst/>
            </a:prstGeom>
            <a:noFill/>
          </p:spPr>
          <p:txBody>
            <a:bodyPr wrap="square" rtlCol="0">
              <a:spAutoFit/>
            </a:bodyPr>
            <a:lstStyle/>
            <a:p>
              <a:r>
                <a:rPr lang="sv-SE" sz="1100" dirty="0"/>
                <a:t>0</a:t>
              </a:r>
            </a:p>
          </p:txBody>
        </p:sp>
      </p:grpSp>
      <p:grpSp>
        <p:nvGrpSpPr>
          <p:cNvPr id="125" name="Grupp 124">
            <a:extLst>
              <a:ext uri="{FF2B5EF4-FFF2-40B4-BE49-F238E27FC236}">
                <a16:creationId xmlns:a16="http://schemas.microsoft.com/office/drawing/2014/main" id="{E0D0AA5E-640D-C51F-0E2C-73477C081AD7}"/>
              </a:ext>
            </a:extLst>
          </p:cNvPr>
          <p:cNvGrpSpPr/>
          <p:nvPr/>
        </p:nvGrpSpPr>
        <p:grpSpPr>
          <a:xfrm>
            <a:off x="3952276" y="2318388"/>
            <a:ext cx="375502" cy="307839"/>
            <a:chOff x="4561313" y="4788287"/>
            <a:chExt cx="375502" cy="307839"/>
          </a:xfrm>
        </p:grpSpPr>
        <p:sp>
          <p:nvSpPr>
            <p:cNvPr id="120" name="Likbent triangel 119">
              <a:extLst>
                <a:ext uri="{FF2B5EF4-FFF2-40B4-BE49-F238E27FC236}">
                  <a16:creationId xmlns:a16="http://schemas.microsoft.com/office/drawing/2014/main" id="{9AB93190-EB94-F101-D063-3BA2FA127197}"/>
                </a:ext>
              </a:extLst>
            </p:cNvPr>
            <p:cNvSpPr/>
            <p:nvPr/>
          </p:nvSpPr>
          <p:spPr>
            <a:xfrm>
              <a:off x="4561313" y="4788287"/>
              <a:ext cx="315488" cy="286140"/>
            </a:xfrm>
            <a:prstGeom prst="triangle">
              <a:avLst/>
            </a:prstGeom>
            <a:solidFill>
              <a:srgbClr val="4DFC24"/>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solidFill>
                  <a:schemeClr val="tx1"/>
                </a:solidFill>
              </a:endParaRPr>
            </a:p>
          </p:txBody>
        </p:sp>
        <p:sp>
          <p:nvSpPr>
            <p:cNvPr id="124" name="textruta 123">
              <a:extLst>
                <a:ext uri="{FF2B5EF4-FFF2-40B4-BE49-F238E27FC236}">
                  <a16:creationId xmlns:a16="http://schemas.microsoft.com/office/drawing/2014/main" id="{90B03466-0001-78C1-9368-3F47C7EC5F7F}"/>
                </a:ext>
              </a:extLst>
            </p:cNvPr>
            <p:cNvSpPr txBox="1"/>
            <p:nvPr/>
          </p:nvSpPr>
          <p:spPr>
            <a:xfrm>
              <a:off x="4584390" y="4834516"/>
              <a:ext cx="352425" cy="261610"/>
            </a:xfrm>
            <a:prstGeom prst="rect">
              <a:avLst/>
            </a:prstGeom>
            <a:noFill/>
          </p:spPr>
          <p:txBody>
            <a:bodyPr wrap="square" rtlCol="0">
              <a:spAutoFit/>
            </a:bodyPr>
            <a:lstStyle/>
            <a:p>
              <a:endParaRPr lang="sv-SE" sz="1100" dirty="0"/>
            </a:p>
          </p:txBody>
        </p:sp>
      </p:grpSp>
      <p:grpSp>
        <p:nvGrpSpPr>
          <p:cNvPr id="126" name="Grupp 125">
            <a:extLst>
              <a:ext uri="{FF2B5EF4-FFF2-40B4-BE49-F238E27FC236}">
                <a16:creationId xmlns:a16="http://schemas.microsoft.com/office/drawing/2014/main" id="{4B4B1BF3-3DA1-FAD7-4A5D-942874D500DF}"/>
              </a:ext>
            </a:extLst>
          </p:cNvPr>
          <p:cNvGrpSpPr/>
          <p:nvPr/>
        </p:nvGrpSpPr>
        <p:grpSpPr>
          <a:xfrm>
            <a:off x="5574849" y="6225058"/>
            <a:ext cx="383014" cy="309954"/>
            <a:chOff x="3125051" y="5558416"/>
            <a:chExt cx="383014" cy="309954"/>
          </a:xfrm>
        </p:grpSpPr>
        <p:sp>
          <p:nvSpPr>
            <p:cNvPr id="127" name="Likbent triangel 126">
              <a:extLst>
                <a:ext uri="{FF2B5EF4-FFF2-40B4-BE49-F238E27FC236}">
                  <a16:creationId xmlns:a16="http://schemas.microsoft.com/office/drawing/2014/main" id="{FCBC15D1-F6E7-EAAE-37ED-4CD92CF1A47B}"/>
                </a:ext>
              </a:extLst>
            </p:cNvPr>
            <p:cNvSpPr/>
            <p:nvPr/>
          </p:nvSpPr>
          <p:spPr>
            <a:xfrm rot="10800000">
              <a:off x="3125051" y="5582231"/>
              <a:ext cx="315487" cy="286139"/>
            </a:xfrm>
            <a:prstGeom prst="triangle">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28" name="textruta 127">
              <a:extLst>
                <a:ext uri="{FF2B5EF4-FFF2-40B4-BE49-F238E27FC236}">
                  <a16:creationId xmlns:a16="http://schemas.microsoft.com/office/drawing/2014/main" id="{905FDB43-61F3-7313-046A-3779FFAF3381}"/>
                </a:ext>
              </a:extLst>
            </p:cNvPr>
            <p:cNvSpPr txBox="1"/>
            <p:nvPr/>
          </p:nvSpPr>
          <p:spPr>
            <a:xfrm>
              <a:off x="3155640" y="5558416"/>
              <a:ext cx="352425" cy="261610"/>
            </a:xfrm>
            <a:prstGeom prst="rect">
              <a:avLst/>
            </a:prstGeom>
            <a:noFill/>
          </p:spPr>
          <p:txBody>
            <a:bodyPr wrap="square" rtlCol="0">
              <a:spAutoFit/>
            </a:bodyPr>
            <a:lstStyle/>
            <a:p>
              <a:r>
                <a:rPr lang="sv-SE" sz="1100" dirty="0"/>
                <a:t>1</a:t>
              </a:r>
            </a:p>
          </p:txBody>
        </p:sp>
      </p:grpSp>
      <p:grpSp>
        <p:nvGrpSpPr>
          <p:cNvPr id="132" name="Grupp 131">
            <a:extLst>
              <a:ext uri="{FF2B5EF4-FFF2-40B4-BE49-F238E27FC236}">
                <a16:creationId xmlns:a16="http://schemas.microsoft.com/office/drawing/2014/main" id="{C6EDBEDD-E629-7B38-6C78-4A94D4CAE902}"/>
              </a:ext>
            </a:extLst>
          </p:cNvPr>
          <p:cNvGrpSpPr/>
          <p:nvPr/>
        </p:nvGrpSpPr>
        <p:grpSpPr>
          <a:xfrm>
            <a:off x="3596394" y="2976653"/>
            <a:ext cx="383014" cy="309954"/>
            <a:chOff x="3125051" y="5558416"/>
            <a:chExt cx="383014" cy="309954"/>
          </a:xfrm>
        </p:grpSpPr>
        <p:sp>
          <p:nvSpPr>
            <p:cNvPr id="133" name="Likbent triangel 132">
              <a:extLst>
                <a:ext uri="{FF2B5EF4-FFF2-40B4-BE49-F238E27FC236}">
                  <a16:creationId xmlns:a16="http://schemas.microsoft.com/office/drawing/2014/main" id="{99216D33-52AC-3054-AAC0-6B1AB1AF73EB}"/>
                </a:ext>
              </a:extLst>
            </p:cNvPr>
            <p:cNvSpPr/>
            <p:nvPr/>
          </p:nvSpPr>
          <p:spPr>
            <a:xfrm rot="10800000">
              <a:off x="3125051" y="5582231"/>
              <a:ext cx="315487" cy="286139"/>
            </a:xfrm>
            <a:prstGeom prst="triangle">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34" name="textruta 133">
              <a:extLst>
                <a:ext uri="{FF2B5EF4-FFF2-40B4-BE49-F238E27FC236}">
                  <a16:creationId xmlns:a16="http://schemas.microsoft.com/office/drawing/2014/main" id="{AFF70F32-958C-F3DC-1749-D6BA47944234}"/>
                </a:ext>
              </a:extLst>
            </p:cNvPr>
            <p:cNvSpPr txBox="1"/>
            <p:nvPr/>
          </p:nvSpPr>
          <p:spPr>
            <a:xfrm>
              <a:off x="3155640" y="5558416"/>
              <a:ext cx="352425" cy="261610"/>
            </a:xfrm>
            <a:prstGeom prst="rect">
              <a:avLst/>
            </a:prstGeom>
            <a:noFill/>
          </p:spPr>
          <p:txBody>
            <a:bodyPr wrap="square" rtlCol="0">
              <a:spAutoFit/>
            </a:bodyPr>
            <a:lstStyle/>
            <a:p>
              <a:r>
                <a:rPr lang="sv-SE" sz="1100" dirty="0"/>
                <a:t>3</a:t>
              </a:r>
            </a:p>
          </p:txBody>
        </p:sp>
      </p:grpSp>
      <p:grpSp>
        <p:nvGrpSpPr>
          <p:cNvPr id="135" name="Grupp 134">
            <a:extLst>
              <a:ext uri="{FF2B5EF4-FFF2-40B4-BE49-F238E27FC236}">
                <a16:creationId xmlns:a16="http://schemas.microsoft.com/office/drawing/2014/main" id="{5137BD78-85F5-9158-2B4A-00550143A628}"/>
              </a:ext>
            </a:extLst>
          </p:cNvPr>
          <p:cNvGrpSpPr/>
          <p:nvPr/>
        </p:nvGrpSpPr>
        <p:grpSpPr>
          <a:xfrm>
            <a:off x="7206619" y="2316508"/>
            <a:ext cx="375502" cy="307839"/>
            <a:chOff x="4561313" y="4788287"/>
            <a:chExt cx="375502" cy="307839"/>
          </a:xfrm>
        </p:grpSpPr>
        <p:sp>
          <p:nvSpPr>
            <p:cNvPr id="136" name="Likbent triangel 135">
              <a:extLst>
                <a:ext uri="{FF2B5EF4-FFF2-40B4-BE49-F238E27FC236}">
                  <a16:creationId xmlns:a16="http://schemas.microsoft.com/office/drawing/2014/main" id="{DFA787E5-AF86-DC76-8DEB-3ACEE6931AFD}"/>
                </a:ext>
              </a:extLst>
            </p:cNvPr>
            <p:cNvSpPr/>
            <p:nvPr/>
          </p:nvSpPr>
          <p:spPr>
            <a:xfrm>
              <a:off x="4561313" y="4788287"/>
              <a:ext cx="315488" cy="286140"/>
            </a:xfrm>
            <a:prstGeom prst="triangle">
              <a:avLst/>
            </a:prstGeom>
            <a:solidFill>
              <a:srgbClr val="4DFC24"/>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solidFill>
                  <a:schemeClr val="tx1"/>
                </a:solidFill>
              </a:endParaRPr>
            </a:p>
          </p:txBody>
        </p:sp>
        <p:sp>
          <p:nvSpPr>
            <p:cNvPr id="137" name="textruta 136">
              <a:extLst>
                <a:ext uri="{FF2B5EF4-FFF2-40B4-BE49-F238E27FC236}">
                  <a16:creationId xmlns:a16="http://schemas.microsoft.com/office/drawing/2014/main" id="{EDC8D306-A7E6-9B79-B977-B0B138C1A6FD}"/>
                </a:ext>
              </a:extLst>
            </p:cNvPr>
            <p:cNvSpPr txBox="1"/>
            <p:nvPr/>
          </p:nvSpPr>
          <p:spPr>
            <a:xfrm>
              <a:off x="4584390" y="4834516"/>
              <a:ext cx="352425" cy="261610"/>
            </a:xfrm>
            <a:prstGeom prst="rect">
              <a:avLst/>
            </a:prstGeom>
            <a:noFill/>
          </p:spPr>
          <p:txBody>
            <a:bodyPr wrap="square" rtlCol="0">
              <a:spAutoFit/>
            </a:bodyPr>
            <a:lstStyle/>
            <a:p>
              <a:endParaRPr lang="sv-SE" sz="1100" dirty="0"/>
            </a:p>
          </p:txBody>
        </p:sp>
      </p:grpSp>
      <p:grpSp>
        <p:nvGrpSpPr>
          <p:cNvPr id="141" name="Grupp 140">
            <a:extLst>
              <a:ext uri="{FF2B5EF4-FFF2-40B4-BE49-F238E27FC236}">
                <a16:creationId xmlns:a16="http://schemas.microsoft.com/office/drawing/2014/main" id="{96B387AE-7331-CF65-C057-75083C5890D1}"/>
              </a:ext>
            </a:extLst>
          </p:cNvPr>
          <p:cNvGrpSpPr/>
          <p:nvPr/>
        </p:nvGrpSpPr>
        <p:grpSpPr>
          <a:xfrm>
            <a:off x="4669045" y="1530586"/>
            <a:ext cx="383014" cy="309954"/>
            <a:chOff x="3125051" y="5558416"/>
            <a:chExt cx="383014" cy="309954"/>
          </a:xfrm>
        </p:grpSpPr>
        <p:sp>
          <p:nvSpPr>
            <p:cNvPr id="142" name="Likbent triangel 141">
              <a:extLst>
                <a:ext uri="{FF2B5EF4-FFF2-40B4-BE49-F238E27FC236}">
                  <a16:creationId xmlns:a16="http://schemas.microsoft.com/office/drawing/2014/main" id="{389EE478-DA2A-7E41-201A-AF5C4675F343}"/>
                </a:ext>
              </a:extLst>
            </p:cNvPr>
            <p:cNvSpPr/>
            <p:nvPr/>
          </p:nvSpPr>
          <p:spPr>
            <a:xfrm rot="10800000">
              <a:off x="3125051" y="5582231"/>
              <a:ext cx="315487" cy="286139"/>
            </a:xfrm>
            <a:prstGeom prst="triangle">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43" name="textruta 142">
              <a:extLst>
                <a:ext uri="{FF2B5EF4-FFF2-40B4-BE49-F238E27FC236}">
                  <a16:creationId xmlns:a16="http://schemas.microsoft.com/office/drawing/2014/main" id="{5A2B847A-6DC8-3B13-CB75-D6A62DCC8E5A}"/>
                </a:ext>
              </a:extLst>
            </p:cNvPr>
            <p:cNvSpPr txBox="1"/>
            <p:nvPr/>
          </p:nvSpPr>
          <p:spPr>
            <a:xfrm>
              <a:off x="3155640" y="5558416"/>
              <a:ext cx="352425" cy="261610"/>
            </a:xfrm>
            <a:prstGeom prst="rect">
              <a:avLst/>
            </a:prstGeom>
            <a:noFill/>
          </p:spPr>
          <p:txBody>
            <a:bodyPr wrap="square" rtlCol="0">
              <a:spAutoFit/>
            </a:bodyPr>
            <a:lstStyle/>
            <a:p>
              <a:endParaRPr lang="sv-SE" sz="1100" dirty="0"/>
            </a:p>
          </p:txBody>
        </p:sp>
      </p:grpSp>
      <p:grpSp>
        <p:nvGrpSpPr>
          <p:cNvPr id="144" name="Grupp 143">
            <a:extLst>
              <a:ext uri="{FF2B5EF4-FFF2-40B4-BE49-F238E27FC236}">
                <a16:creationId xmlns:a16="http://schemas.microsoft.com/office/drawing/2014/main" id="{2713191F-CBFE-B8CB-E0A4-280DBB12F2F1}"/>
              </a:ext>
            </a:extLst>
          </p:cNvPr>
          <p:cNvGrpSpPr/>
          <p:nvPr/>
        </p:nvGrpSpPr>
        <p:grpSpPr>
          <a:xfrm>
            <a:off x="4167748" y="2976653"/>
            <a:ext cx="383014" cy="309954"/>
            <a:chOff x="3125051" y="5558416"/>
            <a:chExt cx="383014" cy="309954"/>
          </a:xfrm>
        </p:grpSpPr>
        <p:sp>
          <p:nvSpPr>
            <p:cNvPr id="145" name="Likbent triangel 144">
              <a:extLst>
                <a:ext uri="{FF2B5EF4-FFF2-40B4-BE49-F238E27FC236}">
                  <a16:creationId xmlns:a16="http://schemas.microsoft.com/office/drawing/2014/main" id="{32C2B2DC-75F8-D789-E02A-388ED118266C}"/>
                </a:ext>
              </a:extLst>
            </p:cNvPr>
            <p:cNvSpPr/>
            <p:nvPr/>
          </p:nvSpPr>
          <p:spPr>
            <a:xfrm rot="10800000">
              <a:off x="3125051" y="5582231"/>
              <a:ext cx="315487" cy="286139"/>
            </a:xfrm>
            <a:prstGeom prst="triangle">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46" name="textruta 145">
              <a:extLst>
                <a:ext uri="{FF2B5EF4-FFF2-40B4-BE49-F238E27FC236}">
                  <a16:creationId xmlns:a16="http://schemas.microsoft.com/office/drawing/2014/main" id="{704810DE-B2F7-A376-01A4-D480DF728C15}"/>
                </a:ext>
              </a:extLst>
            </p:cNvPr>
            <p:cNvSpPr txBox="1"/>
            <p:nvPr/>
          </p:nvSpPr>
          <p:spPr>
            <a:xfrm>
              <a:off x="3155640" y="5558416"/>
              <a:ext cx="352425" cy="261610"/>
            </a:xfrm>
            <a:prstGeom prst="rect">
              <a:avLst/>
            </a:prstGeom>
            <a:noFill/>
          </p:spPr>
          <p:txBody>
            <a:bodyPr wrap="square" rtlCol="0">
              <a:spAutoFit/>
            </a:bodyPr>
            <a:lstStyle/>
            <a:p>
              <a:r>
                <a:rPr lang="sv-SE" sz="1100" dirty="0"/>
                <a:t>4</a:t>
              </a:r>
            </a:p>
          </p:txBody>
        </p:sp>
      </p:grpSp>
      <p:grpSp>
        <p:nvGrpSpPr>
          <p:cNvPr id="147" name="Grupp 146">
            <a:extLst>
              <a:ext uri="{FF2B5EF4-FFF2-40B4-BE49-F238E27FC236}">
                <a16:creationId xmlns:a16="http://schemas.microsoft.com/office/drawing/2014/main" id="{BC479B03-BCFD-FB05-108D-2AD5D61CA323}"/>
              </a:ext>
            </a:extLst>
          </p:cNvPr>
          <p:cNvGrpSpPr/>
          <p:nvPr/>
        </p:nvGrpSpPr>
        <p:grpSpPr>
          <a:xfrm>
            <a:off x="7993423" y="2973497"/>
            <a:ext cx="383014" cy="309954"/>
            <a:chOff x="3125051" y="5558416"/>
            <a:chExt cx="383014" cy="309954"/>
          </a:xfrm>
        </p:grpSpPr>
        <p:sp>
          <p:nvSpPr>
            <p:cNvPr id="148" name="Likbent triangel 147">
              <a:extLst>
                <a:ext uri="{FF2B5EF4-FFF2-40B4-BE49-F238E27FC236}">
                  <a16:creationId xmlns:a16="http://schemas.microsoft.com/office/drawing/2014/main" id="{F32BEDFF-45BC-D9A2-5ACE-48840F49054A}"/>
                </a:ext>
              </a:extLst>
            </p:cNvPr>
            <p:cNvSpPr/>
            <p:nvPr/>
          </p:nvSpPr>
          <p:spPr>
            <a:xfrm rot="10800000">
              <a:off x="3125051" y="5582231"/>
              <a:ext cx="315487" cy="286139"/>
            </a:xfrm>
            <a:prstGeom prst="triangle">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49" name="textruta 148">
              <a:extLst>
                <a:ext uri="{FF2B5EF4-FFF2-40B4-BE49-F238E27FC236}">
                  <a16:creationId xmlns:a16="http://schemas.microsoft.com/office/drawing/2014/main" id="{05E54162-DCDE-473B-783B-B92E918C57CC}"/>
                </a:ext>
              </a:extLst>
            </p:cNvPr>
            <p:cNvSpPr txBox="1"/>
            <p:nvPr/>
          </p:nvSpPr>
          <p:spPr>
            <a:xfrm>
              <a:off x="3155640" y="5558416"/>
              <a:ext cx="352425" cy="261610"/>
            </a:xfrm>
            <a:prstGeom prst="rect">
              <a:avLst/>
            </a:prstGeom>
            <a:noFill/>
          </p:spPr>
          <p:txBody>
            <a:bodyPr wrap="square" rtlCol="0">
              <a:spAutoFit/>
            </a:bodyPr>
            <a:lstStyle/>
            <a:p>
              <a:endParaRPr lang="sv-SE" sz="1100" dirty="0"/>
            </a:p>
          </p:txBody>
        </p:sp>
      </p:grpSp>
      <p:grpSp>
        <p:nvGrpSpPr>
          <p:cNvPr id="150" name="Grupp 149">
            <a:extLst>
              <a:ext uri="{FF2B5EF4-FFF2-40B4-BE49-F238E27FC236}">
                <a16:creationId xmlns:a16="http://schemas.microsoft.com/office/drawing/2014/main" id="{0C0D4514-B148-B3F6-FFCB-C37FEF656867}"/>
              </a:ext>
            </a:extLst>
          </p:cNvPr>
          <p:cNvGrpSpPr/>
          <p:nvPr/>
        </p:nvGrpSpPr>
        <p:grpSpPr>
          <a:xfrm>
            <a:off x="6657557" y="4173119"/>
            <a:ext cx="375502" cy="307839"/>
            <a:chOff x="4561313" y="4788287"/>
            <a:chExt cx="375502" cy="307839"/>
          </a:xfrm>
        </p:grpSpPr>
        <p:sp>
          <p:nvSpPr>
            <p:cNvPr id="151" name="Likbent triangel 150">
              <a:extLst>
                <a:ext uri="{FF2B5EF4-FFF2-40B4-BE49-F238E27FC236}">
                  <a16:creationId xmlns:a16="http://schemas.microsoft.com/office/drawing/2014/main" id="{E3FC690D-96A7-E571-B927-817E2E624F9B}"/>
                </a:ext>
              </a:extLst>
            </p:cNvPr>
            <p:cNvSpPr/>
            <p:nvPr/>
          </p:nvSpPr>
          <p:spPr>
            <a:xfrm>
              <a:off x="4561313" y="4788287"/>
              <a:ext cx="315488" cy="286140"/>
            </a:xfrm>
            <a:prstGeom prst="triangle">
              <a:avLst/>
            </a:prstGeom>
            <a:solidFill>
              <a:srgbClr val="4DFC24"/>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solidFill>
                  <a:schemeClr val="tx1"/>
                </a:solidFill>
              </a:endParaRPr>
            </a:p>
          </p:txBody>
        </p:sp>
        <p:sp>
          <p:nvSpPr>
            <p:cNvPr id="152" name="textruta 151">
              <a:extLst>
                <a:ext uri="{FF2B5EF4-FFF2-40B4-BE49-F238E27FC236}">
                  <a16:creationId xmlns:a16="http://schemas.microsoft.com/office/drawing/2014/main" id="{3E0AFC4C-ED09-EDA6-C945-64FEE958E8A6}"/>
                </a:ext>
              </a:extLst>
            </p:cNvPr>
            <p:cNvSpPr txBox="1"/>
            <p:nvPr/>
          </p:nvSpPr>
          <p:spPr>
            <a:xfrm>
              <a:off x="4584390" y="4834516"/>
              <a:ext cx="352425" cy="261610"/>
            </a:xfrm>
            <a:prstGeom prst="rect">
              <a:avLst/>
            </a:prstGeom>
            <a:noFill/>
          </p:spPr>
          <p:txBody>
            <a:bodyPr wrap="square" rtlCol="0">
              <a:spAutoFit/>
            </a:bodyPr>
            <a:lstStyle/>
            <a:p>
              <a:endParaRPr lang="sv-SE" sz="1100" dirty="0"/>
            </a:p>
          </p:txBody>
        </p:sp>
      </p:grpSp>
      <p:grpSp>
        <p:nvGrpSpPr>
          <p:cNvPr id="153" name="Grupp 152">
            <a:extLst>
              <a:ext uri="{FF2B5EF4-FFF2-40B4-BE49-F238E27FC236}">
                <a16:creationId xmlns:a16="http://schemas.microsoft.com/office/drawing/2014/main" id="{522577C6-8914-FFC4-0104-905953FEA6E2}"/>
              </a:ext>
            </a:extLst>
          </p:cNvPr>
          <p:cNvGrpSpPr/>
          <p:nvPr/>
        </p:nvGrpSpPr>
        <p:grpSpPr>
          <a:xfrm>
            <a:off x="9014695" y="4120841"/>
            <a:ext cx="375502" cy="307839"/>
            <a:chOff x="4561313" y="4788287"/>
            <a:chExt cx="375502" cy="307839"/>
          </a:xfrm>
        </p:grpSpPr>
        <p:sp>
          <p:nvSpPr>
            <p:cNvPr id="154" name="Likbent triangel 153">
              <a:extLst>
                <a:ext uri="{FF2B5EF4-FFF2-40B4-BE49-F238E27FC236}">
                  <a16:creationId xmlns:a16="http://schemas.microsoft.com/office/drawing/2014/main" id="{815F3937-CA2D-06DB-87BD-FCE8B2FCC02D}"/>
                </a:ext>
              </a:extLst>
            </p:cNvPr>
            <p:cNvSpPr/>
            <p:nvPr/>
          </p:nvSpPr>
          <p:spPr>
            <a:xfrm>
              <a:off x="4561313" y="4788287"/>
              <a:ext cx="315488" cy="286140"/>
            </a:xfrm>
            <a:prstGeom prst="triangle">
              <a:avLst/>
            </a:prstGeom>
            <a:solidFill>
              <a:srgbClr val="4DFC24"/>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solidFill>
                  <a:schemeClr val="tx1"/>
                </a:solidFill>
              </a:endParaRPr>
            </a:p>
          </p:txBody>
        </p:sp>
        <p:sp>
          <p:nvSpPr>
            <p:cNvPr id="155" name="textruta 154">
              <a:extLst>
                <a:ext uri="{FF2B5EF4-FFF2-40B4-BE49-F238E27FC236}">
                  <a16:creationId xmlns:a16="http://schemas.microsoft.com/office/drawing/2014/main" id="{E9E6B518-EFAE-331B-C2A4-65F212026CE9}"/>
                </a:ext>
              </a:extLst>
            </p:cNvPr>
            <p:cNvSpPr txBox="1"/>
            <p:nvPr/>
          </p:nvSpPr>
          <p:spPr>
            <a:xfrm>
              <a:off x="4584390" y="4834516"/>
              <a:ext cx="352425" cy="261610"/>
            </a:xfrm>
            <a:prstGeom prst="rect">
              <a:avLst/>
            </a:prstGeom>
            <a:noFill/>
          </p:spPr>
          <p:txBody>
            <a:bodyPr wrap="square" rtlCol="0">
              <a:spAutoFit/>
            </a:bodyPr>
            <a:lstStyle/>
            <a:p>
              <a:endParaRPr lang="sv-SE" sz="1100" dirty="0"/>
            </a:p>
          </p:txBody>
        </p:sp>
      </p:grpSp>
      <p:grpSp>
        <p:nvGrpSpPr>
          <p:cNvPr id="156" name="Grupp 155">
            <a:extLst>
              <a:ext uri="{FF2B5EF4-FFF2-40B4-BE49-F238E27FC236}">
                <a16:creationId xmlns:a16="http://schemas.microsoft.com/office/drawing/2014/main" id="{EB6B0FCF-5D76-B33C-7540-8EC9EF29420B}"/>
              </a:ext>
            </a:extLst>
          </p:cNvPr>
          <p:cNvGrpSpPr/>
          <p:nvPr/>
        </p:nvGrpSpPr>
        <p:grpSpPr>
          <a:xfrm>
            <a:off x="7198328" y="5430449"/>
            <a:ext cx="375502" cy="307839"/>
            <a:chOff x="4561313" y="4788287"/>
            <a:chExt cx="375502" cy="307839"/>
          </a:xfrm>
        </p:grpSpPr>
        <p:sp>
          <p:nvSpPr>
            <p:cNvPr id="157" name="Likbent triangel 156">
              <a:extLst>
                <a:ext uri="{FF2B5EF4-FFF2-40B4-BE49-F238E27FC236}">
                  <a16:creationId xmlns:a16="http://schemas.microsoft.com/office/drawing/2014/main" id="{24F2AC8D-7EEE-6FB7-82E0-B84603DB3F7D}"/>
                </a:ext>
              </a:extLst>
            </p:cNvPr>
            <p:cNvSpPr/>
            <p:nvPr/>
          </p:nvSpPr>
          <p:spPr>
            <a:xfrm>
              <a:off x="4561313" y="4788287"/>
              <a:ext cx="315488" cy="286140"/>
            </a:xfrm>
            <a:prstGeom prst="triangle">
              <a:avLst/>
            </a:prstGeom>
            <a:solidFill>
              <a:srgbClr val="4DFC24"/>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solidFill>
                  <a:schemeClr val="tx1"/>
                </a:solidFill>
              </a:endParaRPr>
            </a:p>
          </p:txBody>
        </p:sp>
        <p:sp>
          <p:nvSpPr>
            <p:cNvPr id="158" name="textruta 157">
              <a:extLst>
                <a:ext uri="{FF2B5EF4-FFF2-40B4-BE49-F238E27FC236}">
                  <a16:creationId xmlns:a16="http://schemas.microsoft.com/office/drawing/2014/main" id="{4B77B216-C07A-148F-C84A-A6F453A07D89}"/>
                </a:ext>
              </a:extLst>
            </p:cNvPr>
            <p:cNvSpPr txBox="1"/>
            <p:nvPr/>
          </p:nvSpPr>
          <p:spPr>
            <a:xfrm>
              <a:off x="4584390" y="4834516"/>
              <a:ext cx="352425" cy="261610"/>
            </a:xfrm>
            <a:prstGeom prst="rect">
              <a:avLst/>
            </a:prstGeom>
            <a:noFill/>
          </p:spPr>
          <p:txBody>
            <a:bodyPr wrap="square" rtlCol="0">
              <a:spAutoFit/>
            </a:bodyPr>
            <a:lstStyle/>
            <a:p>
              <a:r>
                <a:rPr lang="sv-SE" sz="1100" dirty="0"/>
                <a:t>1</a:t>
              </a:r>
            </a:p>
          </p:txBody>
        </p:sp>
      </p:grpSp>
      <p:grpSp>
        <p:nvGrpSpPr>
          <p:cNvPr id="159" name="Grupp 158">
            <a:extLst>
              <a:ext uri="{FF2B5EF4-FFF2-40B4-BE49-F238E27FC236}">
                <a16:creationId xmlns:a16="http://schemas.microsoft.com/office/drawing/2014/main" id="{CE8C4E65-7924-09A9-FE1F-CB84BA18F3B0}"/>
              </a:ext>
            </a:extLst>
          </p:cNvPr>
          <p:cNvGrpSpPr/>
          <p:nvPr/>
        </p:nvGrpSpPr>
        <p:grpSpPr>
          <a:xfrm>
            <a:off x="6007405" y="5452148"/>
            <a:ext cx="375502" cy="307839"/>
            <a:chOff x="4561313" y="4788287"/>
            <a:chExt cx="375502" cy="307839"/>
          </a:xfrm>
        </p:grpSpPr>
        <p:sp>
          <p:nvSpPr>
            <p:cNvPr id="160" name="Likbent triangel 159">
              <a:extLst>
                <a:ext uri="{FF2B5EF4-FFF2-40B4-BE49-F238E27FC236}">
                  <a16:creationId xmlns:a16="http://schemas.microsoft.com/office/drawing/2014/main" id="{080494A1-EA18-6CFF-5459-4C92E7CBD92A}"/>
                </a:ext>
              </a:extLst>
            </p:cNvPr>
            <p:cNvSpPr/>
            <p:nvPr/>
          </p:nvSpPr>
          <p:spPr>
            <a:xfrm>
              <a:off x="4561313" y="4788287"/>
              <a:ext cx="315488" cy="286140"/>
            </a:xfrm>
            <a:prstGeom prst="triangle">
              <a:avLst/>
            </a:prstGeom>
            <a:solidFill>
              <a:srgbClr val="4DFC24"/>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solidFill>
                  <a:schemeClr val="tx1"/>
                </a:solidFill>
              </a:endParaRPr>
            </a:p>
          </p:txBody>
        </p:sp>
        <p:sp>
          <p:nvSpPr>
            <p:cNvPr id="161" name="textruta 160">
              <a:extLst>
                <a:ext uri="{FF2B5EF4-FFF2-40B4-BE49-F238E27FC236}">
                  <a16:creationId xmlns:a16="http://schemas.microsoft.com/office/drawing/2014/main" id="{B423DAD1-BFAE-31F9-ADA9-D4DCC67E8A1F}"/>
                </a:ext>
              </a:extLst>
            </p:cNvPr>
            <p:cNvSpPr txBox="1"/>
            <p:nvPr/>
          </p:nvSpPr>
          <p:spPr>
            <a:xfrm>
              <a:off x="4584390" y="4834516"/>
              <a:ext cx="352425" cy="261610"/>
            </a:xfrm>
            <a:prstGeom prst="rect">
              <a:avLst/>
            </a:prstGeom>
            <a:noFill/>
          </p:spPr>
          <p:txBody>
            <a:bodyPr wrap="square" rtlCol="0">
              <a:spAutoFit/>
            </a:bodyPr>
            <a:lstStyle/>
            <a:p>
              <a:r>
                <a:rPr lang="sv-SE" sz="1100" dirty="0"/>
                <a:t>3</a:t>
              </a:r>
            </a:p>
          </p:txBody>
        </p:sp>
      </p:grpSp>
      <p:grpSp>
        <p:nvGrpSpPr>
          <p:cNvPr id="165" name="Grupp 164">
            <a:extLst>
              <a:ext uri="{FF2B5EF4-FFF2-40B4-BE49-F238E27FC236}">
                <a16:creationId xmlns:a16="http://schemas.microsoft.com/office/drawing/2014/main" id="{557FDCFF-F426-2F90-568D-87EF5AC7AE12}"/>
              </a:ext>
            </a:extLst>
          </p:cNvPr>
          <p:cNvGrpSpPr/>
          <p:nvPr/>
        </p:nvGrpSpPr>
        <p:grpSpPr>
          <a:xfrm>
            <a:off x="6382907" y="6220051"/>
            <a:ext cx="383014" cy="309954"/>
            <a:chOff x="3125051" y="5558416"/>
            <a:chExt cx="383014" cy="309954"/>
          </a:xfrm>
        </p:grpSpPr>
        <p:sp>
          <p:nvSpPr>
            <p:cNvPr id="166" name="Likbent triangel 165">
              <a:extLst>
                <a:ext uri="{FF2B5EF4-FFF2-40B4-BE49-F238E27FC236}">
                  <a16:creationId xmlns:a16="http://schemas.microsoft.com/office/drawing/2014/main" id="{14DCCBB2-0F6E-9097-3E38-CFCDC9857A41}"/>
                </a:ext>
              </a:extLst>
            </p:cNvPr>
            <p:cNvSpPr/>
            <p:nvPr/>
          </p:nvSpPr>
          <p:spPr>
            <a:xfrm rot="10800000">
              <a:off x="3125051" y="5582231"/>
              <a:ext cx="315487" cy="286139"/>
            </a:xfrm>
            <a:prstGeom prst="triangle">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67" name="textruta 166">
              <a:extLst>
                <a:ext uri="{FF2B5EF4-FFF2-40B4-BE49-F238E27FC236}">
                  <a16:creationId xmlns:a16="http://schemas.microsoft.com/office/drawing/2014/main" id="{1CB0AB3E-F68A-D9FD-EC49-6CC7F6426EBB}"/>
                </a:ext>
              </a:extLst>
            </p:cNvPr>
            <p:cNvSpPr txBox="1"/>
            <p:nvPr/>
          </p:nvSpPr>
          <p:spPr>
            <a:xfrm>
              <a:off x="3155640" y="5558416"/>
              <a:ext cx="352425" cy="261610"/>
            </a:xfrm>
            <a:prstGeom prst="rect">
              <a:avLst/>
            </a:prstGeom>
            <a:noFill/>
          </p:spPr>
          <p:txBody>
            <a:bodyPr wrap="square" rtlCol="0">
              <a:spAutoFit/>
            </a:bodyPr>
            <a:lstStyle/>
            <a:p>
              <a:r>
                <a:rPr lang="sv-SE" sz="1100" dirty="0"/>
                <a:t>1</a:t>
              </a:r>
            </a:p>
          </p:txBody>
        </p:sp>
      </p:grpSp>
      <p:grpSp>
        <p:nvGrpSpPr>
          <p:cNvPr id="168" name="Grupp 167">
            <a:extLst>
              <a:ext uri="{FF2B5EF4-FFF2-40B4-BE49-F238E27FC236}">
                <a16:creationId xmlns:a16="http://schemas.microsoft.com/office/drawing/2014/main" id="{969D08F6-971B-F7AE-63EF-7A5006FC5DA9}"/>
              </a:ext>
            </a:extLst>
          </p:cNvPr>
          <p:cNvGrpSpPr/>
          <p:nvPr/>
        </p:nvGrpSpPr>
        <p:grpSpPr>
          <a:xfrm>
            <a:off x="5291588" y="4843897"/>
            <a:ext cx="383014" cy="309954"/>
            <a:chOff x="3125051" y="5558416"/>
            <a:chExt cx="383014" cy="309954"/>
          </a:xfrm>
        </p:grpSpPr>
        <p:sp>
          <p:nvSpPr>
            <p:cNvPr id="169" name="Likbent triangel 168">
              <a:extLst>
                <a:ext uri="{FF2B5EF4-FFF2-40B4-BE49-F238E27FC236}">
                  <a16:creationId xmlns:a16="http://schemas.microsoft.com/office/drawing/2014/main" id="{C4FC1ED1-1DDB-3C1A-0776-A6D365211AA2}"/>
                </a:ext>
              </a:extLst>
            </p:cNvPr>
            <p:cNvSpPr/>
            <p:nvPr/>
          </p:nvSpPr>
          <p:spPr>
            <a:xfrm rot="10800000">
              <a:off x="3125051" y="5582231"/>
              <a:ext cx="315487" cy="286139"/>
            </a:xfrm>
            <a:prstGeom prst="triangle">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70" name="textruta 169">
              <a:extLst>
                <a:ext uri="{FF2B5EF4-FFF2-40B4-BE49-F238E27FC236}">
                  <a16:creationId xmlns:a16="http://schemas.microsoft.com/office/drawing/2014/main" id="{065EDE45-9095-F738-7A9A-85DFECDA63D9}"/>
                </a:ext>
              </a:extLst>
            </p:cNvPr>
            <p:cNvSpPr txBox="1"/>
            <p:nvPr/>
          </p:nvSpPr>
          <p:spPr>
            <a:xfrm>
              <a:off x="3155640" y="5558416"/>
              <a:ext cx="352425" cy="261610"/>
            </a:xfrm>
            <a:prstGeom prst="rect">
              <a:avLst/>
            </a:prstGeom>
            <a:noFill/>
          </p:spPr>
          <p:txBody>
            <a:bodyPr wrap="square" rtlCol="0">
              <a:spAutoFit/>
            </a:bodyPr>
            <a:lstStyle/>
            <a:p>
              <a:r>
                <a:rPr lang="sv-SE" sz="1100" dirty="0"/>
                <a:t>5</a:t>
              </a:r>
            </a:p>
          </p:txBody>
        </p:sp>
      </p:grpSp>
      <p:grpSp>
        <p:nvGrpSpPr>
          <p:cNvPr id="171" name="Grupp 170">
            <a:extLst>
              <a:ext uri="{FF2B5EF4-FFF2-40B4-BE49-F238E27FC236}">
                <a16:creationId xmlns:a16="http://schemas.microsoft.com/office/drawing/2014/main" id="{13D6A938-F0E2-FAA8-0C27-BE6003BE4703}"/>
              </a:ext>
            </a:extLst>
          </p:cNvPr>
          <p:cNvGrpSpPr/>
          <p:nvPr/>
        </p:nvGrpSpPr>
        <p:grpSpPr>
          <a:xfrm>
            <a:off x="6650045" y="4843897"/>
            <a:ext cx="383014" cy="309954"/>
            <a:chOff x="3125051" y="5558416"/>
            <a:chExt cx="383014" cy="309954"/>
          </a:xfrm>
        </p:grpSpPr>
        <p:sp>
          <p:nvSpPr>
            <p:cNvPr id="172" name="Likbent triangel 171">
              <a:extLst>
                <a:ext uri="{FF2B5EF4-FFF2-40B4-BE49-F238E27FC236}">
                  <a16:creationId xmlns:a16="http://schemas.microsoft.com/office/drawing/2014/main" id="{5C134118-7396-E91D-0F9B-47F5484B7988}"/>
                </a:ext>
              </a:extLst>
            </p:cNvPr>
            <p:cNvSpPr/>
            <p:nvPr/>
          </p:nvSpPr>
          <p:spPr>
            <a:xfrm rot="10800000">
              <a:off x="3125051" y="5582231"/>
              <a:ext cx="315487" cy="286139"/>
            </a:xfrm>
            <a:prstGeom prst="triangle">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73" name="textruta 172">
              <a:extLst>
                <a:ext uri="{FF2B5EF4-FFF2-40B4-BE49-F238E27FC236}">
                  <a16:creationId xmlns:a16="http://schemas.microsoft.com/office/drawing/2014/main" id="{C7394BD9-6FA6-CA56-B961-A7E8F38071BE}"/>
                </a:ext>
              </a:extLst>
            </p:cNvPr>
            <p:cNvSpPr txBox="1"/>
            <p:nvPr/>
          </p:nvSpPr>
          <p:spPr>
            <a:xfrm>
              <a:off x="3155640" y="5558416"/>
              <a:ext cx="352425" cy="261610"/>
            </a:xfrm>
            <a:prstGeom prst="rect">
              <a:avLst/>
            </a:prstGeom>
            <a:noFill/>
          </p:spPr>
          <p:txBody>
            <a:bodyPr wrap="square" rtlCol="0">
              <a:spAutoFit/>
            </a:bodyPr>
            <a:lstStyle/>
            <a:p>
              <a:endParaRPr lang="sv-SE" sz="1100" dirty="0"/>
            </a:p>
          </p:txBody>
        </p:sp>
      </p:grpSp>
      <p:grpSp>
        <p:nvGrpSpPr>
          <p:cNvPr id="174" name="Grupp 173">
            <a:extLst>
              <a:ext uri="{FF2B5EF4-FFF2-40B4-BE49-F238E27FC236}">
                <a16:creationId xmlns:a16="http://schemas.microsoft.com/office/drawing/2014/main" id="{65C8747F-A38C-1A65-6922-4702BE9FF4D3}"/>
              </a:ext>
            </a:extLst>
          </p:cNvPr>
          <p:cNvGrpSpPr/>
          <p:nvPr/>
        </p:nvGrpSpPr>
        <p:grpSpPr>
          <a:xfrm>
            <a:off x="7939744" y="4846226"/>
            <a:ext cx="383014" cy="309954"/>
            <a:chOff x="3125051" y="5558416"/>
            <a:chExt cx="383014" cy="309954"/>
          </a:xfrm>
        </p:grpSpPr>
        <p:sp>
          <p:nvSpPr>
            <p:cNvPr id="175" name="Likbent triangel 174">
              <a:extLst>
                <a:ext uri="{FF2B5EF4-FFF2-40B4-BE49-F238E27FC236}">
                  <a16:creationId xmlns:a16="http://schemas.microsoft.com/office/drawing/2014/main" id="{E2BCFB0E-2E87-E70C-FD65-DEFB97F954E6}"/>
                </a:ext>
              </a:extLst>
            </p:cNvPr>
            <p:cNvSpPr/>
            <p:nvPr/>
          </p:nvSpPr>
          <p:spPr>
            <a:xfrm rot="10800000">
              <a:off x="3125051" y="5582231"/>
              <a:ext cx="315487" cy="286139"/>
            </a:xfrm>
            <a:prstGeom prst="triangle">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76" name="textruta 175">
              <a:extLst>
                <a:ext uri="{FF2B5EF4-FFF2-40B4-BE49-F238E27FC236}">
                  <a16:creationId xmlns:a16="http://schemas.microsoft.com/office/drawing/2014/main" id="{12A7D84F-B24A-7DD9-E912-EDCC8F19F9E3}"/>
                </a:ext>
              </a:extLst>
            </p:cNvPr>
            <p:cNvSpPr txBox="1"/>
            <p:nvPr/>
          </p:nvSpPr>
          <p:spPr>
            <a:xfrm>
              <a:off x="3155640" y="5558416"/>
              <a:ext cx="352425" cy="261610"/>
            </a:xfrm>
            <a:prstGeom prst="rect">
              <a:avLst/>
            </a:prstGeom>
            <a:noFill/>
          </p:spPr>
          <p:txBody>
            <a:bodyPr wrap="square" rtlCol="0">
              <a:spAutoFit/>
            </a:bodyPr>
            <a:lstStyle/>
            <a:p>
              <a:endParaRPr lang="sv-SE" sz="1100" dirty="0"/>
            </a:p>
          </p:txBody>
        </p:sp>
      </p:grpSp>
      <p:grpSp>
        <p:nvGrpSpPr>
          <p:cNvPr id="177" name="Grupp 176">
            <a:extLst>
              <a:ext uri="{FF2B5EF4-FFF2-40B4-BE49-F238E27FC236}">
                <a16:creationId xmlns:a16="http://schemas.microsoft.com/office/drawing/2014/main" id="{0880180E-B759-A168-78B4-5522D8D140C2}"/>
              </a:ext>
            </a:extLst>
          </p:cNvPr>
          <p:cNvGrpSpPr/>
          <p:nvPr/>
        </p:nvGrpSpPr>
        <p:grpSpPr>
          <a:xfrm>
            <a:off x="6558683" y="2944119"/>
            <a:ext cx="383014" cy="309954"/>
            <a:chOff x="3125051" y="5558416"/>
            <a:chExt cx="383014" cy="309954"/>
          </a:xfrm>
        </p:grpSpPr>
        <p:sp>
          <p:nvSpPr>
            <p:cNvPr id="178" name="Likbent triangel 177">
              <a:extLst>
                <a:ext uri="{FF2B5EF4-FFF2-40B4-BE49-F238E27FC236}">
                  <a16:creationId xmlns:a16="http://schemas.microsoft.com/office/drawing/2014/main" id="{98E2710B-7413-9AB5-161A-B8ED94675E95}"/>
                </a:ext>
              </a:extLst>
            </p:cNvPr>
            <p:cNvSpPr/>
            <p:nvPr/>
          </p:nvSpPr>
          <p:spPr>
            <a:xfrm rot="10800000">
              <a:off x="3125051" y="5582231"/>
              <a:ext cx="315487" cy="286139"/>
            </a:xfrm>
            <a:prstGeom prst="triangle">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79" name="textruta 178">
              <a:extLst>
                <a:ext uri="{FF2B5EF4-FFF2-40B4-BE49-F238E27FC236}">
                  <a16:creationId xmlns:a16="http://schemas.microsoft.com/office/drawing/2014/main" id="{49FFA7B8-59A5-68AB-22DA-E1CA5626D334}"/>
                </a:ext>
              </a:extLst>
            </p:cNvPr>
            <p:cNvSpPr txBox="1"/>
            <p:nvPr/>
          </p:nvSpPr>
          <p:spPr>
            <a:xfrm>
              <a:off x="3155640" y="5558416"/>
              <a:ext cx="352425" cy="261610"/>
            </a:xfrm>
            <a:prstGeom prst="rect">
              <a:avLst/>
            </a:prstGeom>
            <a:noFill/>
          </p:spPr>
          <p:txBody>
            <a:bodyPr wrap="square" rtlCol="0">
              <a:spAutoFit/>
            </a:bodyPr>
            <a:lstStyle/>
            <a:p>
              <a:endParaRPr lang="sv-SE" sz="1100" dirty="0"/>
            </a:p>
          </p:txBody>
        </p:sp>
      </p:grpSp>
      <p:grpSp>
        <p:nvGrpSpPr>
          <p:cNvPr id="180" name="Grupp 179">
            <a:extLst>
              <a:ext uri="{FF2B5EF4-FFF2-40B4-BE49-F238E27FC236}">
                <a16:creationId xmlns:a16="http://schemas.microsoft.com/office/drawing/2014/main" id="{7519CFC8-6C94-AA3A-7E55-454C1D58E0B0}"/>
              </a:ext>
            </a:extLst>
          </p:cNvPr>
          <p:cNvGrpSpPr/>
          <p:nvPr/>
        </p:nvGrpSpPr>
        <p:grpSpPr>
          <a:xfrm>
            <a:off x="8748149" y="4834770"/>
            <a:ext cx="383014" cy="309954"/>
            <a:chOff x="3125051" y="5558416"/>
            <a:chExt cx="383014" cy="309954"/>
          </a:xfrm>
        </p:grpSpPr>
        <p:sp>
          <p:nvSpPr>
            <p:cNvPr id="181" name="Likbent triangel 180">
              <a:extLst>
                <a:ext uri="{FF2B5EF4-FFF2-40B4-BE49-F238E27FC236}">
                  <a16:creationId xmlns:a16="http://schemas.microsoft.com/office/drawing/2014/main" id="{264A2459-C9D8-F299-58A4-B169F9B5D570}"/>
                </a:ext>
              </a:extLst>
            </p:cNvPr>
            <p:cNvSpPr/>
            <p:nvPr/>
          </p:nvSpPr>
          <p:spPr>
            <a:xfrm rot="10800000">
              <a:off x="3125051" y="5582231"/>
              <a:ext cx="315487" cy="286139"/>
            </a:xfrm>
            <a:prstGeom prst="triangle">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82" name="textruta 181">
              <a:extLst>
                <a:ext uri="{FF2B5EF4-FFF2-40B4-BE49-F238E27FC236}">
                  <a16:creationId xmlns:a16="http://schemas.microsoft.com/office/drawing/2014/main" id="{B291E874-16E1-2A7C-112A-5F5C8490E9A2}"/>
                </a:ext>
              </a:extLst>
            </p:cNvPr>
            <p:cNvSpPr txBox="1"/>
            <p:nvPr/>
          </p:nvSpPr>
          <p:spPr>
            <a:xfrm>
              <a:off x="3155640" y="5558416"/>
              <a:ext cx="352425" cy="261610"/>
            </a:xfrm>
            <a:prstGeom prst="rect">
              <a:avLst/>
            </a:prstGeom>
            <a:noFill/>
          </p:spPr>
          <p:txBody>
            <a:bodyPr wrap="square" rtlCol="0">
              <a:spAutoFit/>
            </a:bodyPr>
            <a:lstStyle/>
            <a:p>
              <a:r>
                <a:rPr lang="sv-SE" sz="1100" dirty="0"/>
                <a:t>3</a:t>
              </a:r>
            </a:p>
          </p:txBody>
        </p:sp>
      </p:grpSp>
      <p:grpSp>
        <p:nvGrpSpPr>
          <p:cNvPr id="183" name="Grupp 182">
            <a:extLst>
              <a:ext uri="{FF2B5EF4-FFF2-40B4-BE49-F238E27FC236}">
                <a16:creationId xmlns:a16="http://schemas.microsoft.com/office/drawing/2014/main" id="{9178D0D9-ED64-C310-836F-DF3FBEFF0543}"/>
              </a:ext>
            </a:extLst>
          </p:cNvPr>
          <p:cNvGrpSpPr/>
          <p:nvPr/>
        </p:nvGrpSpPr>
        <p:grpSpPr>
          <a:xfrm>
            <a:off x="9198690" y="4834770"/>
            <a:ext cx="383014" cy="309954"/>
            <a:chOff x="3125051" y="5558416"/>
            <a:chExt cx="383014" cy="309954"/>
          </a:xfrm>
        </p:grpSpPr>
        <p:sp>
          <p:nvSpPr>
            <p:cNvPr id="184" name="Likbent triangel 183">
              <a:extLst>
                <a:ext uri="{FF2B5EF4-FFF2-40B4-BE49-F238E27FC236}">
                  <a16:creationId xmlns:a16="http://schemas.microsoft.com/office/drawing/2014/main" id="{E64AF36D-8FA2-BB29-F2E0-861F487E2319}"/>
                </a:ext>
              </a:extLst>
            </p:cNvPr>
            <p:cNvSpPr/>
            <p:nvPr/>
          </p:nvSpPr>
          <p:spPr>
            <a:xfrm rot="10800000">
              <a:off x="3125051" y="5582231"/>
              <a:ext cx="315487" cy="286139"/>
            </a:xfrm>
            <a:prstGeom prst="triangle">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85" name="textruta 184">
              <a:extLst>
                <a:ext uri="{FF2B5EF4-FFF2-40B4-BE49-F238E27FC236}">
                  <a16:creationId xmlns:a16="http://schemas.microsoft.com/office/drawing/2014/main" id="{94588038-1725-23E0-BA6B-328977FFFC49}"/>
                </a:ext>
              </a:extLst>
            </p:cNvPr>
            <p:cNvSpPr txBox="1"/>
            <p:nvPr/>
          </p:nvSpPr>
          <p:spPr>
            <a:xfrm>
              <a:off x="3155640" y="5558416"/>
              <a:ext cx="352425" cy="261610"/>
            </a:xfrm>
            <a:prstGeom prst="rect">
              <a:avLst/>
            </a:prstGeom>
            <a:noFill/>
          </p:spPr>
          <p:txBody>
            <a:bodyPr wrap="square" rtlCol="0">
              <a:spAutoFit/>
            </a:bodyPr>
            <a:lstStyle/>
            <a:p>
              <a:r>
                <a:rPr lang="sv-SE" sz="1100" dirty="0"/>
                <a:t>5</a:t>
              </a:r>
            </a:p>
          </p:txBody>
        </p:sp>
      </p:grpSp>
      <p:grpSp>
        <p:nvGrpSpPr>
          <p:cNvPr id="186" name="Grupp 185">
            <a:extLst>
              <a:ext uri="{FF2B5EF4-FFF2-40B4-BE49-F238E27FC236}">
                <a16:creationId xmlns:a16="http://schemas.microsoft.com/office/drawing/2014/main" id="{FF998B1E-5188-9D9B-A162-E1921A69FD14}"/>
              </a:ext>
            </a:extLst>
          </p:cNvPr>
          <p:cNvGrpSpPr/>
          <p:nvPr/>
        </p:nvGrpSpPr>
        <p:grpSpPr>
          <a:xfrm>
            <a:off x="7782582" y="5438208"/>
            <a:ext cx="375502" cy="307839"/>
            <a:chOff x="4561313" y="4788287"/>
            <a:chExt cx="375502" cy="307839"/>
          </a:xfrm>
        </p:grpSpPr>
        <p:sp>
          <p:nvSpPr>
            <p:cNvPr id="187" name="Likbent triangel 186">
              <a:extLst>
                <a:ext uri="{FF2B5EF4-FFF2-40B4-BE49-F238E27FC236}">
                  <a16:creationId xmlns:a16="http://schemas.microsoft.com/office/drawing/2014/main" id="{E76F3C4B-5A26-5C1C-DB6D-BC7D8934ED9C}"/>
                </a:ext>
              </a:extLst>
            </p:cNvPr>
            <p:cNvSpPr/>
            <p:nvPr/>
          </p:nvSpPr>
          <p:spPr>
            <a:xfrm>
              <a:off x="4561313" y="4788287"/>
              <a:ext cx="315488" cy="286140"/>
            </a:xfrm>
            <a:prstGeom prst="triangle">
              <a:avLst/>
            </a:prstGeom>
            <a:solidFill>
              <a:srgbClr val="4DFC24"/>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solidFill>
                  <a:schemeClr val="tx1"/>
                </a:solidFill>
              </a:endParaRPr>
            </a:p>
          </p:txBody>
        </p:sp>
        <p:sp>
          <p:nvSpPr>
            <p:cNvPr id="188" name="textruta 187">
              <a:extLst>
                <a:ext uri="{FF2B5EF4-FFF2-40B4-BE49-F238E27FC236}">
                  <a16:creationId xmlns:a16="http://schemas.microsoft.com/office/drawing/2014/main" id="{DEC6537B-622B-34B1-AB6F-9615D0E4605F}"/>
                </a:ext>
              </a:extLst>
            </p:cNvPr>
            <p:cNvSpPr txBox="1"/>
            <p:nvPr/>
          </p:nvSpPr>
          <p:spPr>
            <a:xfrm>
              <a:off x="4584390" y="4834516"/>
              <a:ext cx="352425" cy="261610"/>
            </a:xfrm>
            <a:prstGeom prst="rect">
              <a:avLst/>
            </a:prstGeom>
            <a:noFill/>
          </p:spPr>
          <p:txBody>
            <a:bodyPr wrap="square" rtlCol="0">
              <a:spAutoFit/>
            </a:bodyPr>
            <a:lstStyle/>
            <a:p>
              <a:r>
                <a:rPr lang="sv-SE" sz="1100" dirty="0"/>
                <a:t>1</a:t>
              </a:r>
            </a:p>
          </p:txBody>
        </p:sp>
      </p:grpSp>
      <p:grpSp>
        <p:nvGrpSpPr>
          <p:cNvPr id="189" name="Grupp 188">
            <a:extLst>
              <a:ext uri="{FF2B5EF4-FFF2-40B4-BE49-F238E27FC236}">
                <a16:creationId xmlns:a16="http://schemas.microsoft.com/office/drawing/2014/main" id="{A793068F-A8BE-200E-B19A-BAFF740A77B0}"/>
              </a:ext>
            </a:extLst>
          </p:cNvPr>
          <p:cNvGrpSpPr/>
          <p:nvPr/>
        </p:nvGrpSpPr>
        <p:grpSpPr>
          <a:xfrm>
            <a:off x="8201500" y="5453563"/>
            <a:ext cx="375502" cy="307839"/>
            <a:chOff x="4561313" y="4788287"/>
            <a:chExt cx="375502" cy="307839"/>
          </a:xfrm>
        </p:grpSpPr>
        <p:sp>
          <p:nvSpPr>
            <p:cNvPr id="190" name="Likbent triangel 189">
              <a:extLst>
                <a:ext uri="{FF2B5EF4-FFF2-40B4-BE49-F238E27FC236}">
                  <a16:creationId xmlns:a16="http://schemas.microsoft.com/office/drawing/2014/main" id="{E75E3256-2C4C-7E68-0248-C338F335668C}"/>
                </a:ext>
              </a:extLst>
            </p:cNvPr>
            <p:cNvSpPr/>
            <p:nvPr/>
          </p:nvSpPr>
          <p:spPr>
            <a:xfrm>
              <a:off x="4561313" y="4788287"/>
              <a:ext cx="315488" cy="286140"/>
            </a:xfrm>
            <a:prstGeom prst="triangle">
              <a:avLst/>
            </a:prstGeom>
            <a:solidFill>
              <a:srgbClr val="4DFC24"/>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solidFill>
                  <a:schemeClr val="tx1"/>
                </a:solidFill>
              </a:endParaRPr>
            </a:p>
          </p:txBody>
        </p:sp>
        <p:sp>
          <p:nvSpPr>
            <p:cNvPr id="191" name="textruta 190">
              <a:extLst>
                <a:ext uri="{FF2B5EF4-FFF2-40B4-BE49-F238E27FC236}">
                  <a16:creationId xmlns:a16="http://schemas.microsoft.com/office/drawing/2014/main" id="{70EC12D5-59BF-C5CF-3748-4308BA338A11}"/>
                </a:ext>
              </a:extLst>
            </p:cNvPr>
            <p:cNvSpPr txBox="1"/>
            <p:nvPr/>
          </p:nvSpPr>
          <p:spPr>
            <a:xfrm>
              <a:off x="4584390" y="4834516"/>
              <a:ext cx="352425" cy="261610"/>
            </a:xfrm>
            <a:prstGeom prst="rect">
              <a:avLst/>
            </a:prstGeom>
            <a:noFill/>
          </p:spPr>
          <p:txBody>
            <a:bodyPr wrap="square" rtlCol="0">
              <a:spAutoFit/>
            </a:bodyPr>
            <a:lstStyle/>
            <a:p>
              <a:endParaRPr lang="sv-SE" sz="1100" dirty="0"/>
            </a:p>
          </p:txBody>
        </p:sp>
      </p:grpSp>
      <p:grpSp>
        <p:nvGrpSpPr>
          <p:cNvPr id="192" name="Grupp 191">
            <a:extLst>
              <a:ext uri="{FF2B5EF4-FFF2-40B4-BE49-F238E27FC236}">
                <a16:creationId xmlns:a16="http://schemas.microsoft.com/office/drawing/2014/main" id="{55346089-4470-4FA2-6A48-4F3B4206FFFF}"/>
              </a:ext>
            </a:extLst>
          </p:cNvPr>
          <p:cNvGrpSpPr/>
          <p:nvPr/>
        </p:nvGrpSpPr>
        <p:grpSpPr>
          <a:xfrm>
            <a:off x="8230081" y="6143210"/>
            <a:ext cx="383014" cy="309954"/>
            <a:chOff x="3125051" y="5558416"/>
            <a:chExt cx="383014" cy="309954"/>
          </a:xfrm>
        </p:grpSpPr>
        <p:sp>
          <p:nvSpPr>
            <p:cNvPr id="193" name="Likbent triangel 192">
              <a:extLst>
                <a:ext uri="{FF2B5EF4-FFF2-40B4-BE49-F238E27FC236}">
                  <a16:creationId xmlns:a16="http://schemas.microsoft.com/office/drawing/2014/main" id="{65C63CC7-0403-B019-FE92-D84166384F12}"/>
                </a:ext>
              </a:extLst>
            </p:cNvPr>
            <p:cNvSpPr/>
            <p:nvPr/>
          </p:nvSpPr>
          <p:spPr>
            <a:xfrm rot="10800000">
              <a:off x="3125051" y="5582231"/>
              <a:ext cx="315487" cy="286139"/>
            </a:xfrm>
            <a:prstGeom prst="triangle">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94" name="textruta 193">
              <a:extLst>
                <a:ext uri="{FF2B5EF4-FFF2-40B4-BE49-F238E27FC236}">
                  <a16:creationId xmlns:a16="http://schemas.microsoft.com/office/drawing/2014/main" id="{664ECEA1-57F5-16FE-450A-F47999AF61A9}"/>
                </a:ext>
              </a:extLst>
            </p:cNvPr>
            <p:cNvSpPr txBox="1"/>
            <p:nvPr/>
          </p:nvSpPr>
          <p:spPr>
            <a:xfrm>
              <a:off x="3155640" y="5558416"/>
              <a:ext cx="352425" cy="261610"/>
            </a:xfrm>
            <a:prstGeom prst="rect">
              <a:avLst/>
            </a:prstGeom>
            <a:noFill/>
          </p:spPr>
          <p:txBody>
            <a:bodyPr wrap="square" rtlCol="0">
              <a:spAutoFit/>
            </a:bodyPr>
            <a:lstStyle/>
            <a:p>
              <a:r>
                <a:rPr lang="sv-SE" sz="1100" dirty="0"/>
                <a:t>2</a:t>
              </a:r>
            </a:p>
          </p:txBody>
        </p:sp>
      </p:grpSp>
      <p:cxnSp>
        <p:nvCxnSpPr>
          <p:cNvPr id="195" name="Rak pilkoppling 194">
            <a:extLst>
              <a:ext uri="{FF2B5EF4-FFF2-40B4-BE49-F238E27FC236}">
                <a16:creationId xmlns:a16="http://schemas.microsoft.com/office/drawing/2014/main" id="{5A7A91DC-E014-87E4-5285-94D408309B9B}"/>
              </a:ext>
            </a:extLst>
          </p:cNvPr>
          <p:cNvCxnSpPr>
            <a:cxnSpLocks/>
          </p:cNvCxnSpPr>
          <p:nvPr/>
        </p:nvCxnSpPr>
        <p:spPr>
          <a:xfrm flipH="1">
            <a:off x="4198337" y="1840540"/>
            <a:ext cx="501297" cy="374241"/>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197" name="Rak pilkoppling 196">
            <a:extLst>
              <a:ext uri="{FF2B5EF4-FFF2-40B4-BE49-F238E27FC236}">
                <a16:creationId xmlns:a16="http://schemas.microsoft.com/office/drawing/2014/main" id="{960908F5-17FA-9964-9DF4-41DF183FD28A}"/>
              </a:ext>
            </a:extLst>
          </p:cNvPr>
          <p:cNvCxnSpPr>
            <a:cxnSpLocks/>
          </p:cNvCxnSpPr>
          <p:nvPr/>
        </p:nvCxnSpPr>
        <p:spPr>
          <a:xfrm>
            <a:off x="4984532" y="1856141"/>
            <a:ext cx="2245164" cy="447192"/>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202" name="Rak pilkoppling 201">
            <a:extLst>
              <a:ext uri="{FF2B5EF4-FFF2-40B4-BE49-F238E27FC236}">
                <a16:creationId xmlns:a16="http://schemas.microsoft.com/office/drawing/2014/main" id="{BDBC6FA1-815D-11EE-B0FF-174FD94E6658}"/>
              </a:ext>
            </a:extLst>
          </p:cNvPr>
          <p:cNvCxnSpPr>
            <a:cxnSpLocks/>
            <a:endCxn id="134" idx="0"/>
          </p:cNvCxnSpPr>
          <p:nvPr/>
        </p:nvCxnSpPr>
        <p:spPr>
          <a:xfrm flipH="1">
            <a:off x="3803196" y="2628344"/>
            <a:ext cx="213629" cy="348309"/>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207" name="Rak pilkoppling 206">
            <a:extLst>
              <a:ext uri="{FF2B5EF4-FFF2-40B4-BE49-F238E27FC236}">
                <a16:creationId xmlns:a16="http://schemas.microsoft.com/office/drawing/2014/main" id="{51A84B04-D027-CAB4-7C47-11816830CD0F}"/>
              </a:ext>
            </a:extLst>
          </p:cNvPr>
          <p:cNvCxnSpPr>
            <a:cxnSpLocks/>
          </p:cNvCxnSpPr>
          <p:nvPr/>
        </p:nvCxnSpPr>
        <p:spPr>
          <a:xfrm>
            <a:off x="4175260" y="2654797"/>
            <a:ext cx="176213" cy="338782"/>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209" name="Rak pilkoppling 208">
            <a:extLst>
              <a:ext uri="{FF2B5EF4-FFF2-40B4-BE49-F238E27FC236}">
                <a16:creationId xmlns:a16="http://schemas.microsoft.com/office/drawing/2014/main" id="{7E339A5D-FD86-3ADD-4515-0FBA8600DA7A}"/>
              </a:ext>
            </a:extLst>
          </p:cNvPr>
          <p:cNvCxnSpPr>
            <a:cxnSpLocks/>
          </p:cNvCxnSpPr>
          <p:nvPr/>
        </p:nvCxnSpPr>
        <p:spPr>
          <a:xfrm flipH="1">
            <a:off x="6913648" y="2640989"/>
            <a:ext cx="274724" cy="209918"/>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212" name="Rak pilkoppling 211">
            <a:extLst>
              <a:ext uri="{FF2B5EF4-FFF2-40B4-BE49-F238E27FC236}">
                <a16:creationId xmlns:a16="http://schemas.microsoft.com/office/drawing/2014/main" id="{31F8879E-E9E7-A9B9-D403-0287BB97851B}"/>
              </a:ext>
            </a:extLst>
          </p:cNvPr>
          <p:cNvCxnSpPr>
            <a:cxnSpLocks/>
          </p:cNvCxnSpPr>
          <p:nvPr/>
        </p:nvCxnSpPr>
        <p:spPr>
          <a:xfrm>
            <a:off x="7576405" y="2630142"/>
            <a:ext cx="406104" cy="293526"/>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214" name="Rak pilkoppling 213">
            <a:extLst>
              <a:ext uri="{FF2B5EF4-FFF2-40B4-BE49-F238E27FC236}">
                <a16:creationId xmlns:a16="http://schemas.microsoft.com/office/drawing/2014/main" id="{ED9734DC-C8C7-9062-6FF3-838BFC060F0B}"/>
              </a:ext>
            </a:extLst>
          </p:cNvPr>
          <p:cNvCxnSpPr>
            <a:cxnSpLocks/>
          </p:cNvCxnSpPr>
          <p:nvPr/>
        </p:nvCxnSpPr>
        <p:spPr>
          <a:xfrm flipH="1">
            <a:off x="7033059" y="3371124"/>
            <a:ext cx="975658" cy="690751"/>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216" name="Rak pilkoppling 215">
            <a:extLst>
              <a:ext uri="{FF2B5EF4-FFF2-40B4-BE49-F238E27FC236}">
                <a16:creationId xmlns:a16="http://schemas.microsoft.com/office/drawing/2014/main" id="{AD11CB32-0873-849F-FF82-6500186A0C5A}"/>
              </a:ext>
            </a:extLst>
          </p:cNvPr>
          <p:cNvCxnSpPr>
            <a:cxnSpLocks/>
          </p:cNvCxnSpPr>
          <p:nvPr/>
        </p:nvCxnSpPr>
        <p:spPr>
          <a:xfrm>
            <a:off x="8280423" y="3369248"/>
            <a:ext cx="757349" cy="648615"/>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218" name="Rak pilkoppling 217">
            <a:extLst>
              <a:ext uri="{FF2B5EF4-FFF2-40B4-BE49-F238E27FC236}">
                <a16:creationId xmlns:a16="http://schemas.microsoft.com/office/drawing/2014/main" id="{5F698678-41AF-33CD-811F-7ED176FD5292}"/>
              </a:ext>
            </a:extLst>
          </p:cNvPr>
          <p:cNvCxnSpPr>
            <a:cxnSpLocks/>
          </p:cNvCxnSpPr>
          <p:nvPr/>
        </p:nvCxnSpPr>
        <p:spPr>
          <a:xfrm flipH="1">
            <a:off x="5671366" y="4480260"/>
            <a:ext cx="1089637" cy="362287"/>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221" name="Rak pilkoppling 220">
            <a:extLst>
              <a:ext uri="{FF2B5EF4-FFF2-40B4-BE49-F238E27FC236}">
                <a16:creationId xmlns:a16="http://schemas.microsoft.com/office/drawing/2014/main" id="{9CDA4B2D-357D-8912-15A0-364EB3960D36}"/>
              </a:ext>
            </a:extLst>
          </p:cNvPr>
          <p:cNvCxnSpPr>
            <a:cxnSpLocks/>
            <a:stCxn id="152" idx="2"/>
          </p:cNvCxnSpPr>
          <p:nvPr/>
        </p:nvCxnSpPr>
        <p:spPr>
          <a:xfrm>
            <a:off x="6856847" y="4480958"/>
            <a:ext cx="1182244" cy="361589"/>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224" name="Rak pilkoppling 223">
            <a:extLst>
              <a:ext uri="{FF2B5EF4-FFF2-40B4-BE49-F238E27FC236}">
                <a16:creationId xmlns:a16="http://schemas.microsoft.com/office/drawing/2014/main" id="{E8B6B307-A965-50A6-4A93-556EB693D902}"/>
              </a:ext>
            </a:extLst>
          </p:cNvPr>
          <p:cNvCxnSpPr>
            <a:cxnSpLocks/>
          </p:cNvCxnSpPr>
          <p:nvPr/>
        </p:nvCxnSpPr>
        <p:spPr>
          <a:xfrm>
            <a:off x="6816427" y="4479608"/>
            <a:ext cx="0" cy="362939"/>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227" name="Rak pilkoppling 226">
            <a:extLst>
              <a:ext uri="{FF2B5EF4-FFF2-40B4-BE49-F238E27FC236}">
                <a16:creationId xmlns:a16="http://schemas.microsoft.com/office/drawing/2014/main" id="{CD35324D-ACE5-411A-E93E-564535C9A108}"/>
              </a:ext>
            </a:extLst>
          </p:cNvPr>
          <p:cNvCxnSpPr>
            <a:cxnSpLocks/>
          </p:cNvCxnSpPr>
          <p:nvPr/>
        </p:nvCxnSpPr>
        <p:spPr>
          <a:xfrm flipH="1">
            <a:off x="8943921" y="4423486"/>
            <a:ext cx="214124" cy="362939"/>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229" name="Rak pilkoppling 228">
            <a:extLst>
              <a:ext uri="{FF2B5EF4-FFF2-40B4-BE49-F238E27FC236}">
                <a16:creationId xmlns:a16="http://schemas.microsoft.com/office/drawing/2014/main" id="{D4B52536-4CC6-CCC3-D5BF-E55ED832C3FF}"/>
              </a:ext>
            </a:extLst>
          </p:cNvPr>
          <p:cNvCxnSpPr>
            <a:cxnSpLocks/>
          </p:cNvCxnSpPr>
          <p:nvPr/>
        </p:nvCxnSpPr>
        <p:spPr>
          <a:xfrm>
            <a:off x="9162001" y="4430796"/>
            <a:ext cx="168182" cy="355629"/>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258" name="Rak pilkoppling 257">
            <a:extLst>
              <a:ext uri="{FF2B5EF4-FFF2-40B4-BE49-F238E27FC236}">
                <a16:creationId xmlns:a16="http://schemas.microsoft.com/office/drawing/2014/main" id="{22A94BA5-B036-77B9-66D9-F6B67C89DE55}"/>
              </a:ext>
            </a:extLst>
          </p:cNvPr>
          <p:cNvCxnSpPr>
            <a:cxnSpLocks/>
          </p:cNvCxnSpPr>
          <p:nvPr/>
        </p:nvCxnSpPr>
        <p:spPr>
          <a:xfrm flipH="1">
            <a:off x="6277575" y="5167065"/>
            <a:ext cx="419060" cy="236738"/>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260" name="Rak pilkoppling 259">
            <a:extLst>
              <a:ext uri="{FF2B5EF4-FFF2-40B4-BE49-F238E27FC236}">
                <a16:creationId xmlns:a16="http://schemas.microsoft.com/office/drawing/2014/main" id="{7D338047-11A0-4355-D563-9325EC89E1DB}"/>
              </a:ext>
            </a:extLst>
          </p:cNvPr>
          <p:cNvCxnSpPr>
            <a:cxnSpLocks/>
          </p:cNvCxnSpPr>
          <p:nvPr/>
        </p:nvCxnSpPr>
        <p:spPr>
          <a:xfrm>
            <a:off x="6940790" y="5189524"/>
            <a:ext cx="280615" cy="214279"/>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263" name="Rak pilkoppling 262">
            <a:extLst>
              <a:ext uri="{FF2B5EF4-FFF2-40B4-BE49-F238E27FC236}">
                <a16:creationId xmlns:a16="http://schemas.microsoft.com/office/drawing/2014/main" id="{E62B8C6E-78AA-A1E9-E4A3-F8520EBA5918}"/>
              </a:ext>
            </a:extLst>
          </p:cNvPr>
          <p:cNvCxnSpPr>
            <a:cxnSpLocks/>
          </p:cNvCxnSpPr>
          <p:nvPr/>
        </p:nvCxnSpPr>
        <p:spPr>
          <a:xfrm>
            <a:off x="8160550" y="5189524"/>
            <a:ext cx="122612" cy="214279"/>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265" name="Rak pilkoppling 264">
            <a:extLst>
              <a:ext uri="{FF2B5EF4-FFF2-40B4-BE49-F238E27FC236}">
                <a16:creationId xmlns:a16="http://schemas.microsoft.com/office/drawing/2014/main" id="{DD60284D-93B4-4CE0-B844-7D36203D6AF3}"/>
              </a:ext>
            </a:extLst>
          </p:cNvPr>
          <p:cNvCxnSpPr>
            <a:cxnSpLocks/>
          </p:cNvCxnSpPr>
          <p:nvPr/>
        </p:nvCxnSpPr>
        <p:spPr>
          <a:xfrm flipH="1">
            <a:off x="7925086" y="5174143"/>
            <a:ext cx="91575" cy="241205"/>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269" name="Rak pilkoppling 268">
            <a:extLst>
              <a:ext uri="{FF2B5EF4-FFF2-40B4-BE49-F238E27FC236}">
                <a16:creationId xmlns:a16="http://schemas.microsoft.com/office/drawing/2014/main" id="{0706B124-C64B-F23D-92DF-5F7CDF1FEAFD}"/>
              </a:ext>
            </a:extLst>
          </p:cNvPr>
          <p:cNvCxnSpPr>
            <a:cxnSpLocks/>
          </p:cNvCxnSpPr>
          <p:nvPr/>
        </p:nvCxnSpPr>
        <p:spPr>
          <a:xfrm>
            <a:off x="8362495" y="5759987"/>
            <a:ext cx="0" cy="362939"/>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270" name="Rak pilkoppling 269">
            <a:extLst>
              <a:ext uri="{FF2B5EF4-FFF2-40B4-BE49-F238E27FC236}">
                <a16:creationId xmlns:a16="http://schemas.microsoft.com/office/drawing/2014/main" id="{5DACBAC6-EF65-437F-068E-403625C8A56B}"/>
              </a:ext>
            </a:extLst>
          </p:cNvPr>
          <p:cNvCxnSpPr>
            <a:cxnSpLocks/>
          </p:cNvCxnSpPr>
          <p:nvPr/>
        </p:nvCxnSpPr>
        <p:spPr>
          <a:xfrm flipH="1">
            <a:off x="5781650" y="5783802"/>
            <a:ext cx="308776" cy="359408"/>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272" name="Rak pilkoppling 271">
            <a:extLst>
              <a:ext uri="{FF2B5EF4-FFF2-40B4-BE49-F238E27FC236}">
                <a16:creationId xmlns:a16="http://schemas.microsoft.com/office/drawing/2014/main" id="{1E51749A-59C0-9D17-B029-4814A6A77F50}"/>
              </a:ext>
            </a:extLst>
          </p:cNvPr>
          <p:cNvCxnSpPr>
            <a:cxnSpLocks/>
          </p:cNvCxnSpPr>
          <p:nvPr/>
        </p:nvCxnSpPr>
        <p:spPr>
          <a:xfrm>
            <a:off x="6155813" y="5783802"/>
            <a:ext cx="0" cy="362939"/>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273" name="Rak pilkoppling 272">
            <a:extLst>
              <a:ext uri="{FF2B5EF4-FFF2-40B4-BE49-F238E27FC236}">
                <a16:creationId xmlns:a16="http://schemas.microsoft.com/office/drawing/2014/main" id="{03AA231A-6DCE-C205-48B0-DBB80B6DF07E}"/>
              </a:ext>
            </a:extLst>
          </p:cNvPr>
          <p:cNvCxnSpPr>
            <a:cxnSpLocks/>
          </p:cNvCxnSpPr>
          <p:nvPr/>
        </p:nvCxnSpPr>
        <p:spPr>
          <a:xfrm>
            <a:off x="6245190" y="5768057"/>
            <a:ext cx="295460" cy="354869"/>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sp>
        <p:nvSpPr>
          <p:cNvPr id="277" name="textruta 276">
            <a:extLst>
              <a:ext uri="{FF2B5EF4-FFF2-40B4-BE49-F238E27FC236}">
                <a16:creationId xmlns:a16="http://schemas.microsoft.com/office/drawing/2014/main" id="{59605CAB-6E99-D77B-8D88-0D00028339A4}"/>
              </a:ext>
            </a:extLst>
          </p:cNvPr>
          <p:cNvSpPr txBox="1"/>
          <p:nvPr/>
        </p:nvSpPr>
        <p:spPr>
          <a:xfrm>
            <a:off x="6585382" y="2950762"/>
            <a:ext cx="352425" cy="261610"/>
          </a:xfrm>
          <a:prstGeom prst="rect">
            <a:avLst/>
          </a:prstGeom>
          <a:noFill/>
        </p:spPr>
        <p:txBody>
          <a:bodyPr wrap="square" rtlCol="0">
            <a:spAutoFit/>
          </a:bodyPr>
          <a:lstStyle/>
          <a:p>
            <a:r>
              <a:rPr lang="sv-SE" sz="1100" dirty="0"/>
              <a:t>5</a:t>
            </a:r>
          </a:p>
        </p:txBody>
      </p:sp>
      <p:sp>
        <p:nvSpPr>
          <p:cNvPr id="3" name="Platshållare för sidfot 1">
            <a:extLst>
              <a:ext uri="{FF2B5EF4-FFF2-40B4-BE49-F238E27FC236}">
                <a16:creationId xmlns:a16="http://schemas.microsoft.com/office/drawing/2014/main" id="{AFF2071F-E3B4-C9F5-0DB2-AA9591047F43}"/>
              </a:ext>
            </a:extLst>
          </p:cNvPr>
          <p:cNvSpPr>
            <a:spLocks noGrp="1"/>
          </p:cNvSpPr>
          <p:nvPr/>
        </p:nvSpPr>
        <p:spPr>
          <a:xfrm>
            <a:off x="2768194" y="6419850"/>
            <a:ext cx="5588812" cy="438150"/>
          </a:xfrm>
          <a:prstGeom prst="rect">
            <a:avLst/>
          </a:prstGeom>
        </p:spPr>
        <p:txBody>
          <a:bodyPr vert="horz" lIns="91440" tIns="45720" rIns="91440" bIns="45720" rtlCol="0" anchor="ctr"/>
          <a:lstStyle>
            <a:defPPr>
              <a:defRPr lang="en-US"/>
            </a:defPPr>
            <a:lvl1pPr marL="0" algn="ctr" defTabSz="457200" rtl="0" eaLnBrk="1" latinLnBrk="0" hangingPunct="1">
              <a:defRPr sz="144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dirty="0"/>
              <a:t>Presentation av David Hedengren</a:t>
            </a:r>
          </a:p>
        </p:txBody>
      </p:sp>
    </p:spTree>
    <p:extLst>
      <p:ext uri="{BB962C8B-B14F-4D97-AF65-F5344CB8AC3E}">
        <p14:creationId xmlns:p14="http://schemas.microsoft.com/office/powerpoint/2010/main" val="105607460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 name="Text 1">
            <a:extLst>
              <a:ext uri="{FF2B5EF4-FFF2-40B4-BE49-F238E27FC236}">
                <a16:creationId xmlns:a16="http://schemas.microsoft.com/office/drawing/2014/main" id="{5F5D752B-D806-88E3-01A5-C678503BCFF6}"/>
              </a:ext>
            </a:extLst>
          </p:cNvPr>
          <p:cNvSpPr/>
          <p:nvPr/>
        </p:nvSpPr>
        <p:spPr>
          <a:xfrm>
            <a:off x="334978" y="255854"/>
            <a:ext cx="11770425" cy="930150"/>
          </a:xfrm>
          <a:prstGeom prst="rect">
            <a:avLst/>
          </a:prstGeom>
          <a:noFill/>
          <a:ln/>
        </p:spPr>
        <p:txBody>
          <a:bodyPr wrap="square" lIns="0" tIns="0" rIns="0" bIns="0" rtlCol="0" anchor="t"/>
          <a:lstStyle/>
          <a:p>
            <a:pPr>
              <a:lnSpc>
                <a:spcPts val="6375"/>
              </a:lnSpc>
            </a:pPr>
            <a:r>
              <a:rPr lang="en-US" sz="3200" dirty="0" err="1">
                <a:solidFill>
                  <a:srgbClr val="00002E"/>
                </a:solidFill>
                <a:latin typeface="Nunito" pitchFamily="34" charset="0"/>
              </a:rPr>
              <a:t>Extrauppgift</a:t>
            </a:r>
            <a:r>
              <a:rPr lang="en-US" sz="3200" dirty="0">
                <a:solidFill>
                  <a:srgbClr val="00002E"/>
                </a:solidFill>
                <a:latin typeface="Nunito" pitchFamily="34" charset="0"/>
              </a:rPr>
              <a:t> – Monte Carlo Tree Search </a:t>
            </a:r>
            <a:r>
              <a:rPr lang="en-US" sz="3200" dirty="0" err="1">
                <a:solidFill>
                  <a:srgbClr val="00002E"/>
                </a:solidFill>
                <a:latin typeface="Nunito" pitchFamily="34" charset="0"/>
              </a:rPr>
              <a:t>algoritmen</a:t>
            </a:r>
            <a:r>
              <a:rPr lang="en-US" sz="3200" dirty="0">
                <a:solidFill>
                  <a:srgbClr val="00002E"/>
                </a:solidFill>
                <a:latin typeface="Nunito" pitchFamily="34" charset="0"/>
              </a:rPr>
              <a:t> (MCTS)</a:t>
            </a:r>
            <a:endParaRPr lang="en-US" sz="3200" dirty="0"/>
          </a:p>
        </p:txBody>
      </p:sp>
      <p:sp>
        <p:nvSpPr>
          <p:cNvPr id="2" name="textruta 1">
            <a:extLst>
              <a:ext uri="{FF2B5EF4-FFF2-40B4-BE49-F238E27FC236}">
                <a16:creationId xmlns:a16="http://schemas.microsoft.com/office/drawing/2014/main" id="{E2B11300-114C-9B38-AD8F-2D82EC55D3C4}"/>
              </a:ext>
            </a:extLst>
          </p:cNvPr>
          <p:cNvSpPr txBox="1"/>
          <p:nvPr/>
        </p:nvSpPr>
        <p:spPr>
          <a:xfrm>
            <a:off x="1376126" y="1902282"/>
            <a:ext cx="6889687" cy="584775"/>
          </a:xfrm>
          <a:prstGeom prst="rect">
            <a:avLst/>
          </a:prstGeom>
          <a:noFill/>
        </p:spPr>
        <p:txBody>
          <a:bodyPr wrap="square" rtlCol="0">
            <a:spAutoFit/>
          </a:bodyPr>
          <a:lstStyle/>
          <a:p>
            <a:r>
              <a:rPr lang="sv-SE" sz="1600" dirty="0">
                <a:latin typeface="Montserrat" panose="00000500000000000000" pitchFamily="2" charset="0"/>
              </a:rPr>
              <a:t>Bekanta dig med sökalgoritmen MCTS genom att söka på internet och/eller titta på klippet nedan</a:t>
            </a:r>
          </a:p>
        </p:txBody>
      </p:sp>
      <p:sp>
        <p:nvSpPr>
          <p:cNvPr id="3" name="textruta 2">
            <a:extLst>
              <a:ext uri="{FF2B5EF4-FFF2-40B4-BE49-F238E27FC236}">
                <a16:creationId xmlns:a16="http://schemas.microsoft.com/office/drawing/2014/main" id="{C9C3EBCA-873E-C310-476C-DD30ECECA21A}"/>
              </a:ext>
            </a:extLst>
          </p:cNvPr>
          <p:cNvSpPr txBox="1"/>
          <p:nvPr/>
        </p:nvSpPr>
        <p:spPr>
          <a:xfrm>
            <a:off x="1376126" y="3703714"/>
            <a:ext cx="7070756" cy="1077218"/>
          </a:xfrm>
          <a:prstGeom prst="rect">
            <a:avLst/>
          </a:prstGeom>
          <a:noFill/>
        </p:spPr>
        <p:txBody>
          <a:bodyPr wrap="square" rtlCol="0">
            <a:spAutoFit/>
          </a:bodyPr>
          <a:lstStyle/>
          <a:p>
            <a:r>
              <a:rPr lang="sv-SE" sz="1600" dirty="0">
                <a:latin typeface="Montserrat" panose="00000500000000000000" pitchFamily="2" charset="0"/>
              </a:rPr>
              <a:t>Jämför MCTS och </a:t>
            </a:r>
            <a:r>
              <a:rPr lang="sv-SE" sz="1600" dirty="0" err="1">
                <a:latin typeface="Montserrat" panose="00000500000000000000" pitchFamily="2" charset="0"/>
              </a:rPr>
              <a:t>Minimax</a:t>
            </a:r>
            <a:r>
              <a:rPr lang="sv-SE" sz="1600" dirty="0">
                <a:latin typeface="Montserrat" panose="00000500000000000000" pitchFamily="2" charset="0"/>
              </a:rPr>
              <a:t>. </a:t>
            </a:r>
          </a:p>
          <a:p>
            <a:endParaRPr lang="sv-SE" sz="1600" dirty="0">
              <a:latin typeface="Montserrat" panose="00000500000000000000" pitchFamily="2" charset="0"/>
            </a:endParaRPr>
          </a:p>
          <a:p>
            <a:pPr marL="285750" indent="-285750">
              <a:buFont typeface="Arial" panose="020B0604020202020204" pitchFamily="34" charset="0"/>
              <a:buChar char="•"/>
            </a:pPr>
            <a:r>
              <a:rPr lang="sv-SE" sz="1600" dirty="0">
                <a:latin typeface="Montserrat" panose="00000500000000000000" pitchFamily="2" charset="0"/>
              </a:rPr>
              <a:t>Vad finns det för likheter/skillnader?</a:t>
            </a:r>
          </a:p>
          <a:p>
            <a:pPr marL="285750" indent="-285750">
              <a:buFont typeface="Arial" panose="020B0604020202020204" pitchFamily="34" charset="0"/>
              <a:buChar char="•"/>
            </a:pPr>
            <a:r>
              <a:rPr lang="sv-SE" sz="1600" dirty="0">
                <a:latin typeface="Montserrat" panose="00000500000000000000" pitchFamily="2" charset="0"/>
              </a:rPr>
              <a:t>Vad finns det för </a:t>
            </a:r>
            <a:r>
              <a:rPr lang="sv-SE" sz="1600" dirty="0" err="1">
                <a:latin typeface="Montserrat" panose="00000500000000000000" pitchFamily="2" charset="0"/>
              </a:rPr>
              <a:t>för</a:t>
            </a:r>
            <a:r>
              <a:rPr lang="sv-SE" sz="1600" dirty="0">
                <a:latin typeface="Montserrat" panose="00000500000000000000" pitchFamily="2" charset="0"/>
              </a:rPr>
              <a:t>- och nackdelar med respektive algoritm?</a:t>
            </a:r>
          </a:p>
        </p:txBody>
      </p:sp>
      <p:sp>
        <p:nvSpPr>
          <p:cNvPr id="5" name="textruta 4">
            <a:extLst>
              <a:ext uri="{FF2B5EF4-FFF2-40B4-BE49-F238E27FC236}">
                <a16:creationId xmlns:a16="http://schemas.microsoft.com/office/drawing/2014/main" id="{599F792F-2F1B-3DF0-4D5E-DE385BAB286D}"/>
              </a:ext>
            </a:extLst>
          </p:cNvPr>
          <p:cNvSpPr txBox="1"/>
          <p:nvPr/>
        </p:nvSpPr>
        <p:spPr>
          <a:xfrm>
            <a:off x="1376126" y="2487057"/>
            <a:ext cx="2863157" cy="369332"/>
          </a:xfrm>
          <a:prstGeom prst="rect">
            <a:avLst/>
          </a:prstGeom>
          <a:noFill/>
        </p:spPr>
        <p:txBody>
          <a:bodyPr wrap="square">
            <a:spAutoFit/>
          </a:bodyPr>
          <a:lstStyle/>
          <a:p>
            <a:r>
              <a:rPr lang="sv-SE" dirty="0">
                <a:hlinkClick r:id="rId2"/>
              </a:rPr>
              <a:t> Monte Carlo </a:t>
            </a:r>
            <a:r>
              <a:rPr lang="sv-SE" dirty="0" err="1">
                <a:hlinkClick r:id="rId2"/>
              </a:rPr>
              <a:t>Tree</a:t>
            </a:r>
            <a:r>
              <a:rPr lang="sv-SE" dirty="0">
                <a:hlinkClick r:id="rId2"/>
              </a:rPr>
              <a:t> </a:t>
            </a:r>
            <a:r>
              <a:rPr lang="sv-SE" dirty="0" err="1">
                <a:hlinkClick r:id="rId2"/>
              </a:rPr>
              <a:t>Search</a:t>
            </a:r>
            <a:endParaRPr lang="sv-SE" dirty="0"/>
          </a:p>
        </p:txBody>
      </p:sp>
      <p:sp>
        <p:nvSpPr>
          <p:cNvPr id="4" name="Platshållare för sidfot 1">
            <a:extLst>
              <a:ext uri="{FF2B5EF4-FFF2-40B4-BE49-F238E27FC236}">
                <a16:creationId xmlns:a16="http://schemas.microsoft.com/office/drawing/2014/main" id="{CEC74555-9948-4397-5BE3-5B882507D6D0}"/>
              </a:ext>
            </a:extLst>
          </p:cNvPr>
          <p:cNvSpPr>
            <a:spLocks noGrp="1"/>
          </p:cNvSpPr>
          <p:nvPr/>
        </p:nvSpPr>
        <p:spPr>
          <a:xfrm>
            <a:off x="2768194" y="6419850"/>
            <a:ext cx="5588812" cy="438150"/>
          </a:xfrm>
          <a:prstGeom prst="rect">
            <a:avLst/>
          </a:prstGeom>
        </p:spPr>
        <p:txBody>
          <a:bodyPr vert="horz" lIns="91440" tIns="45720" rIns="91440" bIns="45720" rtlCol="0" anchor="ctr"/>
          <a:lstStyle>
            <a:defPPr>
              <a:defRPr lang="en-US"/>
            </a:defPPr>
            <a:lvl1pPr marL="0" algn="ctr" defTabSz="457200" rtl="0" eaLnBrk="1" latinLnBrk="0" hangingPunct="1">
              <a:defRPr sz="144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dirty="0"/>
              <a:t>Presentation av David Hedengren</a:t>
            </a:r>
          </a:p>
        </p:txBody>
      </p:sp>
    </p:spTree>
    <p:extLst>
      <p:ext uri="{BB962C8B-B14F-4D97-AF65-F5344CB8AC3E}">
        <p14:creationId xmlns:p14="http://schemas.microsoft.com/office/powerpoint/2010/main" val="343047426"/>
      </p:ext>
    </p:extLst>
  </p:cSld>
  <p:clrMapOvr>
    <a:masterClrMapping/>
  </p:clrMapOvr>
</p:sld>
</file>

<file path=ppt/theme/theme1.xml><?xml version="1.0" encoding="utf-8"?>
<a:theme xmlns:a="http://schemas.openxmlformats.org/drawingml/2006/main" name="Office-tema">
  <a:themeElements>
    <a:clrScheme name="Office-tema">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tema">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tema">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2.xml><?xml version="1.0" encoding="utf-8"?>
<a:theme xmlns:a="http://schemas.openxmlformats.org/drawingml/2006/main" name="Office-tem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3411</TotalTime>
  <Words>1897</Words>
  <Application>Microsoft Office PowerPoint</Application>
  <PresentationFormat>Bredbild</PresentationFormat>
  <Paragraphs>324</Paragraphs>
  <Slides>21</Slides>
  <Notes>5</Notes>
  <HiddenSlides>0</HiddenSlides>
  <MMClips>0</MMClips>
  <ScaleCrop>false</ScaleCrop>
  <HeadingPairs>
    <vt:vector size="6" baseType="variant">
      <vt:variant>
        <vt:lpstr>Använt teckensnitt</vt:lpstr>
      </vt:variant>
      <vt:variant>
        <vt:i4>8</vt:i4>
      </vt:variant>
      <vt:variant>
        <vt:lpstr>Tema</vt:lpstr>
      </vt:variant>
      <vt:variant>
        <vt:i4>1</vt:i4>
      </vt:variant>
      <vt:variant>
        <vt:lpstr>Bildrubriker</vt:lpstr>
      </vt:variant>
      <vt:variant>
        <vt:i4>21</vt:i4>
      </vt:variant>
    </vt:vector>
  </HeadingPairs>
  <TitlesOfParts>
    <vt:vector size="30" baseType="lpstr">
      <vt:lpstr>Arial</vt:lpstr>
      <vt:lpstr>Barlow</vt:lpstr>
      <vt:lpstr>Calibri</vt:lpstr>
      <vt:lpstr>Calibri Light</vt:lpstr>
      <vt:lpstr>Cambria Math</vt:lpstr>
      <vt:lpstr>Montserrat</vt:lpstr>
      <vt:lpstr>Nuito</vt:lpstr>
      <vt:lpstr>Nunito</vt:lpstr>
      <vt:lpstr>Office-tema</vt:lpstr>
      <vt:lpstr>PowerPoint-presentation</vt:lpstr>
      <vt:lpstr>Minimax-algoritmen</vt:lpstr>
      <vt:lpstr>Användningsområden</vt:lpstr>
      <vt:lpstr>Begränsningar</vt:lpstr>
      <vt:lpstr>Minimax i 3-i-rad</vt:lpstr>
      <vt:lpstr>PowerPoint-presentation</vt:lpstr>
      <vt:lpstr>PowerPoint-presentation</vt:lpstr>
      <vt:lpstr>PowerPoint-presentation</vt:lpstr>
      <vt:lpstr>PowerPoint-presentation</vt:lpstr>
      <vt:lpstr>PowerPoint-presentation</vt:lpstr>
      <vt:lpstr>PowerPoint-presentation</vt:lpstr>
      <vt:lpstr>PowerPoint-presentation</vt:lpstr>
      <vt:lpstr>PowerPoint-presentation</vt:lpstr>
      <vt:lpstr>PowerPoint-presentation</vt:lpstr>
      <vt:lpstr>PowerPoint-presentation</vt:lpstr>
      <vt:lpstr>PowerPoint-presentation</vt:lpstr>
      <vt:lpstr>PowerPoint-presentation</vt:lpstr>
      <vt:lpstr>PowerPoint-presentation</vt:lpstr>
      <vt:lpstr>PowerPoint-presentation</vt:lpstr>
      <vt:lpstr>PowerPoint-presentation</vt:lpstr>
      <vt:lpstr>PowerPoint-presentation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PowerPoint-presentation</dc:title>
  <dc:creator>David Hedengren</dc:creator>
  <cp:lastModifiedBy>David Hedengren</cp:lastModifiedBy>
  <cp:revision>1</cp:revision>
  <dcterms:created xsi:type="dcterms:W3CDTF">2024-09-03T06:10:21Z</dcterms:created>
  <dcterms:modified xsi:type="dcterms:W3CDTF">2025-01-07T11:56:08Z</dcterms:modified>
</cp:coreProperties>
</file>